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461" r:id="rId3"/>
    <p:sldId id="523" r:id="rId4"/>
    <p:sldId id="524" r:id="rId5"/>
    <p:sldId id="525" r:id="rId6"/>
    <p:sldId id="526" r:id="rId7"/>
    <p:sldId id="527" r:id="rId8"/>
    <p:sldId id="528" r:id="rId9"/>
    <p:sldId id="529" r:id="rId10"/>
    <p:sldId id="530" r:id="rId11"/>
    <p:sldId id="531" r:id="rId12"/>
    <p:sldId id="532" r:id="rId13"/>
    <p:sldId id="533" r:id="rId14"/>
    <p:sldId id="534" r:id="rId15"/>
    <p:sldId id="535" r:id="rId16"/>
    <p:sldId id="536" r:id="rId17"/>
    <p:sldId id="537" r:id="rId18"/>
    <p:sldId id="538" r:id="rId19"/>
    <p:sldId id="257" r:id="rId20"/>
    <p:sldId id="521" r:id="rId21"/>
    <p:sldId id="539" r:id="rId22"/>
    <p:sldId id="52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E3B"/>
    <a:srgbClr val="D9910B"/>
    <a:srgbClr val="A11D2B"/>
    <a:srgbClr val="256766"/>
    <a:srgbClr val="5E9C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38DBFF-A6FE-4BC8-A888-C9A1ADDAEDD3}" v="97" dt="2021-08-17T12:43:51.6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82603" autoAdjust="0"/>
  </p:normalViewPr>
  <p:slideViewPr>
    <p:cSldViewPr snapToGrid="0" showGuides="1">
      <p:cViewPr varScale="1">
        <p:scale>
          <a:sx n="53" d="100"/>
          <a:sy n="53" d="100"/>
        </p:scale>
        <p:origin x="1092" y="32"/>
      </p:cViewPr>
      <p:guideLst>
        <p:guide orient="horz" pos="220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anh Le Thi Kim  (FE FPTU CT)" userId="33772939-cd87-45c1-be61-e0648bc25a53" providerId="ADAL" clId="{F938DBFF-A6FE-4BC8-A888-C9A1ADDAEDD3}"/>
    <pc:docChg chg="undo custSel addSld delSld modSld sldOrd delSection modSection">
      <pc:chgData name="Oanh Le Thi Kim  (FE FPTU CT)" userId="33772939-cd87-45c1-be61-e0648bc25a53" providerId="ADAL" clId="{F938DBFF-A6FE-4BC8-A888-C9A1ADDAEDD3}" dt="2021-08-21T06:58:59.714" v="2743" actId="14100"/>
      <pc:docMkLst>
        <pc:docMk/>
      </pc:docMkLst>
      <pc:sldChg chg="addSp delSp modSp mod ord">
        <pc:chgData name="Oanh Le Thi Kim  (FE FPTU CT)" userId="33772939-cd87-45c1-be61-e0648bc25a53" providerId="ADAL" clId="{F938DBFF-A6FE-4BC8-A888-C9A1ADDAEDD3}" dt="2021-08-21T06:58:59.714" v="2743" actId="14100"/>
        <pc:sldMkLst>
          <pc:docMk/>
          <pc:sldMk cId="1809037783" sldId="256"/>
        </pc:sldMkLst>
        <pc:spChg chg="add del mod">
          <ac:chgData name="Oanh Le Thi Kim  (FE FPTU CT)" userId="33772939-cd87-45c1-be61-e0648bc25a53" providerId="ADAL" clId="{F938DBFF-A6FE-4BC8-A888-C9A1ADDAEDD3}" dt="2021-08-21T06:58:59.714" v="2743" actId="14100"/>
          <ac:spMkLst>
            <pc:docMk/>
            <pc:sldMk cId="1809037783" sldId="256"/>
            <ac:spMk id="7" creationId="{CC93BCF8-1575-47FE-83D7-E49D028334FA}"/>
          </ac:spMkLst>
        </pc:spChg>
        <pc:spChg chg="del">
          <ac:chgData name="Oanh Le Thi Kim  (FE FPTU CT)" userId="33772939-cd87-45c1-be61-e0648bc25a53" providerId="ADAL" clId="{F938DBFF-A6FE-4BC8-A888-C9A1ADDAEDD3}" dt="2021-08-17T08:24:44.056" v="26" actId="478"/>
          <ac:spMkLst>
            <pc:docMk/>
            <pc:sldMk cId="1809037783" sldId="256"/>
            <ac:spMk id="8" creationId="{1F42536D-8522-415B-8140-96FCF821CC3B}"/>
          </ac:spMkLst>
        </pc:spChg>
        <pc:spChg chg="add del mod">
          <ac:chgData name="Oanh Le Thi Kim  (FE FPTU CT)" userId="33772939-cd87-45c1-be61-e0648bc25a53" providerId="ADAL" clId="{F938DBFF-A6FE-4BC8-A888-C9A1ADDAEDD3}" dt="2021-08-17T08:24:51.340" v="29" actId="478"/>
          <ac:spMkLst>
            <pc:docMk/>
            <pc:sldMk cId="1809037783" sldId="256"/>
            <ac:spMk id="9" creationId="{01EBB9C3-7535-4383-9928-4D62A2910FD4}"/>
          </ac:spMkLst>
        </pc:spChg>
        <pc:spChg chg="add del mod">
          <ac:chgData name="Oanh Le Thi Kim  (FE FPTU CT)" userId="33772939-cd87-45c1-be61-e0648bc25a53" providerId="ADAL" clId="{F938DBFF-A6FE-4BC8-A888-C9A1ADDAEDD3}" dt="2021-08-17T08:24:48.191" v="28" actId="478"/>
          <ac:spMkLst>
            <pc:docMk/>
            <pc:sldMk cId="1809037783" sldId="256"/>
            <ac:spMk id="11" creationId="{22DA0D04-C969-497C-AFD9-4D978F08BA97}"/>
          </ac:spMkLst>
        </pc:spChg>
        <pc:grpChg chg="del">
          <ac:chgData name="Oanh Le Thi Kim  (FE FPTU CT)" userId="33772939-cd87-45c1-be61-e0648bc25a53" providerId="ADAL" clId="{F938DBFF-A6FE-4BC8-A888-C9A1ADDAEDD3}" dt="2021-08-17T08:24:42.121" v="25" actId="478"/>
          <ac:grpSpMkLst>
            <pc:docMk/>
            <pc:sldMk cId="1809037783" sldId="256"/>
            <ac:grpSpMk id="5" creationId="{65D5EB71-9E40-41B8-A539-7F37DC5F83C5}"/>
          </ac:grpSpMkLst>
        </pc:grpChg>
        <pc:picChg chg="mod">
          <ac:chgData name="Oanh Le Thi Kim  (FE FPTU CT)" userId="33772939-cd87-45c1-be61-e0648bc25a53" providerId="ADAL" clId="{F938DBFF-A6FE-4BC8-A888-C9A1ADDAEDD3}" dt="2021-08-21T06:58:55.404" v="2742" actId="1076"/>
          <ac:picMkLst>
            <pc:docMk/>
            <pc:sldMk cId="1809037783" sldId="256"/>
            <ac:picMk id="4" creationId="{DAAF1E5F-AE49-4BFB-A904-4DB64475F41C}"/>
          </ac:picMkLst>
        </pc:picChg>
      </pc:sldChg>
      <pc:sldChg chg="del">
        <pc:chgData name="Oanh Le Thi Kim  (FE FPTU CT)" userId="33772939-cd87-45c1-be61-e0648bc25a53" providerId="ADAL" clId="{F938DBFF-A6FE-4BC8-A888-C9A1ADDAEDD3}" dt="2021-08-17T10:19:44.156" v="1718" actId="47"/>
        <pc:sldMkLst>
          <pc:docMk/>
          <pc:sldMk cId="1275143594" sldId="258"/>
        </pc:sldMkLst>
      </pc:sldChg>
      <pc:sldChg chg="del">
        <pc:chgData name="Oanh Le Thi Kim  (FE FPTU CT)" userId="33772939-cd87-45c1-be61-e0648bc25a53" providerId="ADAL" clId="{F938DBFF-A6FE-4BC8-A888-C9A1ADDAEDD3}" dt="2021-08-17T08:25:40.599" v="34" actId="47"/>
        <pc:sldMkLst>
          <pc:docMk/>
          <pc:sldMk cId="1378875007" sldId="351"/>
        </pc:sldMkLst>
      </pc:sldChg>
      <pc:sldChg chg="del">
        <pc:chgData name="Oanh Le Thi Kim  (FE FPTU CT)" userId="33772939-cd87-45c1-be61-e0648bc25a53" providerId="ADAL" clId="{F938DBFF-A6FE-4BC8-A888-C9A1ADDAEDD3}" dt="2021-08-17T08:25:42.231" v="35" actId="47"/>
        <pc:sldMkLst>
          <pc:docMk/>
          <pc:sldMk cId="1502880382" sldId="352"/>
        </pc:sldMkLst>
      </pc:sldChg>
      <pc:sldChg chg="del">
        <pc:chgData name="Oanh Le Thi Kim  (FE FPTU CT)" userId="33772939-cd87-45c1-be61-e0648bc25a53" providerId="ADAL" clId="{F938DBFF-A6FE-4BC8-A888-C9A1ADDAEDD3}" dt="2021-08-17T10:19:51.282" v="1719" actId="47"/>
        <pc:sldMkLst>
          <pc:docMk/>
          <pc:sldMk cId="4273538635" sldId="353"/>
        </pc:sldMkLst>
      </pc:sldChg>
      <pc:sldChg chg="del">
        <pc:chgData name="Oanh Le Thi Kim  (FE FPTU CT)" userId="33772939-cd87-45c1-be61-e0648bc25a53" providerId="ADAL" clId="{F938DBFF-A6FE-4BC8-A888-C9A1ADDAEDD3}" dt="2021-08-17T10:19:51.282" v="1719" actId="47"/>
        <pc:sldMkLst>
          <pc:docMk/>
          <pc:sldMk cId="1260844141" sldId="356"/>
        </pc:sldMkLst>
      </pc:sldChg>
      <pc:sldChg chg="del">
        <pc:chgData name="Oanh Le Thi Kim  (FE FPTU CT)" userId="33772939-cd87-45c1-be61-e0648bc25a53" providerId="ADAL" clId="{F938DBFF-A6FE-4BC8-A888-C9A1ADDAEDD3}" dt="2021-08-17T10:19:51.282" v="1719" actId="47"/>
        <pc:sldMkLst>
          <pc:docMk/>
          <pc:sldMk cId="2396949239" sldId="357"/>
        </pc:sldMkLst>
      </pc:sldChg>
      <pc:sldChg chg="del">
        <pc:chgData name="Oanh Le Thi Kim  (FE FPTU CT)" userId="33772939-cd87-45c1-be61-e0648bc25a53" providerId="ADAL" clId="{F938DBFF-A6FE-4BC8-A888-C9A1ADDAEDD3}" dt="2021-08-17T10:19:51.282" v="1719" actId="47"/>
        <pc:sldMkLst>
          <pc:docMk/>
          <pc:sldMk cId="2373456421" sldId="358"/>
        </pc:sldMkLst>
      </pc:sldChg>
      <pc:sldChg chg="del">
        <pc:chgData name="Oanh Le Thi Kim  (FE FPTU CT)" userId="33772939-cd87-45c1-be61-e0648bc25a53" providerId="ADAL" clId="{F938DBFF-A6FE-4BC8-A888-C9A1ADDAEDD3}" dt="2021-08-17T10:19:51.282" v="1719" actId="47"/>
        <pc:sldMkLst>
          <pc:docMk/>
          <pc:sldMk cId="3122985082" sldId="389"/>
        </pc:sldMkLst>
      </pc:sldChg>
      <pc:sldChg chg="addSp delSp modSp mod ord delAnim modNotesTx">
        <pc:chgData name="Oanh Le Thi Kim  (FE FPTU CT)" userId="33772939-cd87-45c1-be61-e0648bc25a53" providerId="ADAL" clId="{F938DBFF-A6FE-4BC8-A888-C9A1ADDAEDD3}" dt="2021-08-17T08:44:00.316" v="560"/>
        <pc:sldMkLst>
          <pc:docMk/>
          <pc:sldMk cId="650038349" sldId="461"/>
        </pc:sldMkLst>
        <pc:spChg chg="mod">
          <ac:chgData name="Oanh Le Thi Kim  (FE FPTU CT)" userId="33772939-cd87-45c1-be61-e0648bc25a53" providerId="ADAL" clId="{F938DBFF-A6FE-4BC8-A888-C9A1ADDAEDD3}" dt="2021-08-17T08:44:00.316" v="560"/>
          <ac:spMkLst>
            <pc:docMk/>
            <pc:sldMk cId="650038349" sldId="461"/>
            <ac:spMk id="4" creationId="{9CB7EEE1-C007-45D6-9CB2-FB416E743C66}"/>
          </ac:spMkLst>
        </pc:spChg>
        <pc:spChg chg="del mod">
          <ac:chgData name="Oanh Le Thi Kim  (FE FPTU CT)" userId="33772939-cd87-45c1-be61-e0648bc25a53" providerId="ADAL" clId="{F938DBFF-A6FE-4BC8-A888-C9A1ADDAEDD3}" dt="2021-08-17T08:29:00.358" v="45" actId="478"/>
          <ac:spMkLst>
            <pc:docMk/>
            <pc:sldMk cId="650038349" sldId="461"/>
            <ac:spMk id="5" creationId="{9F4B3034-E2E3-4173-8554-B1E008035346}"/>
          </ac:spMkLst>
        </pc:spChg>
        <pc:spChg chg="add del mod">
          <ac:chgData name="Oanh Le Thi Kim  (FE FPTU CT)" userId="33772939-cd87-45c1-be61-e0648bc25a53" providerId="ADAL" clId="{F938DBFF-A6FE-4BC8-A888-C9A1ADDAEDD3}" dt="2021-08-17T08:34:39.588" v="251" actId="20577"/>
          <ac:spMkLst>
            <pc:docMk/>
            <pc:sldMk cId="650038349" sldId="461"/>
            <ac:spMk id="6" creationId="{35F1C559-6C50-4AB3-A509-99A3DC81336C}"/>
          </ac:spMkLst>
        </pc:spChg>
        <pc:spChg chg="add del mod">
          <ac:chgData name="Oanh Le Thi Kim  (FE FPTU CT)" userId="33772939-cd87-45c1-be61-e0648bc25a53" providerId="ADAL" clId="{F938DBFF-A6FE-4BC8-A888-C9A1ADDAEDD3}" dt="2021-08-17T08:30:41.541" v="75" actId="478"/>
          <ac:spMkLst>
            <pc:docMk/>
            <pc:sldMk cId="650038349" sldId="461"/>
            <ac:spMk id="8" creationId="{8728C6E5-19DA-4910-B787-44DFED2DFC9D}"/>
          </ac:spMkLst>
        </pc:spChg>
        <pc:grpChg chg="del">
          <ac:chgData name="Oanh Le Thi Kim  (FE FPTU CT)" userId="33772939-cd87-45c1-be61-e0648bc25a53" providerId="ADAL" clId="{F938DBFF-A6FE-4BC8-A888-C9A1ADDAEDD3}" dt="2021-08-17T08:29:00.997" v="46" actId="478"/>
          <ac:grpSpMkLst>
            <pc:docMk/>
            <pc:sldMk cId="650038349" sldId="461"/>
            <ac:grpSpMk id="13" creationId="{96DC0430-2CAE-47BB-A21F-9C5B39731E17}"/>
          </ac:grpSpMkLst>
        </pc:grpChg>
      </pc:sldChg>
      <pc:sldChg chg="del">
        <pc:chgData name="Oanh Le Thi Kim  (FE FPTU CT)" userId="33772939-cd87-45c1-be61-e0648bc25a53" providerId="ADAL" clId="{F938DBFF-A6FE-4BC8-A888-C9A1ADDAEDD3}" dt="2021-08-17T10:19:51.282" v="1719" actId="47"/>
        <pc:sldMkLst>
          <pc:docMk/>
          <pc:sldMk cId="976439526" sldId="462"/>
        </pc:sldMkLst>
      </pc:sldChg>
      <pc:sldChg chg="del">
        <pc:chgData name="Oanh Le Thi Kim  (FE FPTU CT)" userId="33772939-cd87-45c1-be61-e0648bc25a53" providerId="ADAL" clId="{F938DBFF-A6FE-4BC8-A888-C9A1ADDAEDD3}" dt="2021-08-17T10:19:51.282" v="1719" actId="47"/>
        <pc:sldMkLst>
          <pc:docMk/>
          <pc:sldMk cId="2734768885" sldId="463"/>
        </pc:sldMkLst>
      </pc:sldChg>
      <pc:sldChg chg="del">
        <pc:chgData name="Oanh Le Thi Kim  (FE FPTU CT)" userId="33772939-cd87-45c1-be61-e0648bc25a53" providerId="ADAL" clId="{F938DBFF-A6FE-4BC8-A888-C9A1ADDAEDD3}" dt="2021-08-17T10:19:51.282" v="1719" actId="47"/>
        <pc:sldMkLst>
          <pc:docMk/>
          <pc:sldMk cId="3197634967" sldId="464"/>
        </pc:sldMkLst>
      </pc:sldChg>
      <pc:sldChg chg="del">
        <pc:chgData name="Oanh Le Thi Kim  (FE FPTU CT)" userId="33772939-cd87-45c1-be61-e0648bc25a53" providerId="ADAL" clId="{F938DBFF-A6FE-4BC8-A888-C9A1ADDAEDD3}" dt="2021-08-17T10:19:51.282" v="1719" actId="47"/>
        <pc:sldMkLst>
          <pc:docMk/>
          <pc:sldMk cId="1299808084" sldId="467"/>
        </pc:sldMkLst>
      </pc:sldChg>
      <pc:sldChg chg="del">
        <pc:chgData name="Oanh Le Thi Kim  (FE FPTU CT)" userId="33772939-cd87-45c1-be61-e0648bc25a53" providerId="ADAL" clId="{F938DBFF-A6FE-4BC8-A888-C9A1ADDAEDD3}" dt="2021-08-17T10:19:51.282" v="1719" actId="47"/>
        <pc:sldMkLst>
          <pc:docMk/>
          <pc:sldMk cId="650478606" sldId="468"/>
        </pc:sldMkLst>
      </pc:sldChg>
      <pc:sldChg chg="del">
        <pc:chgData name="Oanh Le Thi Kim  (FE FPTU CT)" userId="33772939-cd87-45c1-be61-e0648bc25a53" providerId="ADAL" clId="{F938DBFF-A6FE-4BC8-A888-C9A1ADDAEDD3}" dt="2021-08-17T10:19:51.282" v="1719" actId="47"/>
        <pc:sldMkLst>
          <pc:docMk/>
          <pc:sldMk cId="2691386198" sldId="469"/>
        </pc:sldMkLst>
      </pc:sldChg>
      <pc:sldChg chg="del">
        <pc:chgData name="Oanh Le Thi Kim  (FE FPTU CT)" userId="33772939-cd87-45c1-be61-e0648bc25a53" providerId="ADAL" clId="{F938DBFF-A6FE-4BC8-A888-C9A1ADDAEDD3}" dt="2021-08-17T10:19:51.282" v="1719" actId="47"/>
        <pc:sldMkLst>
          <pc:docMk/>
          <pc:sldMk cId="4093982215" sldId="470"/>
        </pc:sldMkLst>
      </pc:sldChg>
      <pc:sldChg chg="addSp delSp modSp mod">
        <pc:chgData name="Oanh Le Thi Kim  (FE FPTU CT)" userId="33772939-cd87-45c1-be61-e0648bc25a53" providerId="ADAL" clId="{F938DBFF-A6FE-4BC8-A888-C9A1ADDAEDD3}" dt="2021-08-17T12:38:39.415" v="2640" actId="14100"/>
        <pc:sldMkLst>
          <pc:docMk/>
          <pc:sldMk cId="1898261554" sldId="521"/>
        </pc:sldMkLst>
        <pc:spChg chg="del">
          <ac:chgData name="Oanh Le Thi Kim  (FE FPTU CT)" userId="33772939-cd87-45c1-be61-e0648bc25a53" providerId="ADAL" clId="{F938DBFF-A6FE-4BC8-A888-C9A1ADDAEDD3}" dt="2021-08-17T12:36:47.197" v="2623" actId="478"/>
          <ac:spMkLst>
            <pc:docMk/>
            <pc:sldMk cId="1898261554" sldId="521"/>
            <ac:spMk id="2" creationId="{00000000-0000-0000-0000-000000000000}"/>
          </ac:spMkLst>
        </pc:spChg>
        <pc:spChg chg="mod">
          <ac:chgData name="Oanh Le Thi Kim  (FE FPTU CT)" userId="33772939-cd87-45c1-be61-e0648bc25a53" providerId="ADAL" clId="{F938DBFF-A6FE-4BC8-A888-C9A1ADDAEDD3}" dt="2021-08-17T12:38:39.415" v="2640" actId="14100"/>
          <ac:spMkLst>
            <pc:docMk/>
            <pc:sldMk cId="1898261554" sldId="521"/>
            <ac:spMk id="12" creationId="{00000000-0000-0000-0000-000000000000}"/>
          </ac:spMkLst>
        </pc:spChg>
        <pc:picChg chg="mod">
          <ac:chgData name="Oanh Le Thi Kim  (FE FPTU CT)" userId="33772939-cd87-45c1-be61-e0648bc25a53" providerId="ADAL" clId="{F938DBFF-A6FE-4BC8-A888-C9A1ADDAEDD3}" dt="2021-08-17T12:36:52.993" v="2625" actId="1076"/>
          <ac:picMkLst>
            <pc:docMk/>
            <pc:sldMk cId="1898261554" sldId="521"/>
            <ac:picMk id="8" creationId="{00000000-0000-0000-0000-000000000000}"/>
          </ac:picMkLst>
        </pc:picChg>
        <pc:picChg chg="add del mod">
          <ac:chgData name="Oanh Le Thi Kim  (FE FPTU CT)" userId="33772939-cd87-45c1-be61-e0648bc25a53" providerId="ADAL" clId="{F938DBFF-A6FE-4BC8-A888-C9A1ADDAEDD3}" dt="2021-08-17T12:38:32.974" v="2638" actId="478"/>
          <ac:picMkLst>
            <pc:docMk/>
            <pc:sldMk cId="1898261554" sldId="521"/>
            <ac:picMk id="1026" creationId="{DD6E27C3-46BC-4149-92C8-F9B2F5382C45}"/>
          </ac:picMkLst>
        </pc:picChg>
      </pc:sldChg>
      <pc:sldChg chg="modSp add mod modNotesTx">
        <pc:chgData name="Oanh Le Thi Kim  (FE FPTU CT)" userId="33772939-cd87-45c1-be61-e0648bc25a53" providerId="ADAL" clId="{F938DBFF-A6FE-4BC8-A888-C9A1ADDAEDD3}" dt="2021-08-17T08:44:03.045" v="564"/>
        <pc:sldMkLst>
          <pc:docMk/>
          <pc:sldMk cId="2853328603" sldId="523"/>
        </pc:sldMkLst>
        <pc:spChg chg="mod">
          <ac:chgData name="Oanh Le Thi Kim  (FE FPTU CT)" userId="33772939-cd87-45c1-be61-e0648bc25a53" providerId="ADAL" clId="{F938DBFF-A6FE-4BC8-A888-C9A1ADDAEDD3}" dt="2021-08-17T08:44:03.045" v="564"/>
          <ac:spMkLst>
            <pc:docMk/>
            <pc:sldMk cId="2853328603" sldId="523"/>
            <ac:spMk id="4" creationId="{9CB7EEE1-C007-45D6-9CB2-FB416E743C66}"/>
          </ac:spMkLst>
        </pc:spChg>
        <pc:spChg chg="mod">
          <ac:chgData name="Oanh Le Thi Kim  (FE FPTU CT)" userId="33772939-cd87-45c1-be61-e0648bc25a53" providerId="ADAL" clId="{F938DBFF-A6FE-4BC8-A888-C9A1ADDAEDD3}" dt="2021-08-17T08:43:44.129" v="556" actId="20577"/>
          <ac:spMkLst>
            <pc:docMk/>
            <pc:sldMk cId="2853328603" sldId="523"/>
            <ac:spMk id="6" creationId="{35F1C559-6C50-4AB3-A509-99A3DC81336C}"/>
          </ac:spMkLst>
        </pc:spChg>
      </pc:sldChg>
      <pc:sldChg chg="addSp modSp add mod modNotesTx">
        <pc:chgData name="Oanh Le Thi Kim  (FE FPTU CT)" userId="33772939-cd87-45c1-be61-e0648bc25a53" providerId="ADAL" clId="{F938DBFF-A6FE-4BC8-A888-C9A1ADDAEDD3}" dt="2021-08-17T08:50:31.674" v="671" actId="14100"/>
        <pc:sldMkLst>
          <pc:docMk/>
          <pc:sldMk cId="4090496675" sldId="524"/>
        </pc:sldMkLst>
        <pc:spChg chg="mod">
          <ac:chgData name="Oanh Le Thi Kim  (FE FPTU CT)" userId="33772939-cd87-45c1-be61-e0648bc25a53" providerId="ADAL" clId="{F938DBFF-A6FE-4BC8-A888-C9A1ADDAEDD3}" dt="2021-08-17T08:50:31.674" v="671" actId="14100"/>
          <ac:spMkLst>
            <pc:docMk/>
            <pc:sldMk cId="4090496675" sldId="524"/>
            <ac:spMk id="6" creationId="{35F1C559-6C50-4AB3-A509-99A3DC81336C}"/>
          </ac:spMkLst>
        </pc:spChg>
        <pc:picChg chg="add mod">
          <ac:chgData name="Oanh Le Thi Kim  (FE FPTU CT)" userId="33772939-cd87-45c1-be61-e0648bc25a53" providerId="ADAL" clId="{F938DBFF-A6FE-4BC8-A888-C9A1ADDAEDD3}" dt="2021-08-17T08:49:42.405" v="625" actId="1076"/>
          <ac:picMkLst>
            <pc:docMk/>
            <pc:sldMk cId="4090496675" sldId="524"/>
            <ac:picMk id="3" creationId="{27A2628E-19E8-4BFC-8FFC-1300C9344BBA}"/>
          </ac:picMkLst>
        </pc:picChg>
      </pc:sldChg>
      <pc:sldChg chg="addSp delSp modSp add mod">
        <pc:chgData name="Oanh Le Thi Kim  (FE FPTU CT)" userId="33772939-cd87-45c1-be61-e0648bc25a53" providerId="ADAL" clId="{F938DBFF-A6FE-4BC8-A888-C9A1ADDAEDD3}" dt="2021-08-17T12:40:24.106" v="2659" actId="14100"/>
        <pc:sldMkLst>
          <pc:docMk/>
          <pc:sldMk cId="2896621025" sldId="525"/>
        </pc:sldMkLst>
        <pc:spChg chg="mod">
          <ac:chgData name="Oanh Le Thi Kim  (FE FPTU CT)" userId="33772939-cd87-45c1-be61-e0648bc25a53" providerId="ADAL" clId="{F938DBFF-A6FE-4BC8-A888-C9A1ADDAEDD3}" dt="2021-08-17T12:40:20.656" v="2657" actId="14100"/>
          <ac:spMkLst>
            <pc:docMk/>
            <pc:sldMk cId="2896621025" sldId="525"/>
            <ac:spMk id="6" creationId="{35F1C559-6C50-4AB3-A509-99A3DC81336C}"/>
          </ac:spMkLst>
        </pc:spChg>
        <pc:picChg chg="del">
          <ac:chgData name="Oanh Le Thi Kim  (FE FPTU CT)" userId="33772939-cd87-45c1-be61-e0648bc25a53" providerId="ADAL" clId="{F938DBFF-A6FE-4BC8-A888-C9A1ADDAEDD3}" dt="2021-08-17T08:50:38.478" v="673" actId="478"/>
          <ac:picMkLst>
            <pc:docMk/>
            <pc:sldMk cId="2896621025" sldId="525"/>
            <ac:picMk id="3" creationId="{27A2628E-19E8-4BFC-8FFC-1300C9344BBA}"/>
          </ac:picMkLst>
        </pc:picChg>
        <pc:picChg chg="add mod">
          <ac:chgData name="Oanh Le Thi Kim  (FE FPTU CT)" userId="33772939-cd87-45c1-be61-e0648bc25a53" providerId="ADAL" clId="{F938DBFF-A6FE-4BC8-A888-C9A1ADDAEDD3}" dt="2021-08-17T12:40:24.106" v="2659" actId="14100"/>
          <ac:picMkLst>
            <pc:docMk/>
            <pc:sldMk cId="2896621025" sldId="525"/>
            <ac:picMk id="5" creationId="{320BC69A-290A-434E-B280-22E3625CF480}"/>
          </ac:picMkLst>
        </pc:picChg>
      </pc:sldChg>
      <pc:sldChg chg="modSp add mod ord modNotesTx">
        <pc:chgData name="Oanh Le Thi Kim  (FE FPTU CT)" userId="33772939-cd87-45c1-be61-e0648bc25a53" providerId="ADAL" clId="{F938DBFF-A6FE-4BC8-A888-C9A1ADDAEDD3}" dt="2021-08-17T12:41:31.011" v="2670" actId="20577"/>
        <pc:sldMkLst>
          <pc:docMk/>
          <pc:sldMk cId="2098256387" sldId="526"/>
        </pc:sldMkLst>
        <pc:spChg chg="mod">
          <ac:chgData name="Oanh Le Thi Kim  (FE FPTU CT)" userId="33772939-cd87-45c1-be61-e0648bc25a53" providerId="ADAL" clId="{F938DBFF-A6FE-4BC8-A888-C9A1ADDAEDD3}" dt="2021-08-17T08:56:00.277" v="737"/>
          <ac:spMkLst>
            <pc:docMk/>
            <pc:sldMk cId="2098256387" sldId="526"/>
            <ac:spMk id="4" creationId="{9CB7EEE1-C007-45D6-9CB2-FB416E743C66}"/>
          </ac:spMkLst>
        </pc:spChg>
        <pc:spChg chg="mod">
          <ac:chgData name="Oanh Le Thi Kim  (FE FPTU CT)" userId="33772939-cd87-45c1-be61-e0648bc25a53" providerId="ADAL" clId="{F938DBFF-A6FE-4BC8-A888-C9A1ADDAEDD3}" dt="2021-08-17T09:14:59.164" v="858" actId="14100"/>
          <ac:spMkLst>
            <pc:docMk/>
            <pc:sldMk cId="2098256387" sldId="526"/>
            <ac:spMk id="6" creationId="{35F1C559-6C50-4AB3-A509-99A3DC81336C}"/>
          </ac:spMkLst>
        </pc:spChg>
      </pc:sldChg>
      <pc:sldChg chg="modSp add mod ord modNotesTx">
        <pc:chgData name="Oanh Le Thi Kim  (FE FPTU CT)" userId="33772939-cd87-45c1-be61-e0648bc25a53" providerId="ADAL" clId="{F938DBFF-A6FE-4BC8-A888-C9A1ADDAEDD3}" dt="2021-08-17T09:20:03.127" v="1079" actId="6549"/>
        <pc:sldMkLst>
          <pc:docMk/>
          <pc:sldMk cId="1191435399" sldId="527"/>
        </pc:sldMkLst>
        <pc:spChg chg="mod">
          <ac:chgData name="Oanh Le Thi Kim  (FE FPTU CT)" userId="33772939-cd87-45c1-be61-e0648bc25a53" providerId="ADAL" clId="{F938DBFF-A6FE-4BC8-A888-C9A1ADDAEDD3}" dt="2021-08-17T09:16:25.037" v="924"/>
          <ac:spMkLst>
            <pc:docMk/>
            <pc:sldMk cId="1191435399" sldId="527"/>
            <ac:spMk id="4" creationId="{9CB7EEE1-C007-45D6-9CB2-FB416E743C66}"/>
          </ac:spMkLst>
        </pc:spChg>
        <pc:spChg chg="mod">
          <ac:chgData name="Oanh Le Thi Kim  (FE FPTU CT)" userId="33772939-cd87-45c1-be61-e0648bc25a53" providerId="ADAL" clId="{F938DBFF-A6FE-4BC8-A888-C9A1ADDAEDD3}" dt="2021-08-17T09:20:03.127" v="1079" actId="6549"/>
          <ac:spMkLst>
            <pc:docMk/>
            <pc:sldMk cId="1191435399" sldId="527"/>
            <ac:spMk id="6" creationId="{35F1C559-6C50-4AB3-A509-99A3DC81336C}"/>
          </ac:spMkLst>
        </pc:spChg>
      </pc:sldChg>
      <pc:sldChg chg="add del">
        <pc:chgData name="Oanh Le Thi Kim  (FE FPTU CT)" userId="33772939-cd87-45c1-be61-e0648bc25a53" providerId="ADAL" clId="{F938DBFF-A6FE-4BC8-A888-C9A1ADDAEDD3}" dt="2021-08-17T09:16:12.080" v="913" actId="47"/>
        <pc:sldMkLst>
          <pc:docMk/>
          <pc:sldMk cId="1677342856" sldId="527"/>
        </pc:sldMkLst>
      </pc:sldChg>
      <pc:sldChg chg="addSp delSp modSp add mod ord">
        <pc:chgData name="Oanh Le Thi Kim  (FE FPTU CT)" userId="33772939-cd87-45c1-be61-e0648bc25a53" providerId="ADAL" clId="{F938DBFF-A6FE-4BC8-A888-C9A1ADDAEDD3}" dt="2021-08-17T12:41:47.437" v="2705" actId="20577"/>
        <pc:sldMkLst>
          <pc:docMk/>
          <pc:sldMk cId="3217368567" sldId="528"/>
        </pc:sldMkLst>
        <pc:spChg chg="mod">
          <ac:chgData name="Oanh Le Thi Kim  (FE FPTU CT)" userId="33772939-cd87-45c1-be61-e0648bc25a53" providerId="ADAL" clId="{F938DBFF-A6FE-4BC8-A888-C9A1ADDAEDD3}" dt="2021-08-17T09:55:36.306" v="1091"/>
          <ac:spMkLst>
            <pc:docMk/>
            <pc:sldMk cId="3217368567" sldId="528"/>
            <ac:spMk id="4" creationId="{9CB7EEE1-C007-45D6-9CB2-FB416E743C66}"/>
          </ac:spMkLst>
        </pc:spChg>
        <pc:spChg chg="mod">
          <ac:chgData name="Oanh Le Thi Kim  (FE FPTU CT)" userId="33772939-cd87-45c1-be61-e0648bc25a53" providerId="ADAL" clId="{F938DBFF-A6FE-4BC8-A888-C9A1ADDAEDD3}" dt="2021-08-17T12:41:47.437" v="2705" actId="20577"/>
          <ac:spMkLst>
            <pc:docMk/>
            <pc:sldMk cId="3217368567" sldId="528"/>
            <ac:spMk id="6" creationId="{35F1C559-6C50-4AB3-A509-99A3DC81336C}"/>
          </ac:spMkLst>
        </pc:spChg>
        <pc:picChg chg="add mod">
          <ac:chgData name="Oanh Le Thi Kim  (FE FPTU CT)" userId="33772939-cd87-45c1-be61-e0648bc25a53" providerId="ADAL" clId="{F938DBFF-A6FE-4BC8-A888-C9A1ADDAEDD3}" dt="2021-08-17T09:56:50.877" v="1106" actId="14100"/>
          <ac:picMkLst>
            <pc:docMk/>
            <pc:sldMk cId="3217368567" sldId="528"/>
            <ac:picMk id="3" creationId="{8D3430E6-EA27-473F-AEBB-FFBEB1DB4803}"/>
          </ac:picMkLst>
        </pc:picChg>
        <pc:picChg chg="del">
          <ac:chgData name="Oanh Le Thi Kim  (FE FPTU CT)" userId="33772939-cd87-45c1-be61-e0648bc25a53" providerId="ADAL" clId="{F938DBFF-A6FE-4BC8-A888-C9A1ADDAEDD3}" dt="2021-08-17T09:55:45.841" v="1094" actId="478"/>
          <ac:picMkLst>
            <pc:docMk/>
            <pc:sldMk cId="3217368567" sldId="528"/>
            <ac:picMk id="5" creationId="{320BC69A-290A-434E-B280-22E3625CF480}"/>
          </ac:picMkLst>
        </pc:picChg>
      </pc:sldChg>
      <pc:sldChg chg="modSp add mod ord modNotesTx">
        <pc:chgData name="Oanh Le Thi Kim  (FE FPTU CT)" userId="33772939-cd87-45c1-be61-e0648bc25a53" providerId="ADAL" clId="{F938DBFF-A6FE-4BC8-A888-C9A1ADDAEDD3}" dt="2021-08-17T10:05:25.327" v="1344" actId="20577"/>
        <pc:sldMkLst>
          <pc:docMk/>
          <pc:sldMk cId="478938070" sldId="529"/>
        </pc:sldMkLst>
        <pc:spChg chg="mod">
          <ac:chgData name="Oanh Le Thi Kim  (FE FPTU CT)" userId="33772939-cd87-45c1-be61-e0648bc25a53" providerId="ADAL" clId="{F938DBFF-A6FE-4BC8-A888-C9A1ADDAEDD3}" dt="2021-08-17T10:00:38.540" v="1191"/>
          <ac:spMkLst>
            <pc:docMk/>
            <pc:sldMk cId="478938070" sldId="529"/>
            <ac:spMk id="4" creationId="{9CB7EEE1-C007-45D6-9CB2-FB416E743C66}"/>
          </ac:spMkLst>
        </pc:spChg>
        <pc:spChg chg="mod">
          <ac:chgData name="Oanh Le Thi Kim  (FE FPTU CT)" userId="33772939-cd87-45c1-be61-e0648bc25a53" providerId="ADAL" clId="{F938DBFF-A6FE-4BC8-A888-C9A1ADDAEDD3}" dt="2021-08-17T10:04:57.882" v="1328" actId="20577"/>
          <ac:spMkLst>
            <pc:docMk/>
            <pc:sldMk cId="478938070" sldId="529"/>
            <ac:spMk id="6" creationId="{35F1C559-6C50-4AB3-A509-99A3DC81336C}"/>
          </ac:spMkLst>
        </pc:spChg>
      </pc:sldChg>
      <pc:sldChg chg="addSp modSp add mod modAnim modNotesTx">
        <pc:chgData name="Oanh Le Thi Kim  (FE FPTU CT)" userId="33772939-cd87-45c1-be61-e0648bc25a53" providerId="ADAL" clId="{F938DBFF-A6FE-4BC8-A888-C9A1ADDAEDD3}" dt="2021-08-17T10:11:28.988" v="1480"/>
        <pc:sldMkLst>
          <pc:docMk/>
          <pc:sldMk cId="2225856541" sldId="530"/>
        </pc:sldMkLst>
        <pc:spChg chg="add mod">
          <ac:chgData name="Oanh Le Thi Kim  (FE FPTU CT)" userId="33772939-cd87-45c1-be61-e0648bc25a53" providerId="ADAL" clId="{F938DBFF-A6FE-4BC8-A888-C9A1ADDAEDD3}" dt="2021-08-17T10:09:47.674" v="1458" actId="1076"/>
          <ac:spMkLst>
            <pc:docMk/>
            <pc:sldMk cId="2225856541" sldId="530"/>
            <ac:spMk id="2" creationId="{50FE5D7D-B69C-4B27-8B7F-077EB2C729B7}"/>
          </ac:spMkLst>
        </pc:spChg>
        <pc:spChg chg="add mod">
          <ac:chgData name="Oanh Le Thi Kim  (FE FPTU CT)" userId="33772939-cd87-45c1-be61-e0648bc25a53" providerId="ADAL" clId="{F938DBFF-A6FE-4BC8-A888-C9A1ADDAEDD3}" dt="2021-08-17T10:09:55.482" v="1460" actId="14100"/>
          <ac:spMkLst>
            <pc:docMk/>
            <pc:sldMk cId="2225856541" sldId="530"/>
            <ac:spMk id="5" creationId="{D5235DF4-0592-48F3-A453-EB960E938059}"/>
          </ac:spMkLst>
        </pc:spChg>
        <pc:spChg chg="mod">
          <ac:chgData name="Oanh Le Thi Kim  (FE FPTU CT)" userId="33772939-cd87-45c1-be61-e0648bc25a53" providerId="ADAL" clId="{F938DBFF-A6FE-4BC8-A888-C9A1ADDAEDD3}" dt="2021-08-17T10:10:50.583" v="1470" actId="20577"/>
          <ac:spMkLst>
            <pc:docMk/>
            <pc:sldMk cId="2225856541" sldId="530"/>
            <ac:spMk id="6" creationId="{35F1C559-6C50-4AB3-A509-99A3DC81336C}"/>
          </ac:spMkLst>
        </pc:spChg>
        <pc:spChg chg="add mod">
          <ac:chgData name="Oanh Le Thi Kim  (FE FPTU CT)" userId="33772939-cd87-45c1-be61-e0648bc25a53" providerId="ADAL" clId="{F938DBFF-A6FE-4BC8-A888-C9A1ADDAEDD3}" dt="2021-08-17T10:10:03.064" v="1461" actId="571"/>
          <ac:spMkLst>
            <pc:docMk/>
            <pc:sldMk cId="2225856541" sldId="530"/>
            <ac:spMk id="7" creationId="{C5EE137A-33E0-4A09-88AD-3BCC6AECEBE7}"/>
          </ac:spMkLst>
        </pc:spChg>
        <pc:spChg chg="add mod">
          <ac:chgData name="Oanh Le Thi Kim  (FE FPTU CT)" userId="33772939-cd87-45c1-be61-e0648bc25a53" providerId="ADAL" clId="{F938DBFF-A6FE-4BC8-A888-C9A1ADDAEDD3}" dt="2021-08-17T10:10:09.432" v="1462" actId="571"/>
          <ac:spMkLst>
            <pc:docMk/>
            <pc:sldMk cId="2225856541" sldId="530"/>
            <ac:spMk id="8" creationId="{02339CE1-0AE5-4ACE-805C-8877D7DDB6A9}"/>
          </ac:spMkLst>
        </pc:spChg>
        <pc:spChg chg="add mod">
          <ac:chgData name="Oanh Le Thi Kim  (FE FPTU CT)" userId="33772939-cd87-45c1-be61-e0648bc25a53" providerId="ADAL" clId="{F938DBFF-A6FE-4BC8-A888-C9A1ADDAEDD3}" dt="2021-08-17T10:10:59.010" v="1471" actId="1076"/>
          <ac:spMkLst>
            <pc:docMk/>
            <pc:sldMk cId="2225856541" sldId="530"/>
            <ac:spMk id="9" creationId="{353EB9F4-6D7C-4CE8-91A3-8F9641A5913A}"/>
          </ac:spMkLst>
        </pc:spChg>
        <pc:spChg chg="add mod">
          <ac:chgData name="Oanh Le Thi Kim  (FE FPTU CT)" userId="33772939-cd87-45c1-be61-e0648bc25a53" providerId="ADAL" clId="{F938DBFF-A6FE-4BC8-A888-C9A1ADDAEDD3}" dt="2021-08-17T10:10:41.116" v="1469" actId="571"/>
          <ac:spMkLst>
            <pc:docMk/>
            <pc:sldMk cId="2225856541" sldId="530"/>
            <ac:spMk id="10" creationId="{5068FD78-96B2-41FD-80E5-9FCA3B5EB692}"/>
          </ac:spMkLst>
        </pc:spChg>
      </pc:sldChg>
      <pc:sldChg chg="modSp add mod ord modNotesTx">
        <pc:chgData name="Oanh Le Thi Kim  (FE FPTU CT)" userId="33772939-cd87-45c1-be61-e0648bc25a53" providerId="ADAL" clId="{F938DBFF-A6FE-4BC8-A888-C9A1ADDAEDD3}" dt="2021-08-17T12:42:57.109" v="2709" actId="20577"/>
        <pc:sldMkLst>
          <pc:docMk/>
          <pc:sldMk cId="3962886296" sldId="531"/>
        </pc:sldMkLst>
        <pc:spChg chg="mod">
          <ac:chgData name="Oanh Le Thi Kim  (FE FPTU CT)" userId="33772939-cd87-45c1-be61-e0648bc25a53" providerId="ADAL" clId="{F938DBFF-A6FE-4BC8-A888-C9A1ADDAEDD3}" dt="2021-08-17T12:42:57.109" v="2709" actId="20577"/>
          <ac:spMkLst>
            <pc:docMk/>
            <pc:sldMk cId="3962886296" sldId="531"/>
            <ac:spMk id="6" creationId="{35F1C559-6C50-4AB3-A509-99A3DC81336C}"/>
          </ac:spMkLst>
        </pc:spChg>
      </pc:sldChg>
      <pc:sldChg chg="modSp add mod modNotesTx">
        <pc:chgData name="Oanh Le Thi Kim  (FE FPTU CT)" userId="33772939-cd87-45c1-be61-e0648bc25a53" providerId="ADAL" clId="{F938DBFF-A6FE-4BC8-A888-C9A1ADDAEDD3}" dt="2021-08-17T12:43:56.136" v="2720" actId="20577"/>
        <pc:sldMkLst>
          <pc:docMk/>
          <pc:sldMk cId="702191603" sldId="532"/>
        </pc:sldMkLst>
        <pc:spChg chg="mod">
          <ac:chgData name="Oanh Le Thi Kim  (FE FPTU CT)" userId="33772939-cd87-45c1-be61-e0648bc25a53" providerId="ADAL" clId="{F938DBFF-A6FE-4BC8-A888-C9A1ADDAEDD3}" dt="2021-08-17T10:23:30.019" v="1737"/>
          <ac:spMkLst>
            <pc:docMk/>
            <pc:sldMk cId="702191603" sldId="532"/>
            <ac:spMk id="4" creationId="{9CB7EEE1-C007-45D6-9CB2-FB416E743C66}"/>
          </ac:spMkLst>
        </pc:spChg>
        <pc:spChg chg="mod">
          <ac:chgData name="Oanh Le Thi Kim  (FE FPTU CT)" userId="33772939-cd87-45c1-be61-e0648bc25a53" providerId="ADAL" clId="{F938DBFF-A6FE-4BC8-A888-C9A1ADDAEDD3}" dt="2021-08-17T12:43:19.877" v="2712" actId="20577"/>
          <ac:spMkLst>
            <pc:docMk/>
            <pc:sldMk cId="702191603" sldId="532"/>
            <ac:spMk id="6" creationId="{35F1C559-6C50-4AB3-A509-99A3DC81336C}"/>
          </ac:spMkLst>
        </pc:spChg>
      </pc:sldChg>
      <pc:sldChg chg="modSp add mod modNotesTx">
        <pc:chgData name="Oanh Le Thi Kim  (FE FPTU CT)" userId="33772939-cd87-45c1-be61-e0648bc25a53" providerId="ADAL" clId="{F938DBFF-A6FE-4BC8-A888-C9A1ADDAEDD3}" dt="2021-08-17T10:31:42.106" v="2011" actId="20577"/>
        <pc:sldMkLst>
          <pc:docMk/>
          <pc:sldMk cId="1967193221" sldId="533"/>
        </pc:sldMkLst>
        <pc:spChg chg="mod">
          <ac:chgData name="Oanh Le Thi Kim  (FE FPTU CT)" userId="33772939-cd87-45c1-be61-e0648bc25a53" providerId="ADAL" clId="{F938DBFF-A6FE-4BC8-A888-C9A1ADDAEDD3}" dt="2021-08-17T10:30:58.147" v="1936" actId="20577"/>
          <ac:spMkLst>
            <pc:docMk/>
            <pc:sldMk cId="1967193221" sldId="533"/>
            <ac:spMk id="6" creationId="{35F1C559-6C50-4AB3-A509-99A3DC81336C}"/>
          </ac:spMkLst>
        </pc:spChg>
      </pc:sldChg>
      <pc:sldChg chg="add del">
        <pc:chgData name="Oanh Le Thi Kim  (FE FPTU CT)" userId="33772939-cd87-45c1-be61-e0648bc25a53" providerId="ADAL" clId="{F938DBFF-A6FE-4BC8-A888-C9A1ADDAEDD3}" dt="2021-08-17T10:32:38.502" v="2012" actId="47"/>
        <pc:sldMkLst>
          <pc:docMk/>
          <pc:sldMk cId="1449124591" sldId="534"/>
        </pc:sldMkLst>
      </pc:sldChg>
      <pc:sldChg chg="addSp delSp modSp add mod ord">
        <pc:chgData name="Oanh Le Thi Kim  (FE FPTU CT)" userId="33772939-cd87-45c1-be61-e0648bc25a53" providerId="ADAL" clId="{F938DBFF-A6FE-4BC8-A888-C9A1ADDAEDD3}" dt="2021-08-17T10:33:54.182" v="2091" actId="20577"/>
        <pc:sldMkLst>
          <pc:docMk/>
          <pc:sldMk cId="3773640532" sldId="534"/>
        </pc:sldMkLst>
        <pc:spChg chg="mod">
          <ac:chgData name="Oanh Le Thi Kim  (FE FPTU CT)" userId="33772939-cd87-45c1-be61-e0648bc25a53" providerId="ADAL" clId="{F938DBFF-A6FE-4BC8-A888-C9A1ADDAEDD3}" dt="2021-08-17T10:33:04.959" v="2029"/>
          <ac:spMkLst>
            <pc:docMk/>
            <pc:sldMk cId="3773640532" sldId="534"/>
            <ac:spMk id="4" creationId="{9CB7EEE1-C007-45D6-9CB2-FB416E743C66}"/>
          </ac:spMkLst>
        </pc:spChg>
        <pc:spChg chg="mod">
          <ac:chgData name="Oanh Le Thi Kim  (FE FPTU CT)" userId="33772939-cd87-45c1-be61-e0648bc25a53" providerId="ADAL" clId="{F938DBFF-A6FE-4BC8-A888-C9A1ADDAEDD3}" dt="2021-08-17T10:33:54.182" v="2091" actId="20577"/>
          <ac:spMkLst>
            <pc:docMk/>
            <pc:sldMk cId="3773640532" sldId="534"/>
            <ac:spMk id="6" creationId="{35F1C559-6C50-4AB3-A509-99A3DC81336C}"/>
          </ac:spMkLst>
        </pc:spChg>
        <pc:picChg chg="add mod">
          <ac:chgData name="Oanh Le Thi Kim  (FE FPTU CT)" userId="33772939-cd87-45c1-be61-e0648bc25a53" providerId="ADAL" clId="{F938DBFF-A6FE-4BC8-A888-C9A1ADDAEDD3}" dt="2021-08-17T10:33:18.091" v="2036" actId="1076"/>
          <ac:picMkLst>
            <pc:docMk/>
            <pc:sldMk cId="3773640532" sldId="534"/>
            <ac:picMk id="3" creationId="{B16B841D-BCAD-4125-800B-83BCB132ACD2}"/>
          </ac:picMkLst>
        </pc:picChg>
        <pc:picChg chg="del">
          <ac:chgData name="Oanh Le Thi Kim  (FE FPTU CT)" userId="33772939-cd87-45c1-be61-e0648bc25a53" providerId="ADAL" clId="{F938DBFF-A6FE-4BC8-A888-C9A1ADDAEDD3}" dt="2021-08-17T10:33:05.615" v="2030" actId="478"/>
          <ac:picMkLst>
            <pc:docMk/>
            <pc:sldMk cId="3773640532" sldId="534"/>
            <ac:picMk id="5" creationId="{320BC69A-290A-434E-B280-22E3625CF480}"/>
          </ac:picMkLst>
        </pc:picChg>
      </pc:sldChg>
      <pc:sldChg chg="addSp delSp modSp add mod">
        <pc:chgData name="Oanh Le Thi Kim  (FE FPTU CT)" userId="33772939-cd87-45c1-be61-e0648bc25a53" providerId="ADAL" clId="{F938DBFF-A6FE-4BC8-A888-C9A1ADDAEDD3}" dt="2021-08-17T10:34:50.847" v="2132" actId="14100"/>
        <pc:sldMkLst>
          <pc:docMk/>
          <pc:sldMk cId="1683737814" sldId="535"/>
        </pc:sldMkLst>
        <pc:spChg chg="mod">
          <ac:chgData name="Oanh Le Thi Kim  (FE FPTU CT)" userId="33772939-cd87-45c1-be61-e0648bc25a53" providerId="ADAL" clId="{F938DBFF-A6FE-4BC8-A888-C9A1ADDAEDD3}" dt="2021-08-17T10:34:50.847" v="2132" actId="14100"/>
          <ac:spMkLst>
            <pc:docMk/>
            <pc:sldMk cId="1683737814" sldId="535"/>
            <ac:spMk id="6" creationId="{35F1C559-6C50-4AB3-A509-99A3DC81336C}"/>
          </ac:spMkLst>
        </pc:spChg>
        <pc:picChg chg="del">
          <ac:chgData name="Oanh Le Thi Kim  (FE FPTU CT)" userId="33772939-cd87-45c1-be61-e0648bc25a53" providerId="ADAL" clId="{F938DBFF-A6FE-4BC8-A888-C9A1ADDAEDD3}" dt="2021-08-17T10:33:58.867" v="2093" actId="478"/>
          <ac:picMkLst>
            <pc:docMk/>
            <pc:sldMk cId="1683737814" sldId="535"/>
            <ac:picMk id="3" creationId="{B16B841D-BCAD-4125-800B-83BCB132ACD2}"/>
          </ac:picMkLst>
        </pc:picChg>
        <pc:picChg chg="add mod">
          <ac:chgData name="Oanh Le Thi Kim  (FE FPTU CT)" userId="33772939-cd87-45c1-be61-e0648bc25a53" providerId="ADAL" clId="{F938DBFF-A6FE-4BC8-A888-C9A1ADDAEDD3}" dt="2021-08-17T10:34:11.228" v="2100" actId="14100"/>
          <ac:picMkLst>
            <pc:docMk/>
            <pc:sldMk cId="1683737814" sldId="535"/>
            <ac:picMk id="5" creationId="{B71CF98B-02FD-476C-A4AF-652CD8C67F5C}"/>
          </ac:picMkLst>
        </pc:picChg>
      </pc:sldChg>
      <pc:sldChg chg="modSp add mod ord modNotesTx">
        <pc:chgData name="Oanh Le Thi Kim  (FE FPTU CT)" userId="33772939-cd87-45c1-be61-e0648bc25a53" providerId="ADAL" clId="{F938DBFF-A6FE-4BC8-A888-C9A1ADDAEDD3}" dt="2021-08-17T10:39:40.118" v="2330" actId="404"/>
        <pc:sldMkLst>
          <pc:docMk/>
          <pc:sldMk cId="2969731070" sldId="536"/>
        </pc:sldMkLst>
        <pc:spChg chg="mod">
          <ac:chgData name="Oanh Le Thi Kim  (FE FPTU CT)" userId="33772939-cd87-45c1-be61-e0648bc25a53" providerId="ADAL" clId="{F938DBFF-A6FE-4BC8-A888-C9A1ADDAEDD3}" dt="2021-08-17T10:35:12.927" v="2144" actId="20577"/>
          <ac:spMkLst>
            <pc:docMk/>
            <pc:sldMk cId="2969731070" sldId="536"/>
            <ac:spMk id="4" creationId="{9CB7EEE1-C007-45D6-9CB2-FB416E743C66}"/>
          </ac:spMkLst>
        </pc:spChg>
        <pc:spChg chg="mod">
          <ac:chgData name="Oanh Le Thi Kim  (FE FPTU CT)" userId="33772939-cd87-45c1-be61-e0648bc25a53" providerId="ADAL" clId="{F938DBFF-A6FE-4BC8-A888-C9A1ADDAEDD3}" dt="2021-08-17T10:39:40.118" v="2330" actId="404"/>
          <ac:spMkLst>
            <pc:docMk/>
            <pc:sldMk cId="2969731070" sldId="536"/>
            <ac:spMk id="6" creationId="{35F1C559-6C50-4AB3-A509-99A3DC81336C}"/>
          </ac:spMkLst>
        </pc:spChg>
      </pc:sldChg>
      <pc:sldChg chg="modSp add mod modNotesTx">
        <pc:chgData name="Oanh Le Thi Kim  (FE FPTU CT)" userId="33772939-cd87-45c1-be61-e0648bc25a53" providerId="ADAL" clId="{F938DBFF-A6FE-4BC8-A888-C9A1ADDAEDD3}" dt="2021-08-17T12:32:49.436" v="2523" actId="20577"/>
        <pc:sldMkLst>
          <pc:docMk/>
          <pc:sldMk cId="127064271" sldId="537"/>
        </pc:sldMkLst>
        <pc:spChg chg="mod">
          <ac:chgData name="Oanh Le Thi Kim  (FE FPTU CT)" userId="33772939-cd87-45c1-be61-e0648bc25a53" providerId="ADAL" clId="{F938DBFF-A6FE-4BC8-A888-C9A1ADDAEDD3}" dt="2021-08-17T12:31:50.734" v="2421" actId="14100"/>
          <ac:spMkLst>
            <pc:docMk/>
            <pc:sldMk cId="127064271" sldId="537"/>
            <ac:spMk id="6" creationId="{35F1C559-6C50-4AB3-A509-99A3DC81336C}"/>
          </ac:spMkLst>
        </pc:spChg>
      </pc:sldChg>
      <pc:sldChg chg="addSp modSp add mod">
        <pc:chgData name="Oanh Le Thi Kim  (FE FPTU CT)" userId="33772939-cd87-45c1-be61-e0648bc25a53" providerId="ADAL" clId="{F938DBFF-A6FE-4BC8-A888-C9A1ADDAEDD3}" dt="2021-08-17T12:36:30.261" v="2621" actId="14100"/>
        <pc:sldMkLst>
          <pc:docMk/>
          <pc:sldMk cId="2340207638" sldId="538"/>
        </pc:sldMkLst>
        <pc:spChg chg="mod">
          <ac:chgData name="Oanh Le Thi Kim  (FE FPTU CT)" userId="33772939-cd87-45c1-be61-e0648bc25a53" providerId="ADAL" clId="{F938DBFF-A6FE-4BC8-A888-C9A1ADDAEDD3}" dt="2021-08-17T12:36:30.261" v="2621" actId="14100"/>
          <ac:spMkLst>
            <pc:docMk/>
            <pc:sldMk cId="2340207638" sldId="538"/>
            <ac:spMk id="6" creationId="{35F1C559-6C50-4AB3-A509-99A3DC81336C}"/>
          </ac:spMkLst>
        </pc:spChg>
        <pc:picChg chg="add mod">
          <ac:chgData name="Oanh Le Thi Kim  (FE FPTU CT)" userId="33772939-cd87-45c1-be61-e0648bc25a53" providerId="ADAL" clId="{F938DBFF-A6FE-4BC8-A888-C9A1ADDAEDD3}" dt="2021-08-17T12:35:44.826" v="2618" actId="1076"/>
          <ac:picMkLst>
            <pc:docMk/>
            <pc:sldMk cId="2340207638" sldId="538"/>
            <ac:picMk id="3" creationId="{75346A10-8EB5-4C54-A4C8-2AE6884DD523}"/>
          </ac:picMkLst>
        </pc:picChg>
      </pc:sldChg>
      <pc:sldChg chg="addSp delSp modSp add mod">
        <pc:chgData name="Oanh Le Thi Kim  (FE FPTU CT)" userId="33772939-cd87-45c1-be61-e0648bc25a53" providerId="ADAL" clId="{F938DBFF-A6FE-4BC8-A888-C9A1ADDAEDD3}" dt="2021-08-17T12:39:27.431" v="2654" actId="207"/>
        <pc:sldMkLst>
          <pc:docMk/>
          <pc:sldMk cId="3422175122" sldId="539"/>
        </pc:sldMkLst>
        <pc:spChg chg="del">
          <ac:chgData name="Oanh Le Thi Kim  (FE FPTU CT)" userId="33772939-cd87-45c1-be61-e0648bc25a53" providerId="ADAL" clId="{F938DBFF-A6FE-4BC8-A888-C9A1ADDAEDD3}" dt="2021-08-17T12:38:20.705" v="2633" actId="478"/>
          <ac:spMkLst>
            <pc:docMk/>
            <pc:sldMk cId="3422175122" sldId="539"/>
            <ac:spMk id="12" creationId="{00000000-0000-0000-0000-000000000000}"/>
          </ac:spMkLst>
        </pc:spChg>
        <pc:grpChg chg="add mod">
          <ac:chgData name="Oanh Le Thi Kim  (FE FPTU CT)" userId="33772939-cd87-45c1-be61-e0648bc25a53" providerId="ADAL" clId="{F938DBFF-A6FE-4BC8-A888-C9A1ADDAEDD3}" dt="2021-08-17T12:39:27.431" v="2654" actId="207"/>
          <ac:grpSpMkLst>
            <pc:docMk/>
            <pc:sldMk cId="3422175122" sldId="539"/>
            <ac:grpSpMk id="2" creationId="{24A0AC59-381E-414F-A15A-5D3CBE1EE04C}"/>
          </ac:grpSpMkLst>
        </pc:grpChg>
        <pc:picChg chg="del">
          <ac:chgData name="Oanh Le Thi Kim  (FE FPTU CT)" userId="33772939-cd87-45c1-be61-e0648bc25a53" providerId="ADAL" clId="{F938DBFF-A6FE-4BC8-A888-C9A1ADDAEDD3}" dt="2021-08-17T12:38:22.992" v="2634" actId="478"/>
          <ac:picMkLst>
            <pc:docMk/>
            <pc:sldMk cId="3422175122" sldId="539"/>
            <ac:picMk id="8" creationId="{00000000-0000-0000-0000-000000000000}"/>
          </ac:picMkLst>
        </pc:picChg>
        <pc:picChg chg="mod">
          <ac:chgData name="Oanh Le Thi Kim  (FE FPTU CT)" userId="33772939-cd87-45c1-be61-e0648bc25a53" providerId="ADAL" clId="{F938DBFF-A6FE-4BC8-A888-C9A1ADDAEDD3}" dt="2021-08-17T12:39:23.571" v="2652" actId="14100"/>
          <ac:picMkLst>
            <pc:docMk/>
            <pc:sldMk cId="3422175122" sldId="539"/>
            <ac:picMk id="1026" creationId="{DD6E27C3-46BC-4149-92C8-F9B2F5382C45}"/>
          </ac:picMkLst>
        </pc:picChg>
        <pc:picChg chg="add del mod">
          <ac:chgData name="Oanh Le Thi Kim  (FE FPTU CT)" userId="33772939-cd87-45c1-be61-e0648bc25a53" providerId="ADAL" clId="{F938DBFF-A6FE-4BC8-A888-C9A1ADDAEDD3}" dt="2021-08-17T12:38:27.525" v="2637" actId="478"/>
          <ac:picMkLst>
            <pc:docMk/>
            <pc:sldMk cId="3422175122" sldId="539"/>
            <ac:picMk id="2050" creationId="{E73B94C0-632E-480B-848E-9E62F63B8C2E}"/>
          </ac:picMkLst>
        </pc:picChg>
        <pc:picChg chg="add mod">
          <ac:chgData name="Oanh Le Thi Kim  (FE FPTU CT)" userId="33772939-cd87-45c1-be61-e0648bc25a53" providerId="ADAL" clId="{F938DBFF-A6FE-4BC8-A888-C9A1ADDAEDD3}" dt="2021-08-17T12:39:23.571" v="2652" actId="14100"/>
          <ac:picMkLst>
            <pc:docMk/>
            <pc:sldMk cId="3422175122" sldId="539"/>
            <ac:picMk id="2052" creationId="{C1CE80A3-05E2-4C1B-86E0-56A72F3262C8}"/>
          </ac:picMkLst>
        </pc:picChg>
      </pc:sldChg>
      <pc:sldMasterChg chg="delSldLayout">
        <pc:chgData name="Oanh Le Thi Kim  (FE FPTU CT)" userId="33772939-cd87-45c1-be61-e0648bc25a53" providerId="ADAL" clId="{F938DBFF-A6FE-4BC8-A888-C9A1ADDAEDD3}" dt="2021-08-17T08:25:40.599" v="34" actId="47"/>
        <pc:sldMasterMkLst>
          <pc:docMk/>
          <pc:sldMasterMk cId="3024305187" sldId="2147483648"/>
        </pc:sldMasterMkLst>
        <pc:sldLayoutChg chg="del">
          <pc:chgData name="Oanh Le Thi Kim  (FE FPTU CT)" userId="33772939-cd87-45c1-be61-e0648bc25a53" providerId="ADAL" clId="{F938DBFF-A6FE-4BC8-A888-C9A1ADDAEDD3}" dt="2021-08-17T08:25:40.599" v="34" actId="47"/>
          <pc:sldLayoutMkLst>
            <pc:docMk/>
            <pc:sldMasterMk cId="3024305187" sldId="2147483648"/>
            <pc:sldLayoutMk cId="2497996458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4AC79-637E-4A71-B73B-6E806EDF51EE}" type="datetimeFigureOut">
              <a:rPr lang="en-US" smtClean="0"/>
              <a:t>8/21/2021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8D07D-93F7-416F-A73A-05ECF16F3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の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と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でーでーのーなら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28600" indent="-228600">
              <a:buAutoNum type="arabicPeriod"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と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30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１．する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２．かき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３．よめます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４．そつぎょうしたらー働こうと思っています。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139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889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21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１．を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２．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３．が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４．に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５．を・に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６．に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0884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１。かえるん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２．見た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３．したい・する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４．来ない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165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213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１</a:t>
            </a: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資料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２．ガス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３．ひきだし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４．かわり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５．あじ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1039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4565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1.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落ちそうです。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２．つけないことになっています。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３．間違えないようにしてください。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４．片づけしまいますから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636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１．に・を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２</a:t>
            </a:r>
            <a:r>
              <a:rPr lang="ja-JP" altLang="en-US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．を・に</a:t>
            </a:r>
            <a:endParaRPr lang="en-US" altLang="ja-JP" b="0" i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３．に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４．と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５．のに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471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1.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休んだら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２．有名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３．注文した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４．入れて・入れないで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828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8519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7646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１．海外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２．減る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３．下がる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４．輸入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6650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1.</a:t>
            </a: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来たがっています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２．作らない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３．遊んで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４．読んでいました。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ja-JP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５．少なくなった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7512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889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D50962-45C3-9D43-BB35-6672E8E81D2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673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C7FB-2231-4C26-BB4A-5BA9894A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18C77-A614-417B-BFC7-CBA53A8B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71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6F45-CA2A-4988-873F-0116AC84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943610" cy="8147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25123F-A5C6-452C-853C-53235A48CA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80619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EA6298-9743-48B8-A25C-863BFFCB91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30065" y="1946275"/>
            <a:ext cx="4542810" cy="30976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0BCD-32CE-47F3-8315-2473B8A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059B-2D6C-42DF-8074-E72342B29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09A9-74C6-4023-9D79-7A19C630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8/21/2021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CFD5-90D6-432F-982A-0746127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442-C7AE-48C1-A3E8-4B6127CD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EE63-C26E-421A-9CD1-766899CB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8466-D14C-4196-A871-13A00CE1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2D23-2217-473F-B4F1-927F290E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8/21/2021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24888-79E9-4FC9-982B-6C9DB386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7D11-5F5D-4098-A402-1EEE154A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8151-881E-45F1-B5A1-3486E147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466A-EF98-4CBB-A36A-A5D67930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B4661-4C1D-4729-97C4-09C1E14E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4AE64-DDF8-4823-8895-A51D0024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8/21/2021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16DA-647E-4533-AC1E-34BAB737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3EB35-FFDF-424A-9F11-1EA3BD2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358B-1377-48AB-832D-43003170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A7963-751E-45AC-8609-D56E81E2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B208A-D174-4295-B7E2-24EE8E954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17FF0-5F6E-4193-B326-0659B6B06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28880-116C-42E4-AC92-D5BB5A644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204A1-F53A-4EE0-9CDA-CC556A2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8/21/2021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C743E-65FF-4520-BEFB-283E61A8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48EE8-1196-4741-B910-F79F488C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9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4CBB-8EA5-4786-9A6E-6AD78DC2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D110-F6DD-48CB-B86A-DCD389BF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8/21/2021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96B01-C666-4C99-B6D5-0312A7D6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2530F-F05A-4103-ACA3-8524E395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74ECB-40C6-4E27-B12A-76765E06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8/21/2021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8A493-46CF-4B48-9829-0B9348D9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4916-4042-4D8E-892A-914EFC5C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9A22-F9BC-46DC-AEE7-154C4212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601E-00A8-49B9-A830-4F65C30C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4117-F189-49C1-B50B-A6E6F7D45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DE5D-3801-4B6B-BB4E-8C13D3FA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8/21/2021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F431-0B70-4957-8502-1C9D5ED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A9ED5-091C-47EC-A349-9DDCAFB0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6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73A-8FCB-4D17-8EAD-FFC347B8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F3061-C6B3-46FD-9AA6-647F375FF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56BAD-90B9-4DDC-9323-CE6E7CA3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BCEDF-9268-40D0-8BD3-2F66ED59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8/21/2021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78D75-586A-435B-AEB3-3B663B05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3D7D3-8D4E-4C0C-93BA-6805456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6861-86FD-46D3-8C4A-BD8F8739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C41C9-0E4E-4630-AD3A-F9C011124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9CB1-9562-4BE1-B3DF-73F80ED0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8/21/2021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8E2C-7661-4D7C-84B6-9613A55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37A5-7C23-45ED-A420-AFC1BDEB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1C5C-90C6-4213-9929-35460CC0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DB24-352A-43EE-BF2B-4B92429C6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6E31F-E745-417D-96CF-F813DB4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8/21/2021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D048-BFA9-4C3F-8E7F-5A04C249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8832-E1F7-428C-9C5E-4EDA77C0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22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D6F93-6FDF-4426-9952-14A26626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CDEE-2564-4A48-A6AE-B4267AB9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B168-9AF9-46D3-A943-488DA535D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A48F5-4720-4E72-9BE0-60A65680E518}" type="datetimeFigureOut">
              <a:rPr lang="en-US" smtClean="0"/>
              <a:t>8/21/2021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7723-1DC3-4BA8-87A4-36C9907B3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9CAE-CE0B-4F9B-AFE8-36EF8BF3D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93BCF8-1575-47FE-83D7-E49D0283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063" y="2105526"/>
            <a:ext cx="10407316" cy="2869531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vi-VN" altLang="ja-JP" sz="5400" b="1" dirty="0">
                <a:solidFill>
                  <a:srgbClr val="A11D2B"/>
                </a:solidFill>
              </a:rPr>
              <a:t>JPD216&amp;JPD226 </a:t>
            </a:r>
            <a:br>
              <a:rPr lang="vi-VN" altLang="ja-JP" sz="5400" b="1" dirty="0">
                <a:solidFill>
                  <a:srgbClr val="A11D2B"/>
                </a:solidFill>
              </a:rPr>
            </a:br>
            <a:r>
              <a:rPr lang="ja-JP" altLang="en-US" sz="5400" b="1" dirty="0">
                <a:solidFill>
                  <a:srgbClr val="A11D2B"/>
                </a:solidFill>
              </a:rPr>
              <a:t>復習しましょう</a:t>
            </a:r>
            <a:endParaRPr lang="en-US" sz="5400" b="1" dirty="0">
              <a:solidFill>
                <a:srgbClr val="A11D2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F1E5F-AE49-4BFB-A904-4DB64475F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362" y="476281"/>
            <a:ext cx="9141810" cy="9675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1E5289-BD00-44A2-8AE5-3D1611FA477F}"/>
              </a:ext>
            </a:extLst>
          </p:cNvPr>
          <p:cNvSpPr txBox="1"/>
          <p:nvPr/>
        </p:nvSpPr>
        <p:spPr>
          <a:xfrm>
            <a:off x="636536" y="6208295"/>
            <a:ext cx="1721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>
                <a:highlight>
                  <a:srgbClr val="FFFF00"/>
                </a:highlight>
              </a:rPr>
              <a:t>OanhLTK18</a:t>
            </a:r>
            <a:endParaRPr 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0903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192506"/>
            <a:ext cx="10943610" cy="80611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１課～３課 確認テスト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F1C559-6C50-4AB3-A509-99A3DC813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299411"/>
            <a:ext cx="10943610" cy="536608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2400" dirty="0"/>
              <a:t>① 将 来（</a:t>
            </a:r>
            <a:r>
              <a:rPr lang="vi-VN" altLang="ja-JP" sz="2400" dirty="0"/>
              <a:t>   </a:t>
            </a:r>
            <a:r>
              <a:rPr lang="ja-JP" altLang="en-US" sz="2400" dirty="0"/>
              <a:t> ）ために、毎 月 貯金しています。 </a:t>
            </a:r>
            <a:endParaRPr lang="vi-VN" altLang="ja-JP" sz="2400" dirty="0"/>
          </a:p>
          <a:p>
            <a:endParaRPr lang="vi-VN" altLang="ja-JP" sz="2400" dirty="0"/>
          </a:p>
          <a:p>
            <a:pPr marL="0" indent="0">
              <a:buNone/>
            </a:pPr>
            <a:r>
              <a:rPr lang="ja-JP" altLang="en-US" sz="2400" dirty="0"/>
              <a:t>② Ａ：Ｂさん、この漢字 は何 （</a:t>
            </a:r>
            <a:r>
              <a:rPr lang="vi-VN" altLang="ja-JP" sz="2400" dirty="0"/>
              <a:t>  </a:t>
            </a:r>
            <a:r>
              <a:rPr lang="ja-JP" altLang="en-US" sz="2400" dirty="0"/>
              <a:t> ）読 よ みますか。</a:t>
            </a:r>
            <a:endParaRPr lang="vi-VN" altLang="ja-JP" sz="2400" dirty="0"/>
          </a:p>
          <a:p>
            <a:pPr marL="0" indent="0">
              <a:buNone/>
            </a:pPr>
            <a:r>
              <a:rPr lang="vi-VN" altLang="ja-JP" sz="2400" dirty="0"/>
              <a:t>    </a:t>
            </a:r>
            <a:r>
              <a:rPr lang="ja-JP" altLang="en-US" sz="2400" dirty="0"/>
              <a:t> Ｂ：「さいしん」と読みます。</a:t>
            </a:r>
            <a:endParaRPr lang="vi-VN" altLang="ja-JP" sz="2400" dirty="0"/>
          </a:p>
          <a:p>
            <a:endParaRPr lang="vi-VN" altLang="ja-JP" sz="2400" dirty="0"/>
          </a:p>
          <a:p>
            <a:pPr marL="0" indent="0">
              <a:buNone/>
            </a:pPr>
            <a:r>
              <a:rPr lang="ja-JP" altLang="en-US" sz="2400" dirty="0"/>
              <a:t> ③ Ａ：Ｂさんは </a:t>
            </a:r>
            <a:r>
              <a:rPr lang="en-US" altLang="ja-JP" sz="2400" dirty="0"/>
              <a:t>1 </a:t>
            </a:r>
            <a:r>
              <a:rPr lang="ja-JP" altLang="en-US" sz="2400" dirty="0"/>
              <a:t>人（ </a:t>
            </a:r>
            <a:r>
              <a:rPr lang="vi-VN" altLang="ja-JP" sz="2400" dirty="0"/>
              <a:t> </a:t>
            </a:r>
            <a:r>
              <a:rPr lang="ja-JP" altLang="en-US" sz="2400" dirty="0"/>
              <a:t>）住 んでいますか。 </a:t>
            </a:r>
            <a:endParaRPr lang="vi-VN" altLang="ja-JP" sz="2400" dirty="0"/>
          </a:p>
          <a:p>
            <a:pPr marL="0" indent="0">
              <a:buNone/>
            </a:pPr>
            <a:r>
              <a:rPr lang="vi-VN" altLang="ja-JP" sz="2400" dirty="0"/>
              <a:t>     </a:t>
            </a:r>
            <a:r>
              <a:rPr lang="ja-JP" altLang="en-US" sz="2400" dirty="0"/>
              <a:t>Ｂ：はい。 </a:t>
            </a:r>
            <a:endParaRPr lang="vi-VN" altLang="ja-JP" sz="2400" dirty="0"/>
          </a:p>
          <a:p>
            <a:pPr marL="0" indent="0">
              <a:buNone/>
            </a:pPr>
            <a:r>
              <a:rPr lang="vi-VN" altLang="ja-JP" sz="2400" dirty="0"/>
              <a:t>     </a:t>
            </a:r>
            <a:r>
              <a:rPr lang="ja-JP" altLang="en-US" sz="2400" dirty="0"/>
              <a:t>Ａ：それは大変 ですね。食事 は自分 </a:t>
            </a:r>
            <a:r>
              <a:rPr lang="vi-VN" altLang="ja-JP" sz="2400" dirty="0"/>
              <a:t>(   </a:t>
            </a:r>
            <a:r>
              <a:rPr lang="ja-JP" altLang="en-US" sz="2400" dirty="0"/>
              <a:t> ）作 っていますか。 </a:t>
            </a:r>
            <a:endParaRPr lang="vi-VN" altLang="ja-JP" sz="2400" dirty="0"/>
          </a:p>
          <a:p>
            <a:pPr marL="0" indent="0">
              <a:buNone/>
            </a:pPr>
            <a:r>
              <a:rPr lang="vi-VN" altLang="ja-JP" sz="2400" dirty="0"/>
              <a:t>     </a:t>
            </a:r>
            <a:r>
              <a:rPr lang="ja-JP" altLang="en-US" sz="2400" dirty="0"/>
              <a:t>Ｂ：はい、私は 料  理を作 る（ ）が苦 手なので、大 変です。 でも、今、簡 単な 料  理（ </a:t>
            </a:r>
            <a:r>
              <a:rPr lang="vi-VN" altLang="ja-JP" sz="2400" dirty="0"/>
              <a:t> </a:t>
            </a:r>
            <a:r>
              <a:rPr lang="ja-JP" altLang="en-US" sz="2400" dirty="0"/>
              <a:t>）（</a:t>
            </a:r>
            <a:r>
              <a:rPr lang="vi-VN" altLang="ja-JP" sz="2400" dirty="0"/>
              <a:t> </a:t>
            </a:r>
            <a:r>
              <a:rPr lang="ja-JP" altLang="en-US" sz="2400" dirty="0"/>
              <a:t> ）作 れるようになりました。</a:t>
            </a:r>
            <a:endParaRPr lang="vi-VN" altLang="ja-JP" sz="2400" dirty="0"/>
          </a:p>
          <a:p>
            <a:endParaRPr lang="vi-VN" altLang="ja-JP" sz="2400" dirty="0"/>
          </a:p>
          <a:p>
            <a:pPr marL="0" indent="0">
              <a:buNone/>
            </a:pPr>
            <a:r>
              <a:rPr lang="ja-JP" altLang="en-US" sz="2400" dirty="0"/>
              <a:t> ④ はじめまして、こんにちは。ジョン（</a:t>
            </a:r>
            <a:r>
              <a:rPr lang="vi-VN" altLang="ja-JP" sz="2400" dirty="0"/>
              <a:t>   </a:t>
            </a:r>
            <a:r>
              <a:rPr lang="ja-JP" altLang="en-US" sz="2400" dirty="0"/>
              <a:t> ）申 します。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50038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192506"/>
            <a:ext cx="10943610" cy="80611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>
                <a:solidFill>
                  <a:srgbClr val="A11D2B"/>
                </a:solidFill>
              </a:rPr>
              <a:t>１課</a:t>
            </a:r>
            <a:r>
              <a:rPr lang="ja-JP" altLang="en-US" sz="4000" b="1" dirty="0">
                <a:solidFill>
                  <a:srgbClr val="A11D2B"/>
                </a:solidFill>
              </a:rPr>
              <a:t>～３課 確認テスト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F1C559-6C50-4AB3-A509-99A3DC813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299411"/>
            <a:ext cx="10943610" cy="536608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2400" b="1" dirty="0">
                <a:solidFill>
                  <a:srgbClr val="FF0000"/>
                </a:solidFill>
              </a:rPr>
              <a:t>（ ）の中  を正 しい 形  に変 て書いてください。</a:t>
            </a:r>
            <a:endParaRPr lang="vi-VN" altLang="ja-JP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vi-VN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ja-JP" altLang="en-US" sz="2400" dirty="0"/>
              <a:t>① 友達とご飯 を食べたりお酒 を飲んだり（します→</a:t>
            </a:r>
            <a:r>
              <a:rPr lang="vi-VN" altLang="ja-JP" sz="2400" dirty="0"/>
              <a:t>_________</a:t>
            </a:r>
            <a:r>
              <a:rPr lang="ja-JP" altLang="en-US" sz="2400" dirty="0"/>
              <a:t> ）のはたの しいです。</a:t>
            </a:r>
            <a:endParaRPr lang="vi-VN" altLang="ja-JP" sz="2400" dirty="0"/>
          </a:p>
          <a:p>
            <a:pPr marL="0" indent="0">
              <a:buNone/>
            </a:pPr>
            <a:r>
              <a:rPr lang="ja-JP" altLang="en-US" sz="2400" dirty="0"/>
              <a:t> ② このペンは持つところがやわらかくて、（書 きます→ </a:t>
            </a:r>
            <a:r>
              <a:rPr lang="vi-VN" altLang="ja-JP" sz="2400" dirty="0"/>
              <a:t>______</a:t>
            </a:r>
            <a:r>
              <a:rPr lang="ja-JP" altLang="en-US" sz="2400" dirty="0"/>
              <a:t>）やすいです。</a:t>
            </a:r>
            <a:endParaRPr lang="vi-VN" altLang="ja-JP" sz="2400" dirty="0"/>
          </a:p>
          <a:p>
            <a:pPr marL="0" indent="0">
              <a:buNone/>
            </a:pPr>
            <a:endParaRPr lang="vi-VN" altLang="ja-JP" sz="2400" dirty="0"/>
          </a:p>
          <a:p>
            <a:pPr marL="0" indent="0">
              <a:buNone/>
            </a:pPr>
            <a:r>
              <a:rPr lang="ja-JP" altLang="en-US" sz="2400" dirty="0"/>
              <a:t> ③Ａ：Ｂさんは漢 字が（読 みます→</a:t>
            </a:r>
            <a:r>
              <a:rPr lang="vi-VN" altLang="ja-JP" sz="2400" dirty="0"/>
              <a:t>_________</a:t>
            </a:r>
            <a:r>
              <a:rPr lang="ja-JP" altLang="en-US" sz="2400" dirty="0"/>
              <a:t> ）か。</a:t>
            </a:r>
            <a:endParaRPr lang="vi-VN" altLang="ja-JP" sz="2400" dirty="0"/>
          </a:p>
          <a:p>
            <a:pPr marL="0" indent="0">
              <a:buNone/>
            </a:pPr>
            <a:r>
              <a:rPr lang="vi-VN" altLang="ja-JP" sz="2400" dirty="0"/>
              <a:t>    </a:t>
            </a:r>
            <a:r>
              <a:rPr lang="ja-JP" altLang="en-US" sz="2400" dirty="0"/>
              <a:t> Ｂ：はい、だいたい大 丈 夫 です。 </a:t>
            </a:r>
            <a:endParaRPr lang="vi-VN" altLang="ja-JP" sz="2400" dirty="0"/>
          </a:p>
          <a:p>
            <a:pPr marL="0" indent="0">
              <a:buNone/>
            </a:pPr>
            <a:endParaRPr lang="vi-VN" altLang="ja-JP" sz="2400" dirty="0"/>
          </a:p>
          <a:p>
            <a:pPr marL="0" indent="0">
              <a:buNone/>
            </a:pPr>
            <a:r>
              <a:rPr lang="ja-JP" altLang="en-US" sz="2400" dirty="0"/>
              <a:t> ④</a:t>
            </a:r>
            <a:r>
              <a:rPr lang="vi-VN" altLang="ja-JP" sz="2400" dirty="0"/>
              <a:t> </a:t>
            </a:r>
            <a:r>
              <a:rPr lang="ja-JP" altLang="en-US" sz="2400" dirty="0"/>
              <a:t>Ａ：大学を（卒 業 します→ </a:t>
            </a:r>
            <a:r>
              <a:rPr lang="vi-VN" altLang="ja-JP" sz="2400" dirty="0"/>
              <a:t>___________</a:t>
            </a:r>
            <a:r>
              <a:rPr lang="ja-JP" altLang="en-US" sz="2400" dirty="0"/>
              <a:t>）ら、どうしますか。</a:t>
            </a:r>
            <a:endParaRPr lang="vi-VN" altLang="ja-JP" sz="2400" dirty="0"/>
          </a:p>
          <a:p>
            <a:pPr marL="0" indent="0">
              <a:buNone/>
            </a:pPr>
            <a:r>
              <a:rPr lang="ja-JP" altLang="en-US" sz="2400" dirty="0"/>
              <a:t> </a:t>
            </a:r>
            <a:r>
              <a:rPr lang="vi-VN" altLang="ja-JP" sz="2400" dirty="0"/>
              <a:t>    </a:t>
            </a:r>
            <a:r>
              <a:rPr lang="ja-JP" altLang="en-US" sz="2400" dirty="0"/>
              <a:t>Ｂ：日本で（ 働きます→</a:t>
            </a:r>
            <a:r>
              <a:rPr lang="vi-VN" altLang="ja-JP" sz="2400" dirty="0"/>
              <a:t>___________</a:t>
            </a:r>
            <a:r>
              <a:rPr lang="ja-JP" altLang="en-US" sz="2400" dirty="0"/>
              <a:t>）と思っています。 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328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192506"/>
            <a:ext cx="10943610" cy="80611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>
                <a:solidFill>
                  <a:srgbClr val="A11D2B"/>
                </a:solidFill>
              </a:rPr>
              <a:t>１課</a:t>
            </a:r>
            <a:r>
              <a:rPr lang="ja-JP" altLang="en-US" sz="4000" b="1" dirty="0">
                <a:solidFill>
                  <a:srgbClr val="A11D2B"/>
                </a:solidFill>
              </a:rPr>
              <a:t>～３課 確認テスト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F1C559-6C50-4AB3-A509-99A3DC813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720517"/>
            <a:ext cx="5466735" cy="4403557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2400" b="1" dirty="0">
                <a:solidFill>
                  <a:srgbClr val="FF0000"/>
                </a:solidFill>
              </a:rPr>
              <a:t>絵 を見 て、</a:t>
            </a:r>
            <a:r>
              <a:rPr lang="vi-VN" altLang="ja-JP" sz="2400" b="1" dirty="0">
                <a:solidFill>
                  <a:srgbClr val="FF0000"/>
                </a:solidFill>
              </a:rPr>
              <a:t>_______</a:t>
            </a:r>
            <a:r>
              <a:rPr lang="ja-JP" altLang="en-US" sz="2400" b="1" dirty="0">
                <a:solidFill>
                  <a:srgbClr val="FF0000"/>
                </a:solidFill>
              </a:rPr>
              <a:t> に文  を完成してください。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ja-JP" altLang="en-US" sz="2400" dirty="0"/>
              <a:t>Ａ： ＿＿＿＿＿＿＿＿＿＿＿＿＿＿＿。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Ｂ：アルバイト希望 の方 ですね。 少 々おまちください。</a:t>
            </a:r>
            <a:endParaRPr lang="en-US" sz="2800" b="1" dirty="0">
              <a:solidFill>
                <a:srgbClr val="FF0000"/>
              </a:solidFill>
            </a:endParaRPr>
          </a:p>
        </p:txBody>
      </p:sp>
      <p:pic>
        <p:nvPicPr>
          <p:cNvPr id="3" name="Picture 2" descr="A picture containing diagram&#10;&#10;Description automatically generated">
            <a:extLst>
              <a:ext uri="{FF2B5EF4-FFF2-40B4-BE49-F238E27FC236}">
                <a16:creationId xmlns:a16="http://schemas.microsoft.com/office/drawing/2014/main" id="{27A2628E-19E8-4BFC-8FFC-1300C9344B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896" y="1720517"/>
            <a:ext cx="4757222" cy="417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496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192506"/>
            <a:ext cx="10943610" cy="80611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>
                <a:solidFill>
                  <a:srgbClr val="A11D2B"/>
                </a:solidFill>
              </a:rPr>
              <a:t>１課</a:t>
            </a:r>
            <a:r>
              <a:rPr lang="ja-JP" altLang="en-US" sz="4000" b="1" dirty="0">
                <a:solidFill>
                  <a:srgbClr val="A11D2B"/>
                </a:solidFill>
              </a:rPr>
              <a:t>～３課 確認テスト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F1C559-6C50-4AB3-A509-99A3DC813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720517"/>
            <a:ext cx="6649840" cy="4559967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2400" b="1" dirty="0">
                <a:solidFill>
                  <a:srgbClr val="FF0000"/>
                </a:solidFill>
              </a:rPr>
              <a:t>絵 を見 て、</a:t>
            </a:r>
            <a:r>
              <a:rPr lang="vi-VN" altLang="ja-JP" sz="2400" b="1" dirty="0">
                <a:solidFill>
                  <a:srgbClr val="FF0000"/>
                </a:solidFill>
              </a:rPr>
              <a:t>_______</a:t>
            </a:r>
            <a:r>
              <a:rPr lang="ja-JP" altLang="en-US" sz="2400" b="1" dirty="0">
                <a:solidFill>
                  <a:srgbClr val="FF0000"/>
                </a:solidFill>
              </a:rPr>
              <a:t> に文  を完成してください。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ja-JP" altLang="en-US" sz="2400" dirty="0"/>
              <a:t>Ａ：Ｂさん、日本の生活 にはもう慣 れましたか。 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Ｂ：はい、少 し慣 れました。日本へ来たときは ＿＿＿＿＿＿＿＿＿＿。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＿＿＿＿＿＿＿＿＿＿。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Ａ：そうですか。それはよかったです。</a:t>
            </a:r>
            <a:endParaRPr lang="en-US" sz="3200" b="1" dirty="0">
              <a:solidFill>
                <a:srgbClr val="FF0000"/>
              </a:solidFill>
            </a:endParaRPr>
          </a:p>
        </p:txBody>
      </p:sp>
      <p:pic>
        <p:nvPicPr>
          <p:cNvPr id="5" name="Picture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320BC69A-290A-434E-B280-22E3625CF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6512" y="2141623"/>
            <a:ext cx="4318500" cy="401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621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192506"/>
            <a:ext cx="10943610" cy="80611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vi-VN" altLang="ja-JP" sz="4000" b="1" dirty="0">
                <a:solidFill>
                  <a:srgbClr val="A11D2B"/>
                </a:solidFill>
              </a:rPr>
              <a:t>4</a:t>
            </a:r>
            <a:r>
              <a:rPr lang="ja-JP" altLang="en-US" sz="4000" b="1" dirty="0">
                <a:solidFill>
                  <a:srgbClr val="A11D2B"/>
                </a:solidFill>
              </a:rPr>
              <a:t>課～</a:t>
            </a:r>
            <a:r>
              <a:rPr lang="vi-VN" altLang="ja-JP" sz="4000" b="1" dirty="0">
                <a:solidFill>
                  <a:srgbClr val="A11D2B"/>
                </a:solidFill>
              </a:rPr>
              <a:t>6</a:t>
            </a:r>
            <a:r>
              <a:rPr lang="ja-JP" altLang="en-US" sz="4000" b="1" dirty="0">
                <a:solidFill>
                  <a:srgbClr val="A11D2B"/>
                </a:solidFill>
              </a:rPr>
              <a:t>課 確認テスト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F1C559-6C50-4AB3-A509-99A3DC813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195" y="1106905"/>
            <a:ext cx="10943610" cy="5534525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2400" dirty="0"/>
              <a:t>① うちに財 布 （</a:t>
            </a:r>
            <a:r>
              <a:rPr lang="vi-VN" altLang="ja-JP" sz="2400" dirty="0"/>
              <a:t>  </a:t>
            </a:r>
            <a:r>
              <a:rPr lang="ja-JP" altLang="en-US" sz="2400" dirty="0"/>
              <a:t> ）忘 れました。</a:t>
            </a:r>
            <a:endParaRPr lang="vi-VN" altLang="ja-JP" sz="2400" dirty="0"/>
          </a:p>
          <a:p>
            <a:pPr marL="0" indent="0">
              <a:buNone/>
            </a:pPr>
            <a:endParaRPr lang="vi-VN" altLang="ja-JP" dirty="0"/>
          </a:p>
          <a:p>
            <a:pPr marL="0" indent="0">
              <a:buNone/>
            </a:pPr>
            <a:r>
              <a:rPr lang="ja-JP" altLang="en-US" sz="2000" dirty="0"/>
              <a:t> </a:t>
            </a:r>
            <a:r>
              <a:rPr lang="ja-JP" altLang="en-US" sz="2400" dirty="0"/>
              <a:t>②横浜（ ）（ ）行き方  がわかりません。</a:t>
            </a:r>
            <a:endParaRPr lang="vi-VN" altLang="ja-JP" sz="2400" dirty="0"/>
          </a:p>
          <a:p>
            <a:pPr marL="0" indent="0">
              <a:buNone/>
            </a:pPr>
            <a:endParaRPr lang="vi-VN" altLang="ja-JP" sz="2400" dirty="0"/>
          </a:p>
          <a:p>
            <a:pPr marL="0" indent="0">
              <a:buNone/>
            </a:pPr>
            <a:r>
              <a:rPr lang="ja-JP" altLang="en-US" sz="2400" dirty="0"/>
              <a:t> ③Ａ：どうしましたか。 </a:t>
            </a:r>
            <a:endParaRPr lang="vi-VN" altLang="ja-JP" sz="2400" dirty="0"/>
          </a:p>
          <a:p>
            <a:pPr marL="0" indent="0">
              <a:buNone/>
            </a:pPr>
            <a:r>
              <a:rPr lang="vi-VN" altLang="ja-JP" sz="2400" dirty="0"/>
              <a:t>    </a:t>
            </a:r>
            <a:r>
              <a:rPr lang="ja-JP" altLang="en-US" sz="2400" dirty="0"/>
              <a:t>Ｂ：自 転 車  （ </a:t>
            </a:r>
            <a:r>
              <a:rPr lang="vi-VN" altLang="ja-JP" sz="2400" dirty="0"/>
              <a:t> </a:t>
            </a:r>
            <a:r>
              <a:rPr lang="ja-JP" altLang="en-US" sz="2400" dirty="0"/>
              <a:t>）なくなってしまったんです。</a:t>
            </a:r>
            <a:endParaRPr lang="vi-VN" altLang="ja-JP" sz="2400" dirty="0"/>
          </a:p>
          <a:p>
            <a:pPr marL="0" indent="0">
              <a:buNone/>
            </a:pPr>
            <a:endParaRPr lang="vi-VN" altLang="ja-JP" sz="2400" dirty="0"/>
          </a:p>
          <a:p>
            <a:pPr marL="0" indent="0">
              <a:buNone/>
            </a:pPr>
            <a:r>
              <a:rPr lang="ja-JP" altLang="en-US" sz="2400" dirty="0"/>
              <a:t> ④ ＡＢＣホテル（ ）泊 まるつもりです。</a:t>
            </a:r>
            <a:endParaRPr lang="vi-VN" altLang="ja-JP" sz="2400" dirty="0"/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en-US" sz="2000" dirty="0"/>
              <a:t>⑤</a:t>
            </a:r>
            <a:r>
              <a:rPr lang="ja-JP" altLang="en-US" sz="2400" dirty="0"/>
              <a:t>あの角 （ ）右 （ ）曲 がってください。 </a:t>
            </a:r>
            <a:endParaRPr lang="vi-VN" altLang="ja-JP" sz="2400" dirty="0"/>
          </a:p>
          <a:p>
            <a:pPr marL="0" indent="0">
              <a:buNone/>
            </a:pPr>
            <a:endParaRPr lang="vi-VN" altLang="ja-JP" sz="2400" dirty="0"/>
          </a:p>
          <a:p>
            <a:pPr marL="0" indent="0">
              <a:buNone/>
            </a:pPr>
            <a:r>
              <a:rPr lang="en-US" sz="2000" dirty="0"/>
              <a:t>⑥ </a:t>
            </a:r>
            <a:r>
              <a:rPr lang="ja-JP" altLang="en-US" sz="2400" dirty="0"/>
              <a:t> ここ（ ）名前 と住 所 を書いてください。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98256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192506"/>
            <a:ext cx="10943610" cy="80611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000" b="1" dirty="0">
                <a:solidFill>
                  <a:srgbClr val="A11D2B"/>
                </a:solidFill>
              </a:rPr>
              <a:t>４課～６課 確認テスト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F1C559-6C50-4AB3-A509-99A3DC813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299411"/>
            <a:ext cx="10943610" cy="5366083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2400" b="1" dirty="0">
                <a:solidFill>
                  <a:srgbClr val="FF0000"/>
                </a:solidFill>
              </a:rPr>
              <a:t>（ ）の中  を正 しい 形  に変 て書いてください。</a:t>
            </a:r>
            <a:endParaRPr lang="vi-VN" altLang="ja-JP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ja-JP" altLang="en-US" sz="2800" dirty="0"/>
              <a:t>① </a:t>
            </a:r>
            <a:r>
              <a:rPr lang="ja-JP" altLang="en-US" sz="2400" dirty="0"/>
              <a:t>Ａ： あれ？もう帰 るんですか。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　 Ｂ：いいえ、</a:t>
            </a:r>
            <a:r>
              <a:rPr lang="en-US" altLang="ja-JP" sz="2400" dirty="0"/>
              <a:t>(</a:t>
            </a:r>
            <a:r>
              <a:rPr lang="ja-JP" altLang="en-US" sz="2400" dirty="0"/>
              <a:t>かえります→ ＿＿＿＿</a:t>
            </a:r>
            <a:r>
              <a:rPr lang="en-US" altLang="ja-JP" sz="2400" dirty="0"/>
              <a:t>)</a:t>
            </a:r>
            <a:r>
              <a:rPr lang="ja-JP" altLang="en-US" sz="2400" dirty="0"/>
              <a:t>じゃなくて、コンビニへ行ってきます。 </a:t>
            </a:r>
            <a:endParaRPr lang="vi-VN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② </a:t>
            </a:r>
            <a:r>
              <a:rPr lang="ja-JP" altLang="en-US" sz="2400" dirty="0"/>
              <a:t>映画を（見ます→＿＿＿＿＿＿＿ ）あとで、 食 事 をしました。 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800" dirty="0"/>
              <a:t> ③</a:t>
            </a:r>
            <a:r>
              <a:rPr lang="ja-JP" altLang="en-US" sz="2400" dirty="0"/>
              <a:t>Ａ：サッカーを</a:t>
            </a:r>
            <a:r>
              <a:rPr lang="en-US" altLang="ja-JP" sz="2400" dirty="0"/>
              <a:t>(</a:t>
            </a:r>
            <a:r>
              <a:rPr lang="ja-JP" altLang="en-US" sz="2400" dirty="0"/>
              <a:t>したいです→＿＿＿＿ </a:t>
            </a:r>
            <a:r>
              <a:rPr lang="en-US" altLang="ja-JP" sz="2400" dirty="0"/>
              <a:t>)</a:t>
            </a:r>
            <a:r>
              <a:rPr lang="ja-JP" altLang="en-US" sz="2400" dirty="0"/>
              <a:t>んですが、どこかいいところを 知</a:t>
            </a:r>
            <a:r>
              <a:rPr lang="en-US" altLang="ja-JP" sz="2400" dirty="0"/>
              <a:t>	</a:t>
            </a:r>
            <a:r>
              <a:rPr lang="ja-JP" altLang="en-US" sz="2400" dirty="0"/>
              <a:t>りませんか。 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　　Ｂ：サッカーを</a:t>
            </a:r>
            <a:r>
              <a:rPr lang="en-US" altLang="ja-JP" sz="2400" dirty="0"/>
              <a:t>(</a:t>
            </a:r>
            <a:r>
              <a:rPr lang="ja-JP" altLang="en-US" sz="2400" dirty="0"/>
              <a:t>します→＿＿＿＿＿ </a:t>
            </a:r>
            <a:r>
              <a:rPr lang="en-US" altLang="ja-JP" sz="2400" dirty="0"/>
              <a:t>)</a:t>
            </a:r>
            <a:r>
              <a:rPr lang="ja-JP" altLang="en-US" sz="2400" dirty="0"/>
              <a:t>なら、中 野 公 園  がいいですよ。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800" dirty="0"/>
              <a:t> ④</a:t>
            </a:r>
            <a:r>
              <a:rPr lang="vi-VN" altLang="ja-JP" sz="2800" dirty="0"/>
              <a:t> </a:t>
            </a:r>
            <a:r>
              <a:rPr lang="ja-JP" altLang="en-US" sz="2400" dirty="0"/>
              <a:t>先生：あれ？ケンさんは？ 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　　学生：ケンさんは風邪です。今日は（来ません→＿＿＿ ）かもしれません。 </a:t>
            </a:r>
            <a:endParaRPr 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435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192506"/>
            <a:ext cx="10943610" cy="80611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vi-VN" altLang="ja-JP" sz="4000" b="1" dirty="0">
                <a:solidFill>
                  <a:srgbClr val="A11D2B"/>
                </a:solidFill>
              </a:rPr>
              <a:t>4</a:t>
            </a:r>
            <a:r>
              <a:rPr lang="ja-JP" altLang="en-US" sz="4000" b="1" dirty="0">
                <a:solidFill>
                  <a:srgbClr val="A11D2B"/>
                </a:solidFill>
              </a:rPr>
              <a:t>課～</a:t>
            </a:r>
            <a:r>
              <a:rPr lang="vi-VN" altLang="ja-JP" sz="4000" b="1" dirty="0">
                <a:solidFill>
                  <a:srgbClr val="A11D2B"/>
                </a:solidFill>
              </a:rPr>
              <a:t>6</a:t>
            </a:r>
            <a:r>
              <a:rPr lang="ja-JP" altLang="en-US" sz="4000" b="1" dirty="0">
                <a:solidFill>
                  <a:srgbClr val="A11D2B"/>
                </a:solidFill>
              </a:rPr>
              <a:t>課 確認テスト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F1C559-6C50-4AB3-A509-99A3DC813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576137"/>
            <a:ext cx="5466735" cy="4704347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2400" b="1" dirty="0">
                <a:solidFill>
                  <a:srgbClr val="FF0000"/>
                </a:solidFill>
              </a:rPr>
              <a:t>絵 を見 て、</a:t>
            </a:r>
            <a:r>
              <a:rPr lang="vi-VN" altLang="ja-JP" sz="2400" b="1" dirty="0">
                <a:solidFill>
                  <a:srgbClr val="FF0000"/>
                </a:solidFill>
              </a:rPr>
              <a:t>_______</a:t>
            </a:r>
            <a:r>
              <a:rPr lang="ja-JP" altLang="en-US" sz="2400" b="1" dirty="0">
                <a:solidFill>
                  <a:srgbClr val="FF0000"/>
                </a:solidFill>
              </a:rPr>
              <a:t> に文  を完成してください。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vi-VN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ja-JP" altLang="en-US" sz="2400" dirty="0"/>
              <a:t>Ａ ：今 、銀行 の前にいるんですが、 ここから サカイ電気 まで どうやって行ったらいいですか。</a:t>
            </a:r>
            <a:endParaRPr lang="vi-VN" altLang="ja-JP" sz="2400" dirty="0"/>
          </a:p>
          <a:p>
            <a:pPr marL="0" indent="0">
              <a:buNone/>
            </a:pPr>
            <a:endParaRPr lang="vi-VN" altLang="ja-JP" sz="2400" dirty="0"/>
          </a:p>
          <a:p>
            <a:pPr marL="0" indent="0">
              <a:buNone/>
            </a:pPr>
            <a:r>
              <a:rPr lang="ja-JP" altLang="en-US" sz="2400" dirty="0"/>
              <a:t> Ｂ ：サカイ電器</a:t>
            </a:r>
            <a:r>
              <a:rPr lang="en-US" altLang="ja-JP" sz="2400" dirty="0"/>
              <a:t>…… </a:t>
            </a:r>
            <a:r>
              <a:rPr lang="ja-JP" altLang="en-US" sz="2400" dirty="0"/>
              <a:t>えっと、銀行 の前 の道  を花屋まで行ってください。 花屋 の前を少し行くと</a:t>
            </a:r>
            <a:r>
              <a:rPr lang="vi-VN" altLang="ja-JP" sz="2400" dirty="0"/>
              <a:t>_____________</a:t>
            </a:r>
            <a:r>
              <a:rPr lang="ja-JP" altLang="en-US" sz="2400" dirty="0"/>
              <a:t> </a:t>
            </a:r>
            <a:r>
              <a:rPr lang="ja-JP" altLang="en-US" sz="2000" dirty="0"/>
              <a:t>。 </a:t>
            </a:r>
            <a:endParaRPr lang="en-US" sz="2400" b="1" dirty="0">
              <a:solidFill>
                <a:srgbClr val="FF0000"/>
              </a:solidFill>
            </a:endParaRPr>
          </a:p>
        </p:txBody>
      </p:sp>
      <p:pic>
        <p:nvPicPr>
          <p:cNvPr id="3" name="Picture 2" descr="Text, whiteboard&#10;&#10;Description automatically generated">
            <a:extLst>
              <a:ext uri="{FF2B5EF4-FFF2-40B4-BE49-F238E27FC236}">
                <a16:creationId xmlns:a16="http://schemas.microsoft.com/office/drawing/2014/main" id="{8D3430E6-EA27-473F-AEBB-FFBEB1DB48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759" y="1419892"/>
            <a:ext cx="4881145" cy="4777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368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192506"/>
            <a:ext cx="10943610" cy="80611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vi-VN" altLang="ja-JP" sz="4000" b="1" dirty="0">
                <a:solidFill>
                  <a:srgbClr val="A11D2B"/>
                </a:solidFill>
              </a:rPr>
              <a:t>7</a:t>
            </a:r>
            <a:r>
              <a:rPr lang="ja-JP" altLang="en-US" sz="4000" b="1" dirty="0">
                <a:solidFill>
                  <a:srgbClr val="A11D2B"/>
                </a:solidFill>
              </a:rPr>
              <a:t>課～</a:t>
            </a:r>
            <a:r>
              <a:rPr lang="vi-VN" altLang="ja-JP" sz="4000" b="1" dirty="0">
                <a:solidFill>
                  <a:srgbClr val="A11D2B"/>
                </a:solidFill>
              </a:rPr>
              <a:t>9</a:t>
            </a:r>
            <a:r>
              <a:rPr lang="ja-JP" altLang="en-US" sz="4000" b="1" dirty="0">
                <a:solidFill>
                  <a:srgbClr val="A11D2B"/>
                </a:solidFill>
              </a:rPr>
              <a:t>課 確認テスト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F1C559-6C50-4AB3-A509-99A3DC813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4" y="1130970"/>
            <a:ext cx="10812767" cy="5137483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2400" dirty="0"/>
              <a:t>① 会議に必 要 な（ </a:t>
            </a:r>
            <a:r>
              <a:rPr lang="vi-VN" altLang="ja-JP" sz="2400" dirty="0"/>
              <a:t>   </a:t>
            </a:r>
            <a:r>
              <a:rPr lang="ja-JP" altLang="en-US" sz="2400" dirty="0"/>
              <a:t>）をコピーしておきます。</a:t>
            </a:r>
            <a:endParaRPr lang="vi-VN" altLang="ja-JP" sz="2400" dirty="0"/>
          </a:p>
          <a:p>
            <a:pPr marL="0" indent="0">
              <a:buNone/>
            </a:pPr>
            <a:r>
              <a:rPr lang="ja-JP" altLang="en-US" sz="2400" dirty="0"/>
              <a:t> </a:t>
            </a:r>
            <a:endParaRPr lang="vi-VN" altLang="ja-JP" sz="2400" dirty="0"/>
          </a:p>
          <a:p>
            <a:pPr marL="0" indent="0">
              <a:buNone/>
            </a:pPr>
            <a:r>
              <a:rPr lang="ja-JP" altLang="en-US" sz="2400" dirty="0"/>
              <a:t>② 今月の電 気、水 道 、（ </a:t>
            </a:r>
            <a:r>
              <a:rPr lang="vi-VN" altLang="ja-JP" sz="2400" dirty="0"/>
              <a:t>  </a:t>
            </a:r>
            <a:r>
              <a:rPr lang="ja-JP" altLang="en-US" sz="2400" dirty="0"/>
              <a:t>）の 料 金 は全部 で </a:t>
            </a:r>
            <a:r>
              <a:rPr lang="en-US" altLang="ja-JP" sz="2400" dirty="0"/>
              <a:t>8000 </a:t>
            </a:r>
            <a:r>
              <a:rPr lang="ja-JP" altLang="en-US" sz="2400" dirty="0"/>
              <a:t>円でした。</a:t>
            </a:r>
            <a:endParaRPr lang="vi-VN" altLang="ja-JP" sz="2400" dirty="0"/>
          </a:p>
          <a:p>
            <a:pPr marL="0" indent="0">
              <a:buNone/>
            </a:pPr>
            <a:endParaRPr lang="vi-VN" altLang="ja-JP" sz="2400" dirty="0"/>
          </a:p>
          <a:p>
            <a:pPr marL="0" indent="0">
              <a:buNone/>
            </a:pPr>
            <a:r>
              <a:rPr lang="ja-JP" altLang="en-US" sz="2400" dirty="0"/>
              <a:t> ③ 大切な書類は（　 ）に入れておきます。</a:t>
            </a:r>
            <a:endParaRPr lang="vi-VN" altLang="ja-JP" sz="2400" dirty="0"/>
          </a:p>
          <a:p>
            <a:pPr marL="0" indent="0">
              <a:buNone/>
            </a:pPr>
            <a:endParaRPr lang="vi-VN" altLang="ja-JP" sz="2400" dirty="0"/>
          </a:p>
          <a:p>
            <a:pPr marL="0" indent="0">
              <a:buNone/>
            </a:pPr>
            <a:r>
              <a:rPr lang="ja-JP" altLang="en-US" sz="2400" dirty="0"/>
              <a:t> ④ Ａ ：店長、すみません。来週のシフトを変えてもらうことができますか。 </a:t>
            </a:r>
            <a:endParaRPr lang="vi-VN" altLang="ja-JP" sz="2400" dirty="0"/>
          </a:p>
          <a:p>
            <a:pPr marL="0" indent="0">
              <a:buNone/>
            </a:pPr>
            <a:r>
              <a:rPr lang="vi-VN" altLang="ja-JP" sz="2400" dirty="0"/>
              <a:t>   </a:t>
            </a:r>
            <a:r>
              <a:rPr lang="ja-JP" altLang="en-US" sz="2400" dirty="0"/>
              <a:t>店長：（　 ）のスタッフがいれば、できますよ。</a:t>
            </a:r>
            <a:endParaRPr lang="vi-VN" altLang="ja-JP" sz="2400" dirty="0"/>
          </a:p>
          <a:p>
            <a:pPr marL="0" indent="0">
              <a:buNone/>
            </a:pPr>
            <a:endParaRPr lang="vi-VN" altLang="ja-JP" sz="2400" dirty="0"/>
          </a:p>
          <a:p>
            <a:pPr marL="0" indent="0">
              <a:buNone/>
            </a:pPr>
            <a:r>
              <a:rPr lang="ja-JP" altLang="en-US" sz="2400" dirty="0"/>
              <a:t> ⑤ 最 後に塩 を入れて、（ </a:t>
            </a:r>
            <a:r>
              <a:rPr lang="vi-VN" altLang="ja-JP" sz="2400" dirty="0"/>
              <a:t>  </a:t>
            </a:r>
            <a:r>
              <a:rPr lang="ja-JP" altLang="en-US" sz="2400" dirty="0"/>
              <a:t>）をつけます。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78938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192506"/>
            <a:ext cx="10943610" cy="80611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vi-VN" altLang="ja-JP" sz="4000" b="1" dirty="0">
                <a:solidFill>
                  <a:srgbClr val="A11D2B"/>
                </a:solidFill>
              </a:rPr>
              <a:t>7</a:t>
            </a:r>
            <a:r>
              <a:rPr lang="ja-JP" altLang="en-US" sz="4000" b="1" dirty="0">
                <a:solidFill>
                  <a:srgbClr val="A11D2B"/>
                </a:solidFill>
              </a:rPr>
              <a:t>課～</a:t>
            </a:r>
            <a:r>
              <a:rPr lang="vi-VN" altLang="ja-JP" sz="4000" b="1" dirty="0">
                <a:solidFill>
                  <a:srgbClr val="A11D2B"/>
                </a:solidFill>
              </a:rPr>
              <a:t>9</a:t>
            </a:r>
            <a:r>
              <a:rPr lang="ja-JP" altLang="en-US" sz="4000" b="1" dirty="0">
                <a:solidFill>
                  <a:srgbClr val="A11D2B"/>
                </a:solidFill>
              </a:rPr>
              <a:t>課 確認テスト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F1C559-6C50-4AB3-A509-99A3DC813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5958" y="1130970"/>
            <a:ext cx="10826917" cy="5534524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rgbClr val="FF0000"/>
                </a:solidFill>
              </a:rPr>
              <a:t>どちらが正しいですか。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ja-JP" altLang="en-US" sz="2400" dirty="0"/>
              <a:t>① みんなに</a:t>
            </a:r>
            <a:r>
              <a:rPr lang="en-US" altLang="ja-JP" sz="2400" b="1" dirty="0"/>
              <a:t>[ </a:t>
            </a:r>
            <a:r>
              <a:rPr lang="ja-JP" altLang="en-US" sz="2400" b="1" dirty="0"/>
              <a:t>聞く ・ 聞こえる </a:t>
            </a:r>
            <a:r>
              <a:rPr lang="en-US" altLang="ja-JP" sz="2400" b="1" dirty="0"/>
              <a:t>]</a:t>
            </a:r>
            <a:r>
              <a:rPr lang="ja-JP" altLang="en-US" sz="2400" dirty="0"/>
              <a:t>ように大きい声 で話してください。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 ② 客  ：トイレはどこですか。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　 店 員 ：トイレはこちらを</a:t>
            </a:r>
            <a:r>
              <a:rPr lang="ja-JP" altLang="en-US" sz="2400" b="1" dirty="0"/>
              <a:t>［ ご利 用 ・ お利 用 ］</a:t>
            </a:r>
            <a:r>
              <a:rPr lang="ja-JP" altLang="en-US" sz="2400" dirty="0"/>
              <a:t>ください。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 ③ わからないことがあったら、すぐ誰 かに</a:t>
            </a:r>
            <a:r>
              <a:rPr lang="en-US" altLang="ja-JP" sz="2400" b="1" dirty="0"/>
              <a:t>[ </a:t>
            </a:r>
            <a:r>
              <a:rPr lang="ja-JP" altLang="en-US" sz="2400" b="1" dirty="0"/>
              <a:t>聞く ・ 聞こえる </a:t>
            </a:r>
            <a:r>
              <a:rPr lang="en-US" altLang="ja-JP" sz="2400" b="1" dirty="0"/>
              <a:t>]</a:t>
            </a:r>
            <a:r>
              <a:rPr lang="ja-JP" altLang="en-US" sz="2400" dirty="0"/>
              <a:t>ようにしてください。 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④ 髪 の毛が料理に</a:t>
            </a:r>
            <a:r>
              <a:rPr lang="en-US" altLang="ja-JP" sz="2400" b="1" dirty="0"/>
              <a:t>[ </a:t>
            </a:r>
            <a:r>
              <a:rPr lang="ja-JP" altLang="en-US" sz="2400" b="1" dirty="0"/>
              <a:t>入らない ・ 入れない </a:t>
            </a:r>
            <a:r>
              <a:rPr lang="en-US" altLang="ja-JP" sz="2400" dirty="0"/>
              <a:t>]</a:t>
            </a:r>
            <a:r>
              <a:rPr lang="ja-JP" altLang="en-US" sz="2400" dirty="0"/>
              <a:t>ように帽 子をかぶります。 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⑤ Ａ：冷 蔵 庫からビールを</a:t>
            </a:r>
            <a:r>
              <a:rPr lang="en-US" altLang="ja-JP" sz="2400" b="1" dirty="0"/>
              <a:t>[ </a:t>
            </a:r>
            <a:r>
              <a:rPr lang="ja-JP" altLang="en-US" sz="2400" b="1" dirty="0"/>
              <a:t>出 て ・ 出して </a:t>
            </a:r>
            <a:r>
              <a:rPr lang="en-US" altLang="ja-JP" sz="2400" dirty="0"/>
              <a:t>]</a:t>
            </a:r>
            <a:r>
              <a:rPr lang="ja-JP" altLang="en-US" sz="2400" dirty="0"/>
              <a:t>おきましょうか。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　 Ｂ：まだ</a:t>
            </a:r>
            <a:r>
              <a:rPr lang="vi-VN" altLang="ja-JP" sz="2400" dirty="0"/>
              <a:t>.</a:t>
            </a:r>
            <a:r>
              <a:rPr lang="en-US" altLang="ja-JP" sz="2400" b="1" dirty="0"/>
              <a:t>[ </a:t>
            </a:r>
            <a:r>
              <a:rPr lang="ja-JP" altLang="en-US" sz="2400" b="1" dirty="0"/>
              <a:t>入って ・ 入 れて </a:t>
            </a:r>
            <a:r>
              <a:rPr lang="en-US" altLang="ja-JP" sz="2400" dirty="0"/>
              <a:t>]</a:t>
            </a:r>
            <a:r>
              <a:rPr lang="ja-JP" altLang="en-US" sz="2400" dirty="0"/>
              <a:t>おいてください。 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FE5D7D-B69C-4B27-8B7F-077EB2C729B7}"/>
              </a:ext>
            </a:extLst>
          </p:cNvPr>
          <p:cNvSpPr txBox="1"/>
          <p:nvPr/>
        </p:nvSpPr>
        <p:spPr>
          <a:xfrm flipH="1">
            <a:off x="2610852" y="1383631"/>
            <a:ext cx="433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dirty="0">
                <a:solidFill>
                  <a:srgbClr val="FF0000"/>
                </a:solidFill>
                <a:highlight>
                  <a:srgbClr val="FFFF00"/>
                </a:highlight>
              </a:rPr>
              <a:t>x</a:t>
            </a:r>
            <a:endParaRPr lang="en-US" sz="36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235DF4-0592-48F3-A453-EB960E938059}"/>
              </a:ext>
            </a:extLst>
          </p:cNvPr>
          <p:cNvSpPr txBox="1"/>
          <p:nvPr/>
        </p:nvSpPr>
        <p:spPr>
          <a:xfrm flipH="1">
            <a:off x="6930189" y="2782669"/>
            <a:ext cx="433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dirty="0">
                <a:solidFill>
                  <a:srgbClr val="FF0000"/>
                </a:solidFill>
                <a:highlight>
                  <a:srgbClr val="FFFF00"/>
                </a:highlight>
              </a:rPr>
              <a:t>x</a:t>
            </a:r>
            <a:endParaRPr lang="en-US" sz="36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EE137A-33E0-4A09-88AD-3BCC6AECEBE7}"/>
              </a:ext>
            </a:extLst>
          </p:cNvPr>
          <p:cNvSpPr txBox="1"/>
          <p:nvPr/>
        </p:nvSpPr>
        <p:spPr>
          <a:xfrm flipH="1">
            <a:off x="8626642" y="3769258"/>
            <a:ext cx="433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dirty="0">
                <a:solidFill>
                  <a:srgbClr val="FF0000"/>
                </a:solidFill>
                <a:highlight>
                  <a:srgbClr val="FFFF00"/>
                </a:highlight>
              </a:rPr>
              <a:t>x</a:t>
            </a:r>
            <a:endParaRPr lang="en-US" sz="36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339CE1-0AE5-4ACE-805C-8877D7DDB6A9}"/>
              </a:ext>
            </a:extLst>
          </p:cNvPr>
          <p:cNvSpPr txBox="1"/>
          <p:nvPr/>
        </p:nvSpPr>
        <p:spPr>
          <a:xfrm flipH="1">
            <a:off x="5510463" y="4439653"/>
            <a:ext cx="433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dirty="0">
                <a:solidFill>
                  <a:srgbClr val="FF0000"/>
                </a:solidFill>
                <a:highlight>
                  <a:srgbClr val="FFFF00"/>
                </a:highlight>
              </a:rPr>
              <a:t>x</a:t>
            </a:r>
            <a:endParaRPr lang="en-US" sz="36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3EB9F4-6D7C-4CE8-91A3-8F9641A5913A}"/>
              </a:ext>
            </a:extLst>
          </p:cNvPr>
          <p:cNvSpPr txBox="1"/>
          <p:nvPr/>
        </p:nvSpPr>
        <p:spPr>
          <a:xfrm flipH="1">
            <a:off x="2827420" y="5907505"/>
            <a:ext cx="433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dirty="0">
                <a:solidFill>
                  <a:srgbClr val="FF0000"/>
                </a:solidFill>
                <a:highlight>
                  <a:srgbClr val="FFFF00"/>
                </a:highlight>
              </a:rPr>
              <a:t>x</a:t>
            </a:r>
            <a:endParaRPr lang="en-US" sz="36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68FD78-96B2-41FD-80E5-9FCA3B5EB692}"/>
              </a:ext>
            </a:extLst>
          </p:cNvPr>
          <p:cNvSpPr txBox="1"/>
          <p:nvPr/>
        </p:nvSpPr>
        <p:spPr>
          <a:xfrm flipH="1">
            <a:off x="4932947" y="5403864"/>
            <a:ext cx="433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dirty="0">
                <a:solidFill>
                  <a:srgbClr val="FF0000"/>
                </a:solidFill>
                <a:highlight>
                  <a:srgbClr val="FFFF00"/>
                </a:highlight>
              </a:rPr>
              <a:t>x</a:t>
            </a:r>
            <a:endParaRPr lang="en-US" sz="36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25856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7" grpId="0"/>
      <p:bldP spid="8" grpId="0"/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192506"/>
            <a:ext cx="10943610" cy="80611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vi-VN" altLang="ja-JP" sz="4000" b="1" dirty="0">
                <a:solidFill>
                  <a:srgbClr val="A11D2B"/>
                </a:solidFill>
              </a:rPr>
              <a:t>7</a:t>
            </a:r>
            <a:r>
              <a:rPr lang="ja-JP" altLang="en-US" sz="4000" b="1" dirty="0">
                <a:solidFill>
                  <a:srgbClr val="A11D2B"/>
                </a:solidFill>
              </a:rPr>
              <a:t>課～</a:t>
            </a:r>
            <a:r>
              <a:rPr lang="vi-VN" altLang="ja-JP" sz="4000" b="1" dirty="0">
                <a:solidFill>
                  <a:srgbClr val="A11D2B"/>
                </a:solidFill>
              </a:rPr>
              <a:t>9</a:t>
            </a:r>
            <a:r>
              <a:rPr lang="ja-JP" altLang="en-US" sz="4000" b="1" dirty="0">
                <a:solidFill>
                  <a:srgbClr val="A11D2B"/>
                </a:solidFill>
              </a:rPr>
              <a:t>課 確認テスト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F1C559-6C50-4AB3-A509-99A3DC813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130970"/>
            <a:ext cx="10812766" cy="5378114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vi-VN" altLang="ja-JP" sz="2400" dirty="0"/>
          </a:p>
          <a:p>
            <a:pPr marL="0" indent="0">
              <a:buNone/>
            </a:pPr>
            <a:r>
              <a:rPr lang="ja-JP" altLang="en-US" sz="2800" dirty="0"/>
              <a:t>① あ！あぶない！ お皿 が 落 ちます⇒ 。</a:t>
            </a:r>
            <a:r>
              <a:rPr lang="vi-VN" altLang="ja-JP" sz="2800" dirty="0"/>
              <a:t>____________</a:t>
            </a:r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 ② この店 ではアクセサリーを つけてはいけません⇒ 。</a:t>
            </a:r>
            <a:r>
              <a:rPr lang="vi-VN" altLang="ja-JP" sz="2800" dirty="0"/>
              <a:t>__________</a:t>
            </a:r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 ③ お 客 様におつりを渡た すとき、 まちがえません⇒ 。</a:t>
            </a:r>
            <a:r>
              <a:rPr lang="vi-VN" altLang="ja-JP" sz="2800" dirty="0"/>
              <a:t>____________</a:t>
            </a:r>
          </a:p>
          <a:p>
            <a:pPr marL="0" indent="0">
              <a:buNone/>
            </a:pPr>
            <a:endParaRPr lang="vi-VN" altLang="ja-JP" sz="2800" dirty="0"/>
          </a:p>
          <a:p>
            <a:pPr marL="0" indent="0">
              <a:buNone/>
            </a:pPr>
            <a:r>
              <a:rPr lang="ja-JP" altLang="en-US" sz="2800" dirty="0"/>
              <a:t> ④ Ａ：昼ご飯 を食べませんか。 </a:t>
            </a:r>
            <a:endParaRPr lang="vi-VN" altLang="ja-JP" sz="2800" dirty="0"/>
          </a:p>
          <a:p>
            <a:pPr marL="0" indent="0">
              <a:buNone/>
            </a:pPr>
            <a:r>
              <a:rPr lang="vi-VN" altLang="ja-JP" sz="2800" dirty="0"/>
              <a:t>     </a:t>
            </a:r>
            <a:r>
              <a:rPr lang="ja-JP" altLang="en-US" sz="2800" dirty="0"/>
              <a:t>Ｂ：あ、 片付 けます⇒ </a:t>
            </a:r>
            <a:r>
              <a:rPr lang="vi-VN" altLang="ja-JP" sz="2800" dirty="0"/>
              <a:t>____________</a:t>
            </a:r>
            <a:r>
              <a:rPr lang="ja-JP" altLang="en-US" sz="2800" dirty="0"/>
              <a:t>、お先にどうぞ</a:t>
            </a:r>
            <a:r>
              <a:rPr lang="vi-VN" altLang="ja-JP" sz="2800" dirty="0"/>
              <a:t>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962886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192506"/>
            <a:ext cx="10943610" cy="80611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en-US" altLang="ja-JP" sz="4000" b="1" dirty="0">
                <a:solidFill>
                  <a:srgbClr val="A11D2B"/>
                </a:solidFill>
              </a:rPr>
              <a:t>10</a:t>
            </a:r>
            <a:r>
              <a:rPr lang="ja-JP" altLang="en-US" sz="4000" b="1" dirty="0">
                <a:solidFill>
                  <a:srgbClr val="A11D2B"/>
                </a:solidFill>
              </a:rPr>
              <a:t>課～</a:t>
            </a:r>
            <a:r>
              <a:rPr lang="en-US" altLang="ja-JP" sz="4000" b="1" dirty="0">
                <a:solidFill>
                  <a:srgbClr val="A11D2B"/>
                </a:solidFill>
              </a:rPr>
              <a:t>12</a:t>
            </a:r>
            <a:r>
              <a:rPr lang="ja-JP" altLang="en-US" sz="4000" b="1" dirty="0">
                <a:solidFill>
                  <a:srgbClr val="A11D2B"/>
                </a:solidFill>
              </a:rPr>
              <a:t>課 確認テスト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F1C559-6C50-4AB3-A509-99A3DC813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5957" y="1287380"/>
            <a:ext cx="10826917" cy="4848725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2400" dirty="0"/>
              <a:t>１</a:t>
            </a:r>
            <a:r>
              <a:rPr lang="vi-VN" altLang="ja-JP" sz="2400" dirty="0"/>
              <a:t>.</a:t>
            </a:r>
            <a:r>
              <a:rPr lang="ja-JP" altLang="en-US" sz="2400" dirty="0"/>
              <a:t> 空港 でどろぼう （ 　）パスポート（　 ）とられて、こま りました。 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２</a:t>
            </a:r>
            <a:r>
              <a:rPr lang="vi-VN" altLang="ja-JP" sz="2400" dirty="0"/>
              <a:t>.</a:t>
            </a:r>
            <a:r>
              <a:rPr lang="ja-JP" altLang="en-US" sz="2400" dirty="0"/>
              <a:t> 私は友達</a:t>
            </a:r>
            <a:r>
              <a:rPr lang="en-US" altLang="ja-JP" sz="2400" dirty="0"/>
              <a:t>(</a:t>
            </a:r>
            <a:r>
              <a:rPr lang="ja-JP" altLang="en-US" sz="2400" dirty="0"/>
              <a:t>　　</a:t>
            </a:r>
            <a:r>
              <a:rPr lang="en-US" altLang="ja-JP" sz="2400" dirty="0"/>
              <a:t> )</a:t>
            </a:r>
            <a:r>
              <a:rPr lang="ja-JP" altLang="en-US" sz="2400" dirty="0"/>
              <a:t>パーティー（ 　　）招 待 しました。 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３</a:t>
            </a:r>
            <a:r>
              <a:rPr lang="vi-VN" altLang="ja-JP" sz="2400" dirty="0"/>
              <a:t>.</a:t>
            </a:r>
            <a:r>
              <a:rPr lang="ja-JP" altLang="en-US" sz="2400" dirty="0"/>
              <a:t> このかばんは大きくて、旅行　</a:t>
            </a:r>
            <a:r>
              <a:rPr lang="en-US" altLang="ja-JP" sz="2400" dirty="0"/>
              <a:t>( </a:t>
            </a:r>
            <a:r>
              <a:rPr lang="ja-JP" altLang="en-US" sz="2400" dirty="0"/>
              <a:t>　　</a:t>
            </a:r>
            <a:r>
              <a:rPr lang="en-US" altLang="ja-JP" sz="2400" dirty="0"/>
              <a:t>)</a:t>
            </a:r>
            <a:r>
              <a:rPr lang="ja-JP" altLang="en-US" sz="2400" dirty="0"/>
              <a:t>ちょうどいいです。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 ４ </a:t>
            </a:r>
            <a:r>
              <a:rPr lang="vi-VN" altLang="ja-JP" sz="2400" dirty="0"/>
              <a:t>.</a:t>
            </a:r>
            <a:r>
              <a:rPr lang="ja-JP" altLang="en-US" sz="2400" dirty="0"/>
              <a:t>ワンさんは今日、学校を休む（ ）言っていましたよ。 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５</a:t>
            </a:r>
            <a:r>
              <a:rPr lang="vi-VN" altLang="ja-JP" sz="2400" dirty="0"/>
              <a:t>.</a:t>
            </a:r>
            <a:r>
              <a:rPr lang="ja-JP" altLang="en-US" sz="2400" dirty="0"/>
              <a:t> このマッサージ機 は足をマッサージする</a:t>
            </a:r>
            <a:r>
              <a:rPr lang="en-US" altLang="ja-JP" sz="2400" dirty="0"/>
              <a:t>( </a:t>
            </a:r>
            <a:r>
              <a:rPr lang="ja-JP" altLang="en-US" sz="2400" dirty="0"/>
              <a:t>　　</a:t>
            </a:r>
            <a:r>
              <a:rPr lang="en-US" altLang="ja-JP" sz="2400" dirty="0"/>
              <a:t>)(</a:t>
            </a:r>
            <a:r>
              <a:rPr lang="ja-JP" altLang="en-US" sz="2400" dirty="0"/>
              <a:t>　　</a:t>
            </a:r>
            <a:r>
              <a:rPr lang="en-US" altLang="ja-JP" sz="2400" dirty="0"/>
              <a:t> )</a:t>
            </a:r>
            <a:r>
              <a:rPr lang="ja-JP" altLang="en-US" sz="2400" dirty="0"/>
              <a:t>使います。 </a:t>
            </a:r>
            <a:endParaRPr lang="en-US" altLang="ja-JP" sz="2400" dirty="0"/>
          </a:p>
          <a:p>
            <a:pPr marL="0" indent="0">
              <a:buNone/>
            </a:pPr>
            <a:endParaRPr lang="vi-VN" altLang="ja-JP" sz="2400" dirty="0"/>
          </a:p>
        </p:txBody>
      </p:sp>
    </p:spTree>
    <p:extLst>
      <p:ext uri="{BB962C8B-B14F-4D97-AF65-F5344CB8AC3E}">
        <p14:creationId xmlns:p14="http://schemas.microsoft.com/office/powerpoint/2010/main" val="702191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192506"/>
            <a:ext cx="10943610" cy="80611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en-US" altLang="ja-JP" sz="4000" b="1" dirty="0">
                <a:solidFill>
                  <a:srgbClr val="A11D2B"/>
                </a:solidFill>
              </a:rPr>
              <a:t>10</a:t>
            </a:r>
            <a:r>
              <a:rPr lang="ja-JP" altLang="en-US" sz="4000" b="1" dirty="0">
                <a:solidFill>
                  <a:srgbClr val="A11D2B"/>
                </a:solidFill>
              </a:rPr>
              <a:t>課～</a:t>
            </a:r>
            <a:r>
              <a:rPr lang="en-US" altLang="ja-JP" sz="4000" b="1" dirty="0">
                <a:solidFill>
                  <a:srgbClr val="A11D2B"/>
                </a:solidFill>
              </a:rPr>
              <a:t>12</a:t>
            </a:r>
            <a:r>
              <a:rPr lang="ja-JP" altLang="en-US" sz="4000" b="1" dirty="0">
                <a:solidFill>
                  <a:srgbClr val="A11D2B"/>
                </a:solidFill>
              </a:rPr>
              <a:t>課 確認テスト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F1C559-6C50-4AB3-A509-99A3DC813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130970"/>
            <a:ext cx="10812766" cy="4969041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ja-JP" altLang="en-US" sz="2400" dirty="0"/>
              <a:t>Ａ：うーん、頭が痛い。 </a:t>
            </a:r>
            <a:endParaRPr lang="vi-VN" altLang="ja-JP" sz="2400" dirty="0"/>
          </a:p>
          <a:p>
            <a:pPr marL="0" indent="0">
              <a:buNone/>
            </a:pPr>
            <a:r>
              <a:rPr lang="vi-VN" altLang="ja-JP" sz="2400" dirty="0"/>
              <a:t>      </a:t>
            </a:r>
            <a:r>
              <a:rPr lang="ja-JP" altLang="en-US" sz="2400" dirty="0"/>
              <a:t>Ｂ：大丈夫？ 薬 を飲んで、ゆっくり（休みます→</a:t>
            </a:r>
            <a:r>
              <a:rPr lang="vi-VN" altLang="ja-JP" sz="2400" dirty="0"/>
              <a:t>________</a:t>
            </a:r>
            <a:r>
              <a:rPr lang="ja-JP" altLang="en-US" sz="2400" dirty="0"/>
              <a:t>）ら、どう？</a:t>
            </a:r>
            <a:endParaRPr lang="vi-VN" altLang="ja-JP" sz="2400" dirty="0"/>
          </a:p>
          <a:p>
            <a:pPr marL="0" indent="0">
              <a:buNone/>
            </a:pPr>
            <a:endParaRPr lang="vi-VN" altLang="ja-JP" sz="2400" dirty="0"/>
          </a:p>
          <a:p>
            <a:pPr marL="457200" indent="-457200">
              <a:buAutoNum type="arabicPeriod" startAt="2"/>
            </a:pPr>
            <a:r>
              <a:rPr lang="ja-JP" altLang="en-US" sz="2400" dirty="0"/>
              <a:t>ここのレストランは（有名です→ </a:t>
            </a:r>
            <a:r>
              <a:rPr lang="vi-VN" altLang="ja-JP" sz="2400" dirty="0"/>
              <a:t>_________</a:t>
            </a:r>
            <a:r>
              <a:rPr lang="ja-JP" altLang="en-US" sz="2400" dirty="0"/>
              <a:t>）らしいですよ。</a:t>
            </a:r>
            <a:endParaRPr lang="vi-VN" altLang="ja-JP" sz="2400" dirty="0"/>
          </a:p>
          <a:p>
            <a:pPr marL="457200" indent="-457200">
              <a:buAutoNum type="arabicPeriod" startAt="2"/>
            </a:pPr>
            <a:endParaRPr lang="vi-VN" altLang="ja-JP" sz="2400" dirty="0"/>
          </a:p>
          <a:p>
            <a:pPr marL="514350" indent="-514350">
              <a:buAutoNum type="arabicPeriod" startAt="2"/>
            </a:pPr>
            <a:r>
              <a:rPr lang="ja-JP" altLang="en-US" sz="2400" dirty="0"/>
              <a:t>うどんを（注 文 します→</a:t>
            </a:r>
            <a:r>
              <a:rPr lang="vi-VN" altLang="ja-JP" sz="2400" dirty="0"/>
              <a:t>____________</a:t>
            </a:r>
            <a:r>
              <a:rPr lang="ja-JP" altLang="en-US" sz="2400" dirty="0"/>
              <a:t> ）のに、そばが来ました。</a:t>
            </a:r>
            <a:endParaRPr lang="vi-VN" altLang="ja-JP" sz="2400" dirty="0"/>
          </a:p>
          <a:p>
            <a:pPr marL="514350" indent="-514350">
              <a:buAutoNum type="arabicPeriod" startAt="2"/>
            </a:pPr>
            <a:endParaRPr lang="vi-VN" altLang="ja-JP" sz="2400" dirty="0"/>
          </a:p>
          <a:p>
            <a:pPr marL="514350" indent="-514350">
              <a:buAutoNum type="arabicPeriod" startAt="2"/>
            </a:pPr>
            <a:r>
              <a:rPr lang="ja-JP" altLang="en-US" sz="2400" dirty="0"/>
              <a:t>Ａ：Ｂさんはコーヒーにミルクを（入れます→</a:t>
            </a:r>
            <a:r>
              <a:rPr lang="vi-VN" altLang="ja-JP" sz="2400" dirty="0"/>
              <a:t>_______</a:t>
            </a:r>
            <a:r>
              <a:rPr lang="ja-JP" altLang="en-US" sz="2400" dirty="0"/>
              <a:t> ）飲みますか。 </a:t>
            </a:r>
            <a:endParaRPr lang="vi-VN" altLang="ja-JP" sz="2400" dirty="0"/>
          </a:p>
          <a:p>
            <a:pPr marL="0" indent="0">
              <a:buNone/>
            </a:pPr>
            <a:r>
              <a:rPr lang="vi-VN" altLang="ja-JP" sz="2400" dirty="0"/>
              <a:t>      </a:t>
            </a:r>
            <a:r>
              <a:rPr lang="ja-JP" altLang="en-US" sz="2400" dirty="0"/>
              <a:t>Ｂ：いいえ、（入れます→</a:t>
            </a:r>
            <a:r>
              <a:rPr lang="vi-VN" altLang="ja-JP" sz="2400" dirty="0"/>
              <a:t>__________</a:t>
            </a:r>
            <a:r>
              <a:rPr lang="ja-JP" altLang="en-US" sz="2400" dirty="0"/>
              <a:t> ）飲みます。</a:t>
            </a:r>
            <a:endParaRPr lang="vi-VN" altLang="ja-JP" sz="2800" dirty="0"/>
          </a:p>
        </p:txBody>
      </p:sp>
    </p:spTree>
    <p:extLst>
      <p:ext uri="{BB962C8B-B14F-4D97-AF65-F5344CB8AC3E}">
        <p14:creationId xmlns:p14="http://schemas.microsoft.com/office/powerpoint/2010/main" val="1967193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192506"/>
            <a:ext cx="10943610" cy="80611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vi-VN" altLang="ja-JP" sz="4000" b="1" dirty="0">
                <a:solidFill>
                  <a:srgbClr val="A11D2B"/>
                </a:solidFill>
              </a:rPr>
              <a:t>10</a:t>
            </a:r>
            <a:r>
              <a:rPr lang="ja-JP" altLang="en-US" sz="4000" b="1" dirty="0">
                <a:solidFill>
                  <a:srgbClr val="A11D2B"/>
                </a:solidFill>
              </a:rPr>
              <a:t>課～</a:t>
            </a:r>
            <a:r>
              <a:rPr lang="vi-VN" altLang="ja-JP" sz="4000" b="1" dirty="0">
                <a:solidFill>
                  <a:srgbClr val="A11D2B"/>
                </a:solidFill>
              </a:rPr>
              <a:t>12</a:t>
            </a:r>
            <a:r>
              <a:rPr lang="ja-JP" altLang="en-US" sz="4000" b="1" dirty="0">
                <a:solidFill>
                  <a:srgbClr val="A11D2B"/>
                </a:solidFill>
              </a:rPr>
              <a:t>課 確認テスト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F1C559-6C50-4AB3-A509-99A3DC813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720517"/>
            <a:ext cx="5466735" cy="4559967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2400" b="1" dirty="0">
                <a:solidFill>
                  <a:srgbClr val="FF0000"/>
                </a:solidFill>
              </a:rPr>
              <a:t>絵 を見 て、</a:t>
            </a:r>
            <a:r>
              <a:rPr lang="vi-VN" altLang="ja-JP" sz="2400" b="1" dirty="0">
                <a:solidFill>
                  <a:srgbClr val="FF0000"/>
                </a:solidFill>
              </a:rPr>
              <a:t>_______</a:t>
            </a:r>
            <a:r>
              <a:rPr lang="ja-JP" altLang="en-US" sz="2400" b="1" dirty="0">
                <a:solidFill>
                  <a:srgbClr val="FF0000"/>
                </a:solidFill>
              </a:rPr>
              <a:t> に文  を完成してください。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vi-VN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ja-JP" altLang="en-US" sz="2000" dirty="0"/>
              <a:t>ワンさんは</a:t>
            </a:r>
            <a:r>
              <a:rPr lang="ja-JP" altLang="en-US" sz="2400" b="1" dirty="0">
                <a:solidFill>
                  <a:srgbClr val="FF0000"/>
                </a:solidFill>
              </a:rPr>
              <a:t>弟さんに＿＿＿＿＿＿＿＿＿＿＿＿＿＿＿。</a:t>
            </a:r>
            <a:endParaRPr lang="en-US" sz="2400" b="1" dirty="0">
              <a:solidFill>
                <a:srgbClr val="FF0000"/>
              </a:solidFill>
            </a:endParaRPr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B16B841D-BCAD-4125-800B-83BCB132AC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601" y="1720517"/>
            <a:ext cx="4862308" cy="372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640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192506"/>
            <a:ext cx="10943610" cy="80611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vi-VN" altLang="ja-JP" sz="4000" b="1" dirty="0">
                <a:solidFill>
                  <a:srgbClr val="A11D2B"/>
                </a:solidFill>
              </a:rPr>
              <a:t>10</a:t>
            </a:r>
            <a:r>
              <a:rPr lang="ja-JP" altLang="en-US" sz="4000" b="1" dirty="0">
                <a:solidFill>
                  <a:srgbClr val="A11D2B"/>
                </a:solidFill>
              </a:rPr>
              <a:t>課～</a:t>
            </a:r>
            <a:r>
              <a:rPr lang="vi-VN" altLang="ja-JP" sz="4000" b="1" dirty="0">
                <a:solidFill>
                  <a:srgbClr val="A11D2B"/>
                </a:solidFill>
              </a:rPr>
              <a:t>12</a:t>
            </a:r>
            <a:r>
              <a:rPr lang="ja-JP" altLang="en-US" sz="4000" b="1" dirty="0">
                <a:solidFill>
                  <a:srgbClr val="A11D2B"/>
                </a:solidFill>
              </a:rPr>
              <a:t>課 確認テスト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F1C559-6C50-4AB3-A509-99A3DC813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720517"/>
            <a:ext cx="5466735" cy="4559967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2400" b="1" dirty="0">
                <a:solidFill>
                  <a:srgbClr val="FF0000"/>
                </a:solidFill>
              </a:rPr>
              <a:t>絵 を見 て、</a:t>
            </a:r>
            <a:r>
              <a:rPr lang="vi-VN" altLang="ja-JP" sz="2400" b="1" dirty="0">
                <a:solidFill>
                  <a:srgbClr val="FF0000"/>
                </a:solidFill>
              </a:rPr>
              <a:t>_______</a:t>
            </a:r>
            <a:r>
              <a:rPr lang="ja-JP" altLang="en-US" sz="2400" b="1" dirty="0">
                <a:solidFill>
                  <a:srgbClr val="FF0000"/>
                </a:solidFill>
              </a:rPr>
              <a:t> に文  を完成してください。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vi-VN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ja-JP" altLang="en-US" sz="2400" dirty="0"/>
              <a:t>Ａ：もしもし、今、どこ？ 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Ｂ：あ、今、＿＿＿＿＿＿＿＿ ところ。 </a:t>
            </a:r>
            <a:endParaRPr lang="en-US" altLang="ja-JP" sz="2400" dirty="0"/>
          </a:p>
          <a:p>
            <a:pPr marL="0" indent="0">
              <a:buNone/>
            </a:pP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Ａ：わかった。改札 口 で待ってるね。</a:t>
            </a:r>
            <a:endParaRPr lang="en-US" sz="2800" b="1" dirty="0">
              <a:solidFill>
                <a:srgbClr val="FF0000"/>
              </a:solidFill>
            </a:endParaRP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B71CF98B-02FD-476C-A4AF-652CD8C67F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794" y="2027655"/>
            <a:ext cx="5168942" cy="349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737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192506"/>
            <a:ext cx="10943610" cy="80611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en-US" altLang="ja-JP" sz="4000" b="1" dirty="0">
                <a:solidFill>
                  <a:srgbClr val="A11D2B"/>
                </a:solidFill>
              </a:rPr>
              <a:t>13</a:t>
            </a:r>
            <a:r>
              <a:rPr lang="ja-JP" altLang="en-US" sz="4000" b="1" dirty="0">
                <a:solidFill>
                  <a:srgbClr val="A11D2B"/>
                </a:solidFill>
              </a:rPr>
              <a:t>課～</a:t>
            </a:r>
            <a:r>
              <a:rPr lang="en-US" altLang="ja-JP" sz="4000" b="1" dirty="0">
                <a:solidFill>
                  <a:srgbClr val="A11D2B"/>
                </a:solidFill>
              </a:rPr>
              <a:t>15</a:t>
            </a:r>
            <a:r>
              <a:rPr lang="ja-JP" altLang="en-US" sz="4000" b="1" dirty="0">
                <a:solidFill>
                  <a:srgbClr val="A11D2B"/>
                </a:solidFill>
              </a:rPr>
              <a:t>課 確認テスト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F1C559-6C50-4AB3-A509-99A3DC813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287380"/>
            <a:ext cx="10943610" cy="5017167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2400" b="1" dirty="0">
                <a:solidFill>
                  <a:srgbClr val="FF0000"/>
                </a:solidFill>
              </a:rPr>
              <a:t>意味 が反対 のことばを </a:t>
            </a:r>
            <a:r>
              <a:rPr lang="en-US" altLang="ja-JP" sz="2400" b="1" dirty="0">
                <a:solidFill>
                  <a:srgbClr val="FF0000"/>
                </a:solidFill>
              </a:rPr>
              <a:t>(</a:t>
            </a:r>
            <a:r>
              <a:rPr lang="ja-JP" altLang="en-US" sz="2400" b="1" dirty="0">
                <a:solidFill>
                  <a:srgbClr val="FF0000"/>
                </a:solidFill>
              </a:rPr>
              <a:t>　　　</a:t>
            </a:r>
            <a:r>
              <a:rPr lang="en-US" altLang="ja-JP" sz="2400" b="1" dirty="0">
                <a:solidFill>
                  <a:srgbClr val="FF0000"/>
                </a:solidFill>
              </a:rPr>
              <a:t> )</a:t>
            </a:r>
            <a:r>
              <a:rPr lang="ja-JP" altLang="en-US" sz="2400" b="1" dirty="0">
                <a:solidFill>
                  <a:srgbClr val="FF0000"/>
                </a:solidFill>
              </a:rPr>
              <a:t>にひらがなで書いてください。 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ja-JP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ja-JP" altLang="en-US" sz="2800" dirty="0"/>
              <a:t>１． 国内旅行 　　⇔ 　</a:t>
            </a:r>
            <a:r>
              <a:rPr lang="en-US" altLang="ja-JP" sz="2800" dirty="0"/>
              <a:t>( </a:t>
            </a:r>
            <a:r>
              <a:rPr lang="ja-JP" altLang="en-US" sz="2800" dirty="0"/>
              <a:t>　　　　</a:t>
            </a:r>
            <a:r>
              <a:rPr lang="en-US" altLang="ja-JP" sz="2800" dirty="0"/>
              <a:t>)</a:t>
            </a:r>
            <a:r>
              <a:rPr lang="ja-JP" altLang="en-US" sz="2800" dirty="0"/>
              <a:t>　旅行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２． 子どもの数がふえる⇔ 子どもの数 が</a:t>
            </a:r>
            <a:r>
              <a:rPr lang="en-US" altLang="ja-JP" sz="2800" dirty="0"/>
              <a:t>(</a:t>
            </a:r>
            <a:r>
              <a:rPr lang="ja-JP" altLang="en-US" sz="2800" dirty="0"/>
              <a:t>　</a:t>
            </a:r>
            <a:r>
              <a:rPr lang="en-US" altLang="ja-JP" sz="2800" dirty="0"/>
              <a:t>)</a:t>
            </a:r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３． 気温があがる ⇔ 気温 が</a:t>
            </a:r>
            <a:r>
              <a:rPr lang="en-US" altLang="ja-JP" sz="2800" dirty="0"/>
              <a:t>(</a:t>
            </a:r>
            <a:r>
              <a:rPr lang="ja-JP" altLang="en-US" sz="2800" dirty="0"/>
              <a:t>　　　</a:t>
            </a:r>
            <a:r>
              <a:rPr lang="en-US" altLang="ja-JP" sz="2800" dirty="0"/>
              <a:t> )</a:t>
            </a:r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４． 輸出する　　 ⇔ 　　</a:t>
            </a:r>
            <a:r>
              <a:rPr lang="en-US" altLang="ja-JP" sz="2800" dirty="0"/>
              <a:t>( </a:t>
            </a:r>
            <a:r>
              <a:rPr lang="ja-JP" altLang="en-US" sz="2800" dirty="0"/>
              <a:t>　　　</a:t>
            </a:r>
            <a:r>
              <a:rPr lang="en-US" altLang="ja-JP" sz="2800" dirty="0"/>
              <a:t>)</a:t>
            </a:r>
            <a:r>
              <a:rPr lang="ja-JP" altLang="en-US" sz="2800" dirty="0"/>
              <a:t>する</a:t>
            </a:r>
            <a:endParaRPr lang="vi-VN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7310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192506"/>
            <a:ext cx="10943610" cy="80611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en-US" altLang="ja-JP" sz="4000" b="1" dirty="0">
                <a:solidFill>
                  <a:srgbClr val="A11D2B"/>
                </a:solidFill>
              </a:rPr>
              <a:t>13</a:t>
            </a:r>
            <a:r>
              <a:rPr lang="ja-JP" altLang="en-US" sz="4000" b="1" dirty="0">
                <a:solidFill>
                  <a:srgbClr val="A11D2B"/>
                </a:solidFill>
              </a:rPr>
              <a:t>課～</a:t>
            </a:r>
            <a:r>
              <a:rPr lang="en-US" altLang="ja-JP" sz="4000" b="1" dirty="0">
                <a:solidFill>
                  <a:srgbClr val="A11D2B"/>
                </a:solidFill>
              </a:rPr>
              <a:t>15</a:t>
            </a:r>
            <a:r>
              <a:rPr lang="ja-JP" altLang="en-US" sz="4000" b="1" dirty="0">
                <a:solidFill>
                  <a:srgbClr val="A11D2B"/>
                </a:solidFill>
              </a:rPr>
              <a:t>課 確認テスト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F1C559-6C50-4AB3-A509-99A3DC813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5957" y="1287380"/>
            <a:ext cx="10732169" cy="4920915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ja-JP" sz="2800" dirty="0"/>
              <a:t>1.</a:t>
            </a:r>
            <a:r>
              <a:rPr lang="ja-JP" altLang="en-US" sz="2800" dirty="0"/>
              <a:t>母は日本へ（来たいです→</a:t>
            </a:r>
            <a:r>
              <a:rPr lang="en-US" altLang="ja-JP" sz="2800" dirty="0"/>
              <a:t>____________</a:t>
            </a:r>
            <a:r>
              <a:rPr lang="ja-JP" altLang="en-US" sz="2800" dirty="0"/>
              <a:t> ）がっています。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</a:t>
            </a:r>
            <a:r>
              <a:rPr lang="en-US" altLang="ja-JP" sz="2800" dirty="0"/>
              <a:t>2.</a:t>
            </a:r>
            <a:r>
              <a:rPr lang="ja-JP" altLang="en-US" sz="2800" dirty="0"/>
              <a:t> 発表のとき、グラフを（作りません→</a:t>
            </a:r>
            <a:r>
              <a:rPr lang="en-US" altLang="ja-JP" sz="2800" dirty="0"/>
              <a:t>________</a:t>
            </a:r>
            <a:r>
              <a:rPr lang="ja-JP" altLang="en-US" sz="2800" dirty="0"/>
              <a:t> ）と、わかりやすく説明できません。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</a:t>
            </a:r>
            <a:r>
              <a:rPr lang="en-US" altLang="ja-JP" sz="2800" dirty="0"/>
              <a:t>3.</a:t>
            </a:r>
            <a:r>
              <a:rPr lang="ja-JP" altLang="en-US" sz="2800" dirty="0"/>
              <a:t> 妹は最近（遊びます →</a:t>
            </a:r>
            <a:r>
              <a:rPr lang="en-US" altLang="ja-JP" sz="2800" dirty="0"/>
              <a:t>_______</a:t>
            </a:r>
            <a:r>
              <a:rPr lang="ja-JP" altLang="en-US" sz="2800" dirty="0"/>
              <a:t> ）ばかりいます。少し心配 です。 </a:t>
            </a:r>
            <a:endParaRPr lang="en-US" altLang="ja-JP" sz="2800" dirty="0"/>
          </a:p>
          <a:p>
            <a:pPr marL="0" indent="0">
              <a:buNone/>
            </a:pPr>
            <a:endParaRPr lang="en-US" altLang="ja-JP" sz="2800" dirty="0"/>
          </a:p>
          <a:p>
            <a:pPr marL="0" indent="0">
              <a:buNone/>
            </a:pPr>
            <a:r>
              <a:rPr lang="en-US" altLang="ja-JP" sz="2800" dirty="0"/>
              <a:t>4.</a:t>
            </a:r>
            <a:r>
              <a:rPr lang="ja-JP" altLang="en-US" sz="2800" dirty="0"/>
              <a:t> 私は子どものころ、漫 画ばかり（読みます→ ）。 </a:t>
            </a:r>
            <a:endParaRPr lang="en-US" altLang="ja-JP" sz="2800" dirty="0"/>
          </a:p>
          <a:p>
            <a:pPr marL="0" indent="0">
              <a:buNone/>
            </a:pPr>
            <a:r>
              <a:rPr lang="ja-JP" altLang="en-US" sz="2800" dirty="0"/>
              <a:t> </a:t>
            </a:r>
            <a:r>
              <a:rPr lang="en-US" altLang="ja-JP" sz="2800" dirty="0"/>
              <a:t>5. </a:t>
            </a:r>
            <a:r>
              <a:rPr lang="ja-JP" altLang="en-US" sz="2800" dirty="0"/>
              <a:t>留学する日本人がだんだん（少なくなりました→</a:t>
            </a:r>
            <a:r>
              <a:rPr lang="en-US" altLang="ja-JP" sz="2800" dirty="0"/>
              <a:t>_________</a:t>
            </a:r>
            <a:r>
              <a:rPr lang="ja-JP" altLang="en-US" sz="2800" dirty="0"/>
              <a:t> ）そうです。 </a:t>
            </a:r>
            <a:endParaRPr lang="vi-VN" altLang="ja-JP" sz="3200" dirty="0"/>
          </a:p>
        </p:txBody>
      </p:sp>
    </p:spTree>
    <p:extLst>
      <p:ext uri="{BB962C8B-B14F-4D97-AF65-F5344CB8AC3E}">
        <p14:creationId xmlns:p14="http://schemas.microsoft.com/office/powerpoint/2010/main" val="127064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192506"/>
            <a:ext cx="10943610" cy="806115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en-US" altLang="ja-JP" sz="4000" b="1" dirty="0">
                <a:solidFill>
                  <a:srgbClr val="A11D2B"/>
                </a:solidFill>
              </a:rPr>
              <a:t>13</a:t>
            </a:r>
            <a:r>
              <a:rPr lang="ja-JP" altLang="en-US" sz="4000" b="1" dirty="0">
                <a:solidFill>
                  <a:srgbClr val="A11D2B"/>
                </a:solidFill>
              </a:rPr>
              <a:t>課～</a:t>
            </a:r>
            <a:r>
              <a:rPr lang="en-US" altLang="ja-JP" sz="4000" b="1" dirty="0">
                <a:solidFill>
                  <a:srgbClr val="A11D2B"/>
                </a:solidFill>
              </a:rPr>
              <a:t>15</a:t>
            </a:r>
            <a:r>
              <a:rPr lang="ja-JP" altLang="en-US" sz="4000" b="1" dirty="0">
                <a:solidFill>
                  <a:srgbClr val="A11D2B"/>
                </a:solidFill>
              </a:rPr>
              <a:t>課 確認テスト</a:t>
            </a:r>
            <a:endParaRPr lang="en-US" sz="4000" b="1" dirty="0">
              <a:solidFill>
                <a:srgbClr val="A11D2B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F1C559-6C50-4AB3-A509-99A3DC8133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4300246"/>
            <a:ext cx="10943610" cy="2136650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marL="0" indent="0">
              <a:buNone/>
            </a:pPr>
            <a:endParaRPr lang="en-US" altLang="ja-JP" sz="2000" dirty="0"/>
          </a:p>
          <a:p>
            <a:pPr marL="0" indent="0">
              <a:buNone/>
            </a:pPr>
            <a:r>
              <a:rPr lang="ja-JP" altLang="en-US" sz="2400" dirty="0"/>
              <a:t>新聞 ＿＿＿＿＿＿＿ 、最近 、子どもの数 が＿＿＿＿＿ 。 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子どもの数 が＿＿＿＿＿＿＿ 、学校の数  も＿＿＿＿ 。 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これからも学校の数は＿＿＿＿＿＿＿ と思います。</a:t>
            </a:r>
            <a:endParaRPr lang="vi-VN" altLang="ja-JP" sz="2800" dirty="0"/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75346A10-8EB5-4C54-A4C8-2AE6884DD5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335" y="962691"/>
            <a:ext cx="8043192" cy="319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207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n 8">
            <a:extLst>
              <a:ext uri="{FF2B5EF4-FFF2-40B4-BE49-F238E27FC236}">
                <a16:creationId xmlns:a16="http://schemas.microsoft.com/office/drawing/2014/main" id="{8AAA8D56-CF7E-B742-B6BC-3CEB219A7754}"/>
              </a:ext>
            </a:extLst>
          </p:cNvPr>
          <p:cNvSpPr/>
          <p:nvPr/>
        </p:nvSpPr>
        <p:spPr>
          <a:xfrm>
            <a:off x="2520048" y="4275073"/>
            <a:ext cx="6858000" cy="1096463"/>
          </a:xfrm>
          <a:prstGeom prst="can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800" dirty="0">
                <a:solidFill>
                  <a:srgbClr val="C00000"/>
                </a:solidFill>
              </a:rPr>
              <a:t>TIẾNG NHẬT TRUNG CẤP </a:t>
            </a:r>
            <a:r>
              <a:rPr lang="en-US" sz="2800" dirty="0">
                <a:solidFill>
                  <a:srgbClr val="C00000"/>
                </a:solidFill>
              </a:rPr>
              <a:t>B</a:t>
            </a:r>
            <a:r>
              <a:rPr lang="vi-VN" sz="2800" dirty="0">
                <a:solidFill>
                  <a:srgbClr val="C00000"/>
                </a:solidFill>
              </a:rPr>
              <a:t>1-JPD316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C47C2CA4-6166-5A44-9B7E-7196BE2E6961}"/>
              </a:ext>
            </a:extLst>
          </p:cNvPr>
          <p:cNvSpPr/>
          <p:nvPr/>
        </p:nvSpPr>
        <p:spPr>
          <a:xfrm>
            <a:off x="1786270" y="1888971"/>
            <a:ext cx="9186530" cy="1929842"/>
          </a:xfrm>
          <a:prstGeom prst="cub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399" y="2183648"/>
            <a:ext cx="8080745" cy="1340488"/>
          </a:xfrm>
        </p:spPr>
        <p:txBody>
          <a:bodyPr>
            <a:normAutofit/>
          </a:bodyPr>
          <a:lstStyle/>
          <a:p>
            <a:pPr algn="ctr"/>
            <a:r>
              <a:rPr lang="ja-JP" altLang="en-US" sz="4400" dirty="0">
                <a:solidFill>
                  <a:srgbClr val="0070C0"/>
                </a:solidFill>
                <a:latin typeface="Apple Braille" charset="0"/>
                <a:ea typeface="Apple Braille" charset="0"/>
                <a:cs typeface="Apple Braille" charset="0"/>
              </a:rPr>
              <a:t>で</a:t>
            </a:r>
            <a:r>
              <a:rPr lang="ja-JP" altLang="en-US" sz="4000" dirty="0">
                <a:solidFill>
                  <a:srgbClr val="0070C0"/>
                </a:solidFill>
                <a:latin typeface="Apple Braille" charset="0"/>
                <a:ea typeface="Apple Braille" charset="0"/>
                <a:cs typeface="Apple Braille" charset="0"/>
              </a:rPr>
              <a:t>きる日本語中級ーＪＰＤ３１６</a:t>
            </a:r>
            <a:endParaRPr lang="en-US" sz="5400" dirty="0">
              <a:solidFill>
                <a:srgbClr val="0070C0"/>
              </a:solidFill>
              <a:latin typeface="Apple Braille" charset="0"/>
              <a:ea typeface="Apple Braille" charset="0"/>
              <a:cs typeface="Apple Braille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111" y="97642"/>
            <a:ext cx="2227238" cy="100814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7" name="TextBox 6"/>
          <p:cNvSpPr txBox="1"/>
          <p:nvPr/>
        </p:nvSpPr>
        <p:spPr>
          <a:xfrm>
            <a:off x="8102010" y="601714"/>
            <a:ext cx="3919870" cy="83099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B</a:t>
            </a:r>
            <a:r>
              <a:rPr lang="vi-VN" sz="2400" b="1" i="1" dirty="0"/>
              <a:t>ộ môn Tiếng Nhật</a:t>
            </a:r>
            <a:r>
              <a:rPr lang="en-US" sz="2400" dirty="0"/>
              <a:t>                                                                </a:t>
            </a:r>
            <a:r>
              <a:rPr lang="ja-JP" altLang="en-US" sz="2400"/>
              <a:t>日本語学科</a:t>
            </a:r>
            <a:endParaRPr lang="en-US" sz="24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OANHLTK18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2934B2-1390-314C-B2A2-2CA75903DD9E}"/>
              </a:ext>
            </a:extLst>
          </p:cNvPr>
          <p:cNvSpPr txBox="1"/>
          <p:nvPr/>
        </p:nvSpPr>
        <p:spPr>
          <a:xfrm>
            <a:off x="914400" y="7272670"/>
            <a:ext cx="5034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, </a:t>
            </a:r>
            <a:r>
              <a:rPr lang="en-US" dirty="0" err="1"/>
              <a:t>có</a:t>
            </a:r>
            <a:r>
              <a:rPr lang="en-US" dirty="0"/>
              <a:t> logo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BM.</a:t>
            </a:r>
          </a:p>
        </p:txBody>
      </p:sp>
    </p:spTree>
    <p:extLst>
      <p:ext uri="{BB962C8B-B14F-4D97-AF65-F5344CB8AC3E}">
        <p14:creationId xmlns:p14="http://schemas.microsoft.com/office/powerpoint/2010/main" val="6020908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63" y="204537"/>
            <a:ext cx="2227238" cy="100814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12" name="Rectangle 11"/>
          <p:cNvSpPr/>
          <p:nvPr/>
        </p:nvSpPr>
        <p:spPr>
          <a:xfrm>
            <a:off x="510362" y="1641773"/>
            <a:ext cx="10570721" cy="3108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spcAft>
                <a:spcPts val="0"/>
              </a:spcAft>
              <a:buFont typeface="Wingdings" charset="2"/>
              <a:buChar char="v"/>
            </a:pPr>
            <a:r>
              <a:rPr lang="vi-VN" sz="2800" b="1" dirty="0">
                <a:effectLst/>
                <a:latin typeface="Times New Roman" charset="0"/>
                <a:ea typeface="ＭＳ 明朝" charset="-128"/>
                <a:cs typeface="Times New Roman" charset="0"/>
              </a:rPr>
              <a:t>Tên môn học:  Tiếng Nhật Trung cấp </a:t>
            </a:r>
            <a:r>
              <a:rPr lang="en-US" sz="2800" b="1" dirty="0">
                <a:effectLst/>
                <a:latin typeface="Times New Roman" charset="0"/>
                <a:ea typeface="ＭＳ 明朝" charset="-128"/>
                <a:cs typeface="Times New Roman" charset="0"/>
              </a:rPr>
              <a:t>B</a:t>
            </a:r>
            <a:r>
              <a:rPr lang="vi-VN" sz="2800" b="1" dirty="0">
                <a:effectLst/>
                <a:latin typeface="Times New Roman" charset="0"/>
                <a:ea typeface="ＭＳ 明朝" charset="-128"/>
                <a:cs typeface="Times New Roman" charset="0"/>
              </a:rPr>
              <a:t>1</a:t>
            </a:r>
            <a:endParaRPr lang="en-US" sz="2800" dirty="0">
              <a:effectLst/>
              <a:latin typeface="Times New Roman" charset="0"/>
              <a:ea typeface="ＭＳ 明朝" charset="-128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ja-JP" sz="2800" b="1" dirty="0">
                <a:effectLst/>
                <a:latin typeface="Times New Roman" charset="0"/>
                <a:ea typeface="ＭＳ 明朝" charset="-128"/>
                <a:cs typeface="Times New Roman" charset="0"/>
              </a:rPr>
              <a:t>科目名</a:t>
            </a:r>
            <a:r>
              <a:rPr lang="en-US" sz="2800" b="1" dirty="0">
                <a:effectLst/>
                <a:latin typeface="Times New Roman" charset="0"/>
                <a:ea typeface="ＭＳ 明朝" charset="-128"/>
                <a:cs typeface="Times New Roman" charset="0"/>
              </a:rPr>
              <a:t>: </a:t>
            </a:r>
            <a:r>
              <a:rPr lang="en-US" sz="2800" dirty="0">
                <a:effectLst/>
                <a:latin typeface="Times New Roman" charset="0"/>
                <a:ea typeface="ＭＳ 明朝" charset="-128"/>
                <a:cs typeface="Times New Roman" charset="0"/>
              </a:rPr>
              <a:t>	</a:t>
            </a:r>
            <a:r>
              <a:rPr lang="ja-JP" altLang="en-US" sz="2800" dirty="0">
                <a:effectLst/>
                <a:latin typeface="Times New Roman" charset="0"/>
                <a:ea typeface="ＭＳ 明朝" charset="-128"/>
                <a:cs typeface="Times New Roman" charset="0"/>
              </a:rPr>
              <a:t>できる日本語中級</a:t>
            </a:r>
            <a:r>
              <a:rPr lang="en-US" altLang="ja-JP" sz="2800" dirty="0">
                <a:effectLst/>
                <a:latin typeface="Times New Roman" charset="0"/>
                <a:ea typeface="ＭＳ 明朝" charset="-128"/>
                <a:cs typeface="Times New Roman" charset="0"/>
              </a:rPr>
              <a:t>I</a:t>
            </a:r>
            <a:endParaRPr lang="vi-VN" sz="2800" dirty="0">
              <a:effectLst/>
              <a:latin typeface="Times New Roman" charset="0"/>
              <a:ea typeface="ＭＳ 明朝" charset="-128"/>
              <a:cs typeface="Times New Roman" charset="0"/>
            </a:endParaRPr>
          </a:p>
          <a:p>
            <a:pPr>
              <a:spcAft>
                <a:spcPts val="0"/>
              </a:spcAft>
            </a:pPr>
            <a:r>
              <a:rPr lang="vi-VN" sz="2800" b="1" dirty="0">
                <a:effectLst/>
                <a:latin typeface="Times New Roman" charset="0"/>
                <a:ea typeface="ＭＳ 明朝" charset="-128"/>
                <a:cs typeface="Times New Roman" charset="0"/>
              </a:rPr>
              <a:t>Mã số</a:t>
            </a:r>
            <a:r>
              <a:rPr lang="ja-JP" altLang="en-US" sz="2800" b="1" dirty="0">
                <a:effectLst/>
                <a:latin typeface="Times New Roman" charset="0"/>
                <a:ea typeface="ＭＳ 明朝" charset="-128"/>
                <a:cs typeface="Times New Roman" charset="0"/>
              </a:rPr>
              <a:t> （</a:t>
            </a:r>
            <a:r>
              <a:rPr lang="ja-JP" altLang="en-US" sz="2800" b="1" dirty="0">
                <a:latin typeface="Times New Roman" charset="0"/>
                <a:ea typeface="ＭＳ 明朝" charset="-128"/>
                <a:cs typeface="Times New Roman" charset="0"/>
              </a:rPr>
              <a:t>コード）</a:t>
            </a:r>
            <a:r>
              <a:rPr lang="vi-VN" sz="2800" b="1" dirty="0">
                <a:effectLst/>
                <a:latin typeface="Times New Roman" charset="0"/>
                <a:ea typeface="ＭＳ 明朝" charset="-128"/>
                <a:cs typeface="Times New Roman" charset="0"/>
              </a:rPr>
              <a:t>:	JPD316</a:t>
            </a:r>
            <a:endParaRPr lang="en-US" sz="2800" dirty="0">
              <a:effectLst/>
              <a:latin typeface="Times New Roman" charset="0"/>
              <a:ea typeface="ＭＳ 明朝" charset="-128"/>
              <a:cs typeface="Times New Roman" charset="0"/>
            </a:endParaRPr>
          </a:p>
          <a:p>
            <a:pPr marL="457200" indent="-457200">
              <a:spcAft>
                <a:spcPts val="0"/>
              </a:spcAft>
              <a:buFont typeface="Wingdings" charset="2"/>
              <a:buChar char="v"/>
            </a:pPr>
            <a:r>
              <a:rPr lang="vi-VN" sz="2800" b="1" dirty="0">
                <a:effectLst/>
                <a:latin typeface="Times New Roman" charset="0"/>
                <a:ea typeface="ＭＳ 明朝" charset="-128"/>
                <a:cs typeface="Times New Roman" charset="0"/>
              </a:rPr>
              <a:t>Giảng viên:  </a:t>
            </a:r>
          </a:p>
          <a:p>
            <a:pPr marL="457200" indent="-457200">
              <a:spcAft>
                <a:spcPts val="0"/>
              </a:spcAft>
              <a:buFont typeface="Wingdings" charset="2"/>
              <a:buChar char="v"/>
            </a:pPr>
            <a:r>
              <a:rPr lang="ja-JP" sz="2800" b="1" dirty="0">
                <a:effectLst/>
                <a:latin typeface="Times New Roman" charset="0"/>
                <a:ea typeface="ＭＳ 明朝" charset="-128"/>
                <a:cs typeface="Times New Roman" charset="0"/>
              </a:rPr>
              <a:t>担当教官</a:t>
            </a:r>
            <a:r>
              <a:rPr lang="en-US" sz="2800" dirty="0">
                <a:effectLst/>
                <a:latin typeface="Times New Roman" charset="0"/>
                <a:ea typeface="ＭＳ 明朝" charset="-128"/>
                <a:cs typeface="Times New Roman" charset="0"/>
              </a:rPr>
              <a:t>:</a:t>
            </a:r>
          </a:p>
          <a:p>
            <a:pPr marL="457200" indent="-457200">
              <a:spcAft>
                <a:spcPts val="0"/>
              </a:spcAft>
              <a:buFont typeface="Wingdings" charset="2"/>
              <a:buChar char="v"/>
            </a:pPr>
            <a:r>
              <a:rPr lang="vi-VN" sz="2800" b="1" dirty="0">
                <a:effectLst/>
                <a:latin typeface="Times New Roman" charset="0"/>
                <a:ea typeface="ＭＳ 明朝" charset="-128"/>
                <a:cs typeface="Times New Roman" charset="0"/>
              </a:rPr>
              <a:t>Thời gian:</a:t>
            </a:r>
            <a:r>
              <a:rPr lang="ja-JP" altLang="en-US" sz="2800" b="1" dirty="0">
                <a:effectLst/>
                <a:latin typeface="Times New Roman" charset="0"/>
                <a:ea typeface="ＭＳ 明朝" charset="-128"/>
                <a:cs typeface="Times New Roman" charset="0"/>
              </a:rPr>
              <a:t>　　</a:t>
            </a:r>
            <a:endParaRPr lang="en-US" sz="2800" dirty="0">
              <a:effectLst/>
              <a:latin typeface="Times New Roman" charset="0"/>
              <a:ea typeface="ＭＳ 明朝" charset="-128"/>
              <a:cs typeface="Times New Roman" charset="0"/>
            </a:endParaRPr>
          </a:p>
          <a:p>
            <a:pPr marL="68580">
              <a:spcAft>
                <a:spcPts val="0"/>
              </a:spcAft>
              <a:tabLst>
                <a:tab pos="2011680" algn="l"/>
              </a:tabLst>
            </a:pPr>
            <a:r>
              <a:rPr lang="ja-JP" sz="2800" b="1" dirty="0">
                <a:effectLst/>
                <a:latin typeface="Times New Roman" charset="0"/>
                <a:ea typeface="ＭＳ 明朝" charset="-128"/>
                <a:cs typeface="Times New Roman" charset="0"/>
              </a:rPr>
              <a:t>学習時間</a:t>
            </a:r>
            <a:r>
              <a:rPr lang="en-US" sz="2800" dirty="0">
                <a:effectLst/>
                <a:latin typeface="Times New Roman" charset="0"/>
                <a:ea typeface="ＭＳ 明朝" charset="-128"/>
                <a:cs typeface="Times New Roman" charset="0"/>
              </a:rPr>
              <a:t>: </a:t>
            </a:r>
            <a:r>
              <a:rPr lang="ja-JP" altLang="en-US" sz="2800" dirty="0">
                <a:effectLst/>
                <a:latin typeface="Times New Roman" charset="0"/>
                <a:ea typeface="ＭＳ 明朝" charset="-128"/>
                <a:cs typeface="Times New Roman" charset="0"/>
              </a:rPr>
              <a:t>（</a:t>
            </a:r>
            <a:r>
              <a:rPr lang="en-US" altLang="ja-JP" sz="2800" dirty="0">
                <a:latin typeface="Times New Roman" charset="0"/>
                <a:ea typeface="ＭＳ 明朝" charset="-128"/>
                <a:cs typeface="Times New Roman" charset="0"/>
              </a:rPr>
              <a:t>60 slots</a:t>
            </a:r>
            <a:r>
              <a:rPr lang="ja-JP" altLang="en-US" sz="2800" dirty="0">
                <a:latin typeface="Times New Roman" charset="0"/>
                <a:ea typeface="ＭＳ 明朝" charset="-128"/>
                <a:cs typeface="Times New Roman" charset="0"/>
              </a:rPr>
              <a:t>）</a:t>
            </a:r>
            <a:endParaRPr lang="en-US" altLang="ja-JP" sz="3200" dirty="0">
              <a:latin typeface="Times New Roman" charset="0"/>
              <a:ea typeface="ＭＳ 明朝" charset="-128"/>
              <a:cs typeface="Times New Roman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40F266-0310-C648-B663-0B48198165A0}"/>
              </a:ext>
            </a:extLst>
          </p:cNvPr>
          <p:cNvSpPr txBox="1"/>
          <p:nvPr/>
        </p:nvSpPr>
        <p:spPr>
          <a:xfrm>
            <a:off x="510363" y="7145079"/>
            <a:ext cx="4556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Khoá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261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40F266-0310-C648-B663-0B48198165A0}"/>
              </a:ext>
            </a:extLst>
          </p:cNvPr>
          <p:cNvSpPr txBox="1"/>
          <p:nvPr/>
        </p:nvSpPr>
        <p:spPr>
          <a:xfrm>
            <a:off x="510363" y="7145079"/>
            <a:ext cx="4556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Khoá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4A0AC59-381E-414F-A15A-5D3CBE1EE04C}"/>
              </a:ext>
            </a:extLst>
          </p:cNvPr>
          <p:cNvGrpSpPr/>
          <p:nvPr/>
        </p:nvGrpSpPr>
        <p:grpSpPr>
          <a:xfrm>
            <a:off x="99009" y="518179"/>
            <a:ext cx="11234738" cy="5690116"/>
            <a:chOff x="99009" y="518179"/>
            <a:chExt cx="11112194" cy="5684551"/>
          </a:xfrm>
          <a:solidFill>
            <a:schemeClr val="accent4">
              <a:lumMod val="40000"/>
              <a:lumOff val="60000"/>
            </a:schemeClr>
          </a:solidFill>
        </p:grpSpPr>
        <p:pic>
          <p:nvPicPr>
            <p:cNvPr id="1026" name="Picture 2" descr="CDJapan : Dekiru Nihongo Chukyu Kotoba Hyogen Work Bu Shimada Kazuko /  Kanshu Dekiru Nihongo Kyozai Kaihatsu BOOK">
              <a:extLst>
                <a:ext uri="{FF2B5EF4-FFF2-40B4-BE49-F238E27FC236}">
                  <a16:creationId xmlns:a16="http://schemas.microsoft.com/office/drawing/2014/main" id="{DD6E27C3-46BC-4149-92C8-F9B2F5382C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94696" y="655269"/>
              <a:ext cx="3916507" cy="5547461"/>
            </a:xfrm>
            <a:prstGeom prst="rect">
              <a:avLst/>
            </a:prstGeom>
            <a:grpFill/>
          </p:spPr>
        </p:pic>
        <p:pic>
          <p:nvPicPr>
            <p:cNvPr id="2052" name="Picture 4" descr="できる日本語 中級 本冊 ＣＤ２枚付 - DEKIRU NIHONGO CHUUKYUU HON SATSU CD 2 MAI ZUKE">
              <a:extLst>
                <a:ext uri="{FF2B5EF4-FFF2-40B4-BE49-F238E27FC236}">
                  <a16:creationId xmlns:a16="http://schemas.microsoft.com/office/drawing/2014/main" id="{C1CE80A3-05E2-4C1B-86E0-56A72F3262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09" y="518179"/>
              <a:ext cx="5628024" cy="5628024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34221751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224127-6A50-3D42-8BB7-C2ACD3C6CF68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735089" cy="100814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FA5B4F-1848-C848-A527-B4E36E557FB6}"/>
              </a:ext>
            </a:extLst>
          </p:cNvPr>
          <p:cNvSpPr txBox="1"/>
          <p:nvPr/>
        </p:nvSpPr>
        <p:spPr>
          <a:xfrm>
            <a:off x="1105786" y="7464056"/>
            <a:ext cx="7175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Nêu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, </a:t>
            </a:r>
            <a:r>
              <a:rPr lang="en-US" dirty="0" err="1"/>
              <a:t>tỉ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B4FB69-EB7B-404C-B7EA-85AF3206EAEC}"/>
              </a:ext>
            </a:extLst>
          </p:cNvPr>
          <p:cNvSpPr txBox="1"/>
          <p:nvPr/>
        </p:nvSpPr>
        <p:spPr>
          <a:xfrm>
            <a:off x="998619" y="1275345"/>
            <a:ext cx="10515601" cy="46782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vi-VN" sz="4000" b="1" dirty="0">
                <a:solidFill>
                  <a:srgbClr val="FF0000"/>
                </a:solidFill>
              </a:rPr>
              <a:t>ĐÁNH GIÁ </a:t>
            </a:r>
            <a:r>
              <a:rPr lang="ja-JP" altLang="en-US" sz="4000" b="1" dirty="0">
                <a:solidFill>
                  <a:srgbClr val="FF0000"/>
                </a:solidFill>
              </a:rPr>
              <a:t>ー評価</a:t>
            </a:r>
            <a:endParaRPr lang="en-US" altLang="ja-JP" sz="4000" b="1" dirty="0">
              <a:solidFill>
                <a:srgbClr val="FF0000"/>
              </a:solidFill>
            </a:endParaRPr>
          </a:p>
          <a:p>
            <a:endParaRPr lang="en-US" sz="4000" dirty="0"/>
          </a:p>
          <a:p>
            <a:r>
              <a:rPr lang="ja-JP" altLang="en-US" sz="4000" dirty="0"/>
              <a:t>１．積極的に授業参加</a:t>
            </a:r>
            <a:r>
              <a:rPr lang="en-US" altLang="ja-JP" sz="4000" dirty="0"/>
              <a:t>	</a:t>
            </a:r>
            <a:r>
              <a:rPr lang="ja-JP" altLang="en-US" sz="4000" dirty="0"/>
              <a:t>：　</a:t>
            </a:r>
            <a:r>
              <a:rPr lang="en-US" altLang="ja-JP" sz="4000" dirty="0"/>
              <a:t>10</a:t>
            </a:r>
            <a:r>
              <a:rPr lang="ja-JP" altLang="en-US" sz="4000" dirty="0"/>
              <a:t>％</a:t>
            </a:r>
            <a:endParaRPr lang="en-US" altLang="ja-JP" sz="4000" dirty="0"/>
          </a:p>
          <a:p>
            <a:r>
              <a:rPr lang="ja-JP" altLang="en-US" sz="4000" dirty="0"/>
              <a:t>２．小テスト</a:t>
            </a:r>
            <a:r>
              <a:rPr lang="en-US" altLang="ja-JP" sz="4000" dirty="0"/>
              <a:t>			</a:t>
            </a:r>
            <a:r>
              <a:rPr lang="ja-JP" altLang="en-US" sz="4000" dirty="0"/>
              <a:t>：　</a:t>
            </a:r>
            <a:r>
              <a:rPr lang="en-US" altLang="ja-JP" sz="4000" dirty="0"/>
              <a:t>20</a:t>
            </a:r>
            <a:r>
              <a:rPr lang="ja-JP" altLang="en-US" sz="4000" dirty="0"/>
              <a:t>％</a:t>
            </a:r>
            <a:endParaRPr lang="en-US" altLang="ja-JP" sz="4000" dirty="0"/>
          </a:p>
          <a:p>
            <a:r>
              <a:rPr lang="ja-JP" altLang="en-US" sz="4000" dirty="0"/>
              <a:t>３．中間テスト</a:t>
            </a:r>
            <a:r>
              <a:rPr lang="en-US" altLang="ja-JP" sz="4000" dirty="0"/>
              <a:t>			</a:t>
            </a:r>
            <a:r>
              <a:rPr lang="ja-JP" altLang="en-US" sz="4000" dirty="0"/>
              <a:t>：　</a:t>
            </a:r>
            <a:r>
              <a:rPr lang="en-US" altLang="ja-JP" sz="4000" dirty="0"/>
              <a:t>30</a:t>
            </a:r>
            <a:r>
              <a:rPr lang="ja-JP" altLang="en-US" sz="4000" dirty="0"/>
              <a:t>％</a:t>
            </a:r>
            <a:endParaRPr lang="en-US" altLang="ja-JP" sz="4000" dirty="0"/>
          </a:p>
          <a:p>
            <a:r>
              <a:rPr lang="ja-JP" altLang="en-US" sz="4000" dirty="0"/>
              <a:t>４．期末テスト</a:t>
            </a:r>
            <a:r>
              <a:rPr lang="en-US" altLang="ja-JP" sz="4000" dirty="0"/>
              <a:t>			</a:t>
            </a:r>
            <a:r>
              <a:rPr lang="ja-JP" altLang="en-US" sz="4000" dirty="0"/>
              <a:t>：　</a:t>
            </a:r>
            <a:r>
              <a:rPr lang="en-US" altLang="ja-JP" sz="4000" dirty="0"/>
              <a:t>40</a:t>
            </a:r>
            <a:r>
              <a:rPr lang="ja-JP" altLang="en-US" sz="4000" dirty="0"/>
              <a:t>％</a:t>
            </a:r>
            <a:endParaRPr lang="en-US" altLang="ja-JP" sz="4000" dirty="0"/>
          </a:p>
          <a:p>
            <a:endParaRPr lang="en-US" sz="4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253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3956</TotalTime>
  <Words>2779</Words>
  <Application>Microsoft Office PowerPoint</Application>
  <PresentationFormat>Widescreen</PresentationFormat>
  <Paragraphs>249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Apple Braille</vt:lpstr>
      <vt:lpstr>Arial</vt:lpstr>
      <vt:lpstr>Calibri</vt:lpstr>
      <vt:lpstr>Calibri Light</vt:lpstr>
      <vt:lpstr>Times New Roman</vt:lpstr>
      <vt:lpstr>Wingdings</vt:lpstr>
      <vt:lpstr>Office Theme</vt:lpstr>
      <vt:lpstr>JPD216&amp;JPD226  復習しましょう</vt:lpstr>
      <vt:lpstr>１課～３課 確認テスト</vt:lpstr>
      <vt:lpstr>１課～３課 確認テスト</vt:lpstr>
      <vt:lpstr>１課～３課 確認テスト</vt:lpstr>
      <vt:lpstr>１課～３課 確認テスト</vt:lpstr>
      <vt:lpstr>4課～6課 確認テスト</vt:lpstr>
      <vt:lpstr>４課～６課 確認テスト</vt:lpstr>
      <vt:lpstr>4課～6課 確認テスト</vt:lpstr>
      <vt:lpstr>7課～9課 確認テスト</vt:lpstr>
      <vt:lpstr>7課～9課 確認テスト</vt:lpstr>
      <vt:lpstr>7課～9課 確認テスト</vt:lpstr>
      <vt:lpstr>10課～12課 確認テスト</vt:lpstr>
      <vt:lpstr>10課～12課 確認テスト</vt:lpstr>
      <vt:lpstr>10課～12課 確認テスト</vt:lpstr>
      <vt:lpstr>10課～12課 確認テスト</vt:lpstr>
      <vt:lpstr>13課～15課 確認テスト</vt:lpstr>
      <vt:lpstr>13課～15課 確認テスト</vt:lpstr>
      <vt:lpstr>13課～15課 確認テスト</vt:lpstr>
      <vt:lpstr>できる日本語中級ーＪＰＤ３１６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Oanh Le</dc:creator>
  <cp:lastModifiedBy>Oanh Le</cp:lastModifiedBy>
  <cp:revision>4</cp:revision>
  <dcterms:created xsi:type="dcterms:W3CDTF">2021-07-16T02:45:36Z</dcterms:created>
  <dcterms:modified xsi:type="dcterms:W3CDTF">2021-08-21T06:59:11Z</dcterms:modified>
</cp:coreProperties>
</file>