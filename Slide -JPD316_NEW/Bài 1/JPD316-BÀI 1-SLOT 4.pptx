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72" r:id="rId3"/>
    <p:sldId id="479" r:id="rId4"/>
    <p:sldId id="484" r:id="rId5"/>
    <p:sldId id="537" r:id="rId6"/>
    <p:sldId id="481" r:id="rId7"/>
    <p:sldId id="482" r:id="rId8"/>
    <p:sldId id="483" r:id="rId9"/>
    <p:sldId id="492" r:id="rId10"/>
    <p:sldId id="416" r:id="rId11"/>
    <p:sldId id="538" r:id="rId12"/>
    <p:sldId id="485" r:id="rId13"/>
    <p:sldId id="486" r:id="rId14"/>
    <p:sldId id="487" r:id="rId15"/>
    <p:sldId id="488" r:id="rId16"/>
    <p:sldId id="489" r:id="rId17"/>
    <p:sldId id="539" r:id="rId18"/>
    <p:sldId id="490" r:id="rId19"/>
    <p:sldId id="491" r:id="rId20"/>
    <p:sldId id="493" r:id="rId21"/>
    <p:sldId id="497" r:id="rId22"/>
    <p:sldId id="428" r:id="rId23"/>
    <p:sldId id="42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CB5E8-673E-48D0-BDB6-098C214E877A}" v="14" dt="2021-09-17T01:20:3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17DCB5E8-673E-48D0-BDB6-098C214E877A}"/>
    <pc:docChg chg="undo custSel addSld delSld modSld sldOrd delSection modSection">
      <pc:chgData name="Oanh Le Thi Kim  (FE FPTU CT)" userId="33772939-cd87-45c1-be61-e0648bc25a53" providerId="ADAL" clId="{17DCB5E8-673E-48D0-BDB6-098C214E877A}" dt="2021-09-08T14:08:59.304" v="758" actId="20577"/>
      <pc:docMkLst>
        <pc:docMk/>
      </pc:docMkLst>
      <pc:sldChg chg="add del">
        <pc:chgData name="Oanh Le Thi Kim  (FE FPTU CT)" userId="33772939-cd87-45c1-be61-e0648bc25a53" providerId="ADAL" clId="{17DCB5E8-673E-48D0-BDB6-098C214E877A}" dt="2021-08-21T06:55:31.225" v="7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602090843" sldId="257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4273538635" sldId="353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260844141" sldId="356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674687173" sldId="362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4141102625" sldId="368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189862289" sldId="375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3122985082" sldId="389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636810010" sldId="413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671139041" sldId="414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920024879" sldId="431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016727121" sldId="432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161235609" sldId="434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809780006" sldId="435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18416491" sldId="437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120370565" sldId="440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055448676" sldId="452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650038349" sldId="461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976439526" sldId="462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734768885" sldId="463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3197634967" sldId="464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3317478818" sldId="465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206096002" sldId="466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299808084" sldId="467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650478606" sldId="468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691386198" sldId="469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4093982215" sldId="470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657811786" sldId="471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987865810" sldId="472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3369113007" sldId="473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907146089" sldId="474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313999754" sldId="475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2327895418" sldId="476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3761256136" sldId="477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439999023" sldId="478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645481903" sldId="480"/>
        </pc:sldMkLst>
      </pc:sldChg>
      <pc:sldChg chg="modSp mod">
        <pc:chgData name="Oanh Le Thi Kim  (FE FPTU CT)" userId="33772939-cd87-45c1-be61-e0648bc25a53" providerId="ADAL" clId="{17DCB5E8-673E-48D0-BDB6-098C214E877A}" dt="2021-08-21T03:32:32.690" v="5"/>
        <pc:sldMkLst>
          <pc:docMk/>
          <pc:sldMk cId="742253074" sldId="491"/>
        </pc:sldMkLst>
        <pc:spChg chg="mod">
          <ac:chgData name="Oanh Le Thi Kim  (FE FPTU CT)" userId="33772939-cd87-45c1-be61-e0648bc25a53" providerId="ADAL" clId="{17DCB5E8-673E-48D0-BDB6-098C214E877A}" dt="2021-08-21T03:32:32.690" v="5"/>
          <ac:spMkLst>
            <pc:docMk/>
            <pc:sldMk cId="742253074" sldId="491"/>
            <ac:spMk id="4" creationId="{9CB7EEE1-C007-45D6-9CB2-FB416E743C66}"/>
          </ac:spMkLst>
        </pc:spChg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634672553" sldId="494"/>
        </pc:sldMkLst>
      </pc:sldChg>
      <pc:sldChg chg="addSp modSp add mod modNotesTx">
        <pc:chgData name="Oanh Le Thi Kim  (FE FPTU CT)" userId="33772939-cd87-45c1-be61-e0648bc25a53" providerId="ADAL" clId="{17DCB5E8-673E-48D0-BDB6-098C214E877A}" dt="2021-09-08T13:43:27.874" v="222" actId="207"/>
        <pc:sldMkLst>
          <pc:docMk/>
          <pc:sldMk cId="741172925" sldId="494"/>
        </pc:sldMkLst>
        <pc:spChg chg="mod">
          <ac:chgData name="Oanh Le Thi Kim  (FE FPTU CT)" userId="33772939-cd87-45c1-be61-e0648bc25a53" providerId="ADAL" clId="{17DCB5E8-673E-48D0-BDB6-098C214E877A}" dt="2021-09-08T13:43:27.874" v="222" actId="207"/>
          <ac:spMkLst>
            <pc:docMk/>
            <pc:sldMk cId="741172925" sldId="494"/>
            <ac:spMk id="5" creationId="{9F4B3034-E2E3-4173-8554-B1E008035346}"/>
          </ac:spMkLst>
        </pc:spChg>
        <pc:spChg chg="add mod">
          <ac:chgData name="Oanh Le Thi Kim  (FE FPTU CT)" userId="33772939-cd87-45c1-be61-e0648bc25a53" providerId="ADAL" clId="{17DCB5E8-673E-48D0-BDB6-098C214E877A}" dt="2021-09-08T13:41:32.485" v="20" actId="20577"/>
          <ac:spMkLst>
            <pc:docMk/>
            <pc:sldMk cId="741172925" sldId="494"/>
            <ac:spMk id="6" creationId="{AE607163-E0E1-4C11-A9EE-87834DD6401D}"/>
          </ac:spMkLst>
        </pc:spChg>
      </pc:sldChg>
      <pc:sldChg chg="modSp add mod ord">
        <pc:chgData name="Oanh Le Thi Kim  (FE FPTU CT)" userId="33772939-cd87-45c1-be61-e0648bc25a53" providerId="ADAL" clId="{17DCB5E8-673E-48D0-BDB6-098C214E877A}" dt="2021-09-08T13:47:27.278" v="529" actId="20577"/>
        <pc:sldMkLst>
          <pc:docMk/>
          <pc:sldMk cId="2044927145" sldId="495"/>
        </pc:sldMkLst>
        <pc:spChg chg="mod">
          <ac:chgData name="Oanh Le Thi Kim  (FE FPTU CT)" userId="33772939-cd87-45c1-be61-e0648bc25a53" providerId="ADAL" clId="{17DCB5E8-673E-48D0-BDB6-098C214E877A}" dt="2021-09-08T13:43:52.802" v="226"/>
          <ac:spMkLst>
            <pc:docMk/>
            <pc:sldMk cId="2044927145" sldId="495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17DCB5E8-673E-48D0-BDB6-098C214E877A}" dt="2021-09-08T13:47:27.278" v="529" actId="20577"/>
          <ac:spMkLst>
            <pc:docMk/>
            <pc:sldMk cId="2044927145" sldId="495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259931112" sldId="495"/>
        </pc:sldMkLst>
      </pc:sldChg>
      <pc:sldChg chg="modSp add mod ord modNotesTx">
        <pc:chgData name="Oanh Le Thi Kim  (FE FPTU CT)" userId="33772939-cd87-45c1-be61-e0648bc25a53" providerId="ADAL" clId="{17DCB5E8-673E-48D0-BDB6-098C214E877A}" dt="2021-09-08T14:08:59.304" v="758" actId="20577"/>
        <pc:sldMkLst>
          <pc:docMk/>
          <pc:sldMk cId="1275194136" sldId="496"/>
        </pc:sldMkLst>
        <pc:spChg chg="mod">
          <ac:chgData name="Oanh Le Thi Kim  (FE FPTU CT)" userId="33772939-cd87-45c1-be61-e0648bc25a53" providerId="ADAL" clId="{17DCB5E8-673E-48D0-BDB6-098C214E877A}" dt="2021-09-08T14:02:34.536" v="536" actId="207"/>
          <ac:spMkLst>
            <pc:docMk/>
            <pc:sldMk cId="1275194136" sldId="496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17DCB5E8-673E-48D0-BDB6-098C214E877A}" dt="2021-09-08T14:06:50.443" v="757" actId="108"/>
          <ac:spMkLst>
            <pc:docMk/>
            <pc:sldMk cId="1275194136" sldId="496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17DCB5E8-673E-48D0-BDB6-098C214E877A}" dt="2021-09-08T14:02:29.189" v="534" actId="14100"/>
          <ac:spMkLst>
            <pc:docMk/>
            <pc:sldMk cId="1275194136" sldId="496"/>
            <ac:spMk id="6" creationId="{AE607163-E0E1-4C11-A9EE-87834DD6401D}"/>
          </ac:spMkLst>
        </pc:spChg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741788040" sldId="496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958271465" sldId="497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751100020" sldId="498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912670926" sldId="499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797964670" sldId="500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142910932" sldId="501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066729684" sldId="502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52006646" sldId="503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330583441" sldId="504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509656281" sldId="505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856847072" sldId="506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209224733" sldId="507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22587388" sldId="508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977898121" sldId="509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702275674" sldId="510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266015208" sldId="511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419829319" sldId="512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33618400" sldId="513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1613870191" sldId="514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577138615" sldId="515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2818405752" sldId="516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285738145" sldId="517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311268855" sldId="518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988357671" sldId="519"/>
        </pc:sldMkLst>
      </pc:sldChg>
      <pc:sldChg chg="del">
        <pc:chgData name="Oanh Le Thi Kim  (FE FPTU CT)" userId="33772939-cd87-45c1-be61-e0648bc25a53" providerId="ADAL" clId="{17DCB5E8-673E-48D0-BDB6-098C214E877A}" dt="2021-08-08T08:32:13.763" v="4" actId="47"/>
        <pc:sldMkLst>
          <pc:docMk/>
          <pc:sldMk cId="4127391314" sldId="520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1898261554" sldId="521"/>
        </pc:sldMkLst>
      </pc:sldChg>
      <pc:sldChg chg="del">
        <pc:chgData name="Oanh Le Thi Kim  (FE FPTU CT)" userId="33772939-cd87-45c1-be61-e0648bc25a53" providerId="ADAL" clId="{17DCB5E8-673E-48D0-BDB6-098C214E877A}" dt="2021-08-08T08:31:48.387" v="0" actId="47"/>
        <pc:sldMkLst>
          <pc:docMk/>
          <pc:sldMk cId="4148253158" sldId="522"/>
        </pc:sldMkLst>
      </pc:sldChg>
    </pc:docChg>
  </pc:docChgLst>
  <pc:docChgLst>
    <pc:chgData name="Le Thi Kim Oanh (FE FPTU CT)" userId="33772939-cd87-45c1-be61-e0648bc25a53" providerId="ADAL" clId="{17DCB5E8-673E-48D0-BDB6-098C214E877A}"/>
    <pc:docChg chg="custSel addSld delSld modSld">
      <pc:chgData name="Le Thi Kim Oanh (FE FPTU CT)" userId="33772939-cd87-45c1-be61-e0648bc25a53" providerId="ADAL" clId="{17DCB5E8-673E-48D0-BDB6-098C214E877A}" dt="2021-09-17T01:20:44.837" v="48" actId="47"/>
      <pc:docMkLst>
        <pc:docMk/>
      </pc:docMkLst>
      <pc:sldChg chg="del">
        <pc:chgData name="Le Thi Kim Oanh (FE FPTU CT)" userId="33772939-cd87-45c1-be61-e0648bc25a53" providerId="ADAL" clId="{17DCB5E8-673E-48D0-BDB6-098C214E877A}" dt="2021-09-17T01:19:49.766" v="29" actId="47"/>
        <pc:sldMkLst>
          <pc:docMk/>
          <pc:sldMk cId="741172925" sldId="494"/>
        </pc:sldMkLst>
      </pc:sldChg>
      <pc:sldChg chg="del">
        <pc:chgData name="Le Thi Kim Oanh (FE FPTU CT)" userId="33772939-cd87-45c1-be61-e0648bc25a53" providerId="ADAL" clId="{17DCB5E8-673E-48D0-BDB6-098C214E877A}" dt="2021-09-17T01:20:19.541" v="39" actId="47"/>
        <pc:sldMkLst>
          <pc:docMk/>
          <pc:sldMk cId="2044927145" sldId="495"/>
        </pc:sldMkLst>
      </pc:sldChg>
      <pc:sldChg chg="del">
        <pc:chgData name="Le Thi Kim Oanh (FE FPTU CT)" userId="33772939-cd87-45c1-be61-e0648bc25a53" providerId="ADAL" clId="{17DCB5E8-673E-48D0-BDB6-098C214E877A}" dt="2021-09-17T01:20:44.837" v="48" actId="47"/>
        <pc:sldMkLst>
          <pc:docMk/>
          <pc:sldMk cId="1275194136" sldId="496"/>
        </pc:sldMkLst>
      </pc:sldChg>
      <pc:sldChg chg="addSp delSp modSp new mod setBg modClrScheme chgLayout">
        <pc:chgData name="Le Thi Kim Oanh (FE FPTU CT)" userId="33772939-cd87-45c1-be61-e0648bc25a53" providerId="ADAL" clId="{17DCB5E8-673E-48D0-BDB6-098C214E877A}" dt="2021-09-14T12:41:43.986" v="12" actId="26606"/>
        <pc:sldMkLst>
          <pc:docMk/>
          <pc:sldMk cId="2619568048" sldId="497"/>
        </pc:sldMkLst>
        <pc:spChg chg="del">
          <ac:chgData name="Le Thi Kim Oanh (FE FPTU CT)" userId="33772939-cd87-45c1-be61-e0648bc25a53" providerId="ADAL" clId="{17DCB5E8-673E-48D0-BDB6-098C214E877A}" dt="2021-09-14T12:41:07.742" v="1" actId="700"/>
          <ac:spMkLst>
            <pc:docMk/>
            <pc:sldMk cId="2619568048" sldId="497"/>
            <ac:spMk id="2" creationId="{6BE72343-BDB0-480A-BBF5-208E6611B408}"/>
          </ac:spMkLst>
        </pc:spChg>
        <pc:spChg chg="del">
          <ac:chgData name="Le Thi Kim Oanh (FE FPTU CT)" userId="33772939-cd87-45c1-be61-e0648bc25a53" providerId="ADAL" clId="{17DCB5E8-673E-48D0-BDB6-098C214E877A}" dt="2021-09-14T12:41:07.742" v="1" actId="700"/>
          <ac:spMkLst>
            <pc:docMk/>
            <pc:sldMk cId="2619568048" sldId="497"/>
            <ac:spMk id="3" creationId="{A6BF05ED-A7C1-4255-A14B-89029584AC86}"/>
          </ac:spMkLst>
        </pc:spChg>
        <pc:spChg chg="del">
          <ac:chgData name="Le Thi Kim Oanh (FE FPTU CT)" userId="33772939-cd87-45c1-be61-e0648bc25a53" providerId="ADAL" clId="{17DCB5E8-673E-48D0-BDB6-098C214E877A}" dt="2021-09-14T12:41:07.742" v="1" actId="700"/>
          <ac:spMkLst>
            <pc:docMk/>
            <pc:sldMk cId="2619568048" sldId="497"/>
            <ac:spMk id="4" creationId="{5645CF76-E32B-4225-B0EE-1C39C2C675C7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13" creationId="{F3060C83-F051-4F0E-ABAD-AA0DFC48B218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15" creationId="{83C98ABE-055B-441F-B07E-44F97F083C39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17" creationId="{29FDB030-9B49-4CED-8CCD-4D99382388AC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19" creationId="{3783CA14-24A1-485C-8B30-D6A5D87987AD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21" creationId="{9A97C86A-04D6-40F7-AE84-31AB43E6A846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23" creationId="{FF9F2414-84E8-453E-B1F3-389FDE8192D9}"/>
          </ac:spMkLst>
        </pc:spChg>
        <pc:spChg chg="add">
          <ac:chgData name="Le Thi Kim Oanh (FE FPTU CT)" userId="33772939-cd87-45c1-be61-e0648bc25a53" providerId="ADAL" clId="{17DCB5E8-673E-48D0-BDB6-098C214E877A}" dt="2021-09-14T12:41:43.986" v="12" actId="26606"/>
          <ac:spMkLst>
            <pc:docMk/>
            <pc:sldMk cId="2619568048" sldId="497"/>
            <ac:spMk id="25" creationId="{3ECA69A1-7536-43AC-85EF-C7106179F5ED}"/>
          </ac:spMkLst>
        </pc:spChg>
        <pc:picChg chg="add del mod">
          <ac:chgData name="Le Thi Kim Oanh (FE FPTU CT)" userId="33772939-cd87-45c1-be61-e0648bc25a53" providerId="ADAL" clId="{17DCB5E8-673E-48D0-BDB6-098C214E877A}" dt="2021-09-14T12:41:28.307" v="5" actId="478"/>
          <ac:picMkLst>
            <pc:docMk/>
            <pc:sldMk cId="2619568048" sldId="497"/>
            <ac:picMk id="6" creationId="{E417614B-F970-434C-B2BD-7E00260CB277}"/>
          </ac:picMkLst>
        </pc:picChg>
        <pc:picChg chg="add mod">
          <ac:chgData name="Le Thi Kim Oanh (FE FPTU CT)" userId="33772939-cd87-45c1-be61-e0648bc25a53" providerId="ADAL" clId="{17DCB5E8-673E-48D0-BDB6-098C214E877A}" dt="2021-09-14T12:41:43.986" v="12" actId="26606"/>
          <ac:picMkLst>
            <pc:docMk/>
            <pc:sldMk cId="2619568048" sldId="497"/>
            <ac:picMk id="8" creationId="{9CE35C96-BE79-4E6C-8A9F-EA058D3ADCA4}"/>
          </ac:picMkLst>
        </pc:picChg>
      </pc:sldChg>
      <pc:sldChg chg="addSp delSp modSp add mod">
        <pc:chgData name="Le Thi Kim Oanh (FE FPTU CT)" userId="33772939-cd87-45c1-be61-e0648bc25a53" providerId="ADAL" clId="{17DCB5E8-673E-48D0-BDB6-098C214E877A}" dt="2021-09-17T01:19:46.314" v="28" actId="14100"/>
        <pc:sldMkLst>
          <pc:docMk/>
          <pc:sldMk cId="3766553441" sldId="537"/>
        </pc:sldMkLst>
        <pc:spChg chg="mod">
          <ac:chgData name="Le Thi Kim Oanh (FE FPTU CT)" userId="33772939-cd87-45c1-be61-e0648bc25a53" providerId="ADAL" clId="{17DCB5E8-673E-48D0-BDB6-098C214E877A}" dt="2021-09-17T01:19:28.437" v="19"/>
          <ac:spMkLst>
            <pc:docMk/>
            <pc:sldMk cId="3766553441" sldId="537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17DCB5E8-673E-48D0-BDB6-098C214E877A}" dt="2021-09-17T01:19:39.054" v="22" actId="931"/>
          <ac:spMkLst>
            <pc:docMk/>
            <pc:sldMk cId="3766553441" sldId="537"/>
            <ac:spMk id="4" creationId="{957B7C88-D75F-4966-B58E-A6D167828A56}"/>
          </ac:spMkLst>
        </pc:spChg>
        <pc:picChg chg="add mod">
          <ac:chgData name="Le Thi Kim Oanh (FE FPTU CT)" userId="33772939-cd87-45c1-be61-e0648bc25a53" providerId="ADAL" clId="{17DCB5E8-673E-48D0-BDB6-098C214E877A}" dt="2021-09-17T01:19:46.314" v="28" actId="14100"/>
          <ac:picMkLst>
            <pc:docMk/>
            <pc:sldMk cId="3766553441" sldId="537"/>
            <ac:picMk id="6" creationId="{22ED5903-D9B9-4F55-AB03-F09A8F15EE13}"/>
          </ac:picMkLst>
        </pc:picChg>
        <pc:picChg chg="del mod">
          <ac:chgData name="Le Thi Kim Oanh (FE FPTU CT)" userId="33772939-cd87-45c1-be61-e0648bc25a53" providerId="ADAL" clId="{17DCB5E8-673E-48D0-BDB6-098C214E877A}" dt="2021-09-17T01:19:29.990" v="21" actId="478"/>
          <ac:picMkLst>
            <pc:docMk/>
            <pc:sldMk cId="3766553441" sldId="537"/>
            <ac:picMk id="7" creationId="{8DAB2762-EB10-4FCE-BA21-01813B72B44D}"/>
          </ac:picMkLst>
        </pc:picChg>
      </pc:sldChg>
      <pc:sldChg chg="addSp delSp modSp add mod">
        <pc:chgData name="Le Thi Kim Oanh (FE FPTU CT)" userId="33772939-cd87-45c1-be61-e0648bc25a53" providerId="ADAL" clId="{17DCB5E8-673E-48D0-BDB6-098C214E877A}" dt="2021-09-17T01:20:16.933" v="38" actId="14100"/>
        <pc:sldMkLst>
          <pc:docMk/>
          <pc:sldMk cId="820142423" sldId="538"/>
        </pc:sldMkLst>
        <pc:spChg chg="add del mod">
          <ac:chgData name="Le Thi Kim Oanh (FE FPTU CT)" userId="33772939-cd87-45c1-be61-e0648bc25a53" providerId="ADAL" clId="{17DCB5E8-673E-48D0-BDB6-098C214E877A}" dt="2021-09-17T01:20:09.572" v="32" actId="931"/>
          <ac:spMkLst>
            <pc:docMk/>
            <pc:sldMk cId="820142423" sldId="538"/>
            <ac:spMk id="4" creationId="{6A5FB8EF-09C9-4603-A2FC-767E4CE4E5D6}"/>
          </ac:spMkLst>
        </pc:spChg>
        <pc:picChg chg="del">
          <ac:chgData name="Le Thi Kim Oanh (FE FPTU CT)" userId="33772939-cd87-45c1-be61-e0648bc25a53" providerId="ADAL" clId="{17DCB5E8-673E-48D0-BDB6-098C214E877A}" dt="2021-09-17T01:20:04.955" v="31" actId="478"/>
          <ac:picMkLst>
            <pc:docMk/>
            <pc:sldMk cId="820142423" sldId="538"/>
            <ac:picMk id="6" creationId="{22ED5903-D9B9-4F55-AB03-F09A8F15EE13}"/>
          </ac:picMkLst>
        </pc:picChg>
        <pc:picChg chg="add mod">
          <ac:chgData name="Le Thi Kim Oanh (FE FPTU CT)" userId="33772939-cd87-45c1-be61-e0648bc25a53" providerId="ADAL" clId="{17DCB5E8-673E-48D0-BDB6-098C214E877A}" dt="2021-09-17T01:20:16.933" v="38" actId="14100"/>
          <ac:picMkLst>
            <pc:docMk/>
            <pc:sldMk cId="820142423" sldId="538"/>
            <ac:picMk id="7" creationId="{88ECB08B-47A7-46D4-B294-DF9CB4128A5A}"/>
          </ac:picMkLst>
        </pc:picChg>
      </pc:sldChg>
      <pc:sldChg chg="addSp delSp modSp add mod">
        <pc:chgData name="Le Thi Kim Oanh (FE FPTU CT)" userId="33772939-cd87-45c1-be61-e0648bc25a53" providerId="ADAL" clId="{17DCB5E8-673E-48D0-BDB6-098C214E877A}" dt="2021-09-17T01:20:42.470" v="47" actId="14100"/>
        <pc:sldMkLst>
          <pc:docMk/>
          <pc:sldMk cId="22130395" sldId="539"/>
        </pc:sldMkLst>
        <pc:spChg chg="add del mod">
          <ac:chgData name="Le Thi Kim Oanh (FE FPTU CT)" userId="33772939-cd87-45c1-be61-e0648bc25a53" providerId="ADAL" clId="{17DCB5E8-673E-48D0-BDB6-098C214E877A}" dt="2021-09-17T01:20:35.112" v="42" actId="931"/>
          <ac:spMkLst>
            <pc:docMk/>
            <pc:sldMk cId="22130395" sldId="539"/>
            <ac:spMk id="4" creationId="{792504DA-FB5A-4BBA-ABA2-BE3E90FF27D3}"/>
          </ac:spMkLst>
        </pc:spChg>
        <pc:picChg chg="del">
          <ac:chgData name="Le Thi Kim Oanh (FE FPTU CT)" userId="33772939-cd87-45c1-be61-e0648bc25a53" providerId="ADAL" clId="{17DCB5E8-673E-48D0-BDB6-098C214E877A}" dt="2021-09-17T01:20:29.062" v="41" actId="478"/>
          <ac:picMkLst>
            <pc:docMk/>
            <pc:sldMk cId="22130395" sldId="539"/>
            <ac:picMk id="6" creationId="{22ED5903-D9B9-4F55-AB03-F09A8F15EE13}"/>
          </ac:picMkLst>
        </pc:picChg>
        <pc:picChg chg="add mod">
          <ac:chgData name="Le Thi Kim Oanh (FE FPTU CT)" userId="33772939-cd87-45c1-be61-e0648bc25a53" providerId="ADAL" clId="{17DCB5E8-673E-48D0-BDB6-098C214E877A}" dt="2021-09-17T01:20:42.470" v="47" actId="14100"/>
          <ac:picMkLst>
            <pc:docMk/>
            <pc:sldMk cId="22130395" sldId="539"/>
            <ac:picMk id="7" creationId="{2731CADB-EC0E-4BF2-B2EE-97483C8F374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34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88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63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34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14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 SV hoàn thành theo cặp.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2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38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62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06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06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86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4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36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39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 SV hoàn thành các câu trên, GV sửa.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86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345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8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528283" y="4220480"/>
            <a:ext cx="3960774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19424" y="1735449"/>
            <a:ext cx="374051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74607" y="1975190"/>
            <a:ext cx="4097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2(19)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74607" y="4578325"/>
            <a:ext cx="374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やってみよう（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20</a:t>
            </a:r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）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427259" y="2886536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580687" y="3095498"/>
            <a:ext cx="2788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D9910B"/>
                </a:solidFill>
                <a:cs typeface="Arial" pitchFamily="34" charset="0"/>
              </a:rPr>
              <a:t>文法</a:t>
            </a:r>
            <a:r>
              <a:rPr lang="ja-JP" altLang="en-US" sz="3200" b="1" dirty="0">
                <a:solidFill>
                  <a:srgbClr val="D9910B"/>
                </a:solidFill>
                <a:cs typeface="Arial" pitchFamily="34" charset="0"/>
              </a:rPr>
              <a:t>：</a:t>
            </a:r>
            <a:r>
              <a:rPr lang="vi-VN" altLang="ja-JP" sz="2800" b="1" dirty="0">
                <a:solidFill>
                  <a:srgbClr val="D9910B"/>
                </a:solidFill>
                <a:cs typeface="Arial" pitchFamily="34" charset="0"/>
              </a:rPr>
              <a:t>1.2.3</a:t>
            </a:r>
            <a:endParaRPr lang="ko-KR" altLang="en-US" sz="32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0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2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文法</a:t>
            </a:r>
            <a:r>
              <a:rPr lang="vi-VN" altLang="ja-JP" sz="4000" b="1" dirty="0">
                <a:solidFill>
                  <a:srgbClr val="A11D2B"/>
                </a:solidFill>
              </a:rPr>
              <a:t>1.2.3</a:t>
            </a:r>
            <a:r>
              <a:rPr lang="ja-JP" altLang="en-US" sz="4000" b="1" dirty="0">
                <a:solidFill>
                  <a:srgbClr val="A11D2B"/>
                </a:solidFill>
              </a:rPr>
              <a:t>（</a:t>
            </a:r>
            <a:r>
              <a:rPr lang="vi-VN" altLang="ja-JP" sz="4000" b="1" dirty="0">
                <a:solidFill>
                  <a:srgbClr val="A11D2B"/>
                </a:solidFill>
              </a:rPr>
              <a:t>19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84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</a:t>
            </a:r>
            <a:r>
              <a:rPr lang="ja-JP" altLang="en-US" sz="2000" dirty="0"/>
              <a:t> </a:t>
            </a:r>
            <a:r>
              <a:rPr lang="ja-JP" altLang="en-US" sz="4000" b="1" dirty="0">
                <a:solidFill>
                  <a:srgbClr val="A11D2B"/>
                </a:solidFill>
              </a:rPr>
              <a:t>よね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vi-VN" altLang="ja-JP" sz="2400" dirty="0"/>
          </a:p>
          <a:p>
            <a:pPr marL="0" indent="0" algn="l">
              <a:buNone/>
            </a:pPr>
            <a:r>
              <a:rPr lang="ja-JP" altLang="en-US" sz="2400" dirty="0"/>
              <a:t>＊</a:t>
            </a:r>
            <a:r>
              <a:rPr lang="ja-JP" altLang="en-US" sz="2800" dirty="0"/>
              <a:t>確 認 する、同 意を求めるとき使う</a:t>
            </a:r>
            <a:endParaRPr lang="vi-VN" altLang="ja-JP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25652" y="1828800"/>
            <a:ext cx="4837083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400" dirty="0"/>
          </a:p>
          <a:p>
            <a:pPr marL="0" indent="0" algn="ctr">
              <a:buNone/>
            </a:pPr>
            <a:r>
              <a:rPr lang="ja-JP" altLang="en-US" sz="3200" dirty="0"/>
              <a:t>文＋よね</a:t>
            </a:r>
            <a:endParaRPr lang="en-US" altLang="ja-JP" sz="36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0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P19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22ED5903-D9B9-4F55-AB03-F09A8F15EE1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408822"/>
            <a:ext cx="11354978" cy="4125704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「よ」と「ね」のチェック！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① Ａ：毎日、暑いです［ ね ・ よ ］。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Ｂ：そうです［ ね・ よ ］。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Ａ：会議は </a:t>
            </a:r>
            <a:r>
              <a:rPr lang="en-US" altLang="ja-JP" sz="2800" dirty="0"/>
              <a:t>11 </a:t>
            </a:r>
            <a:r>
              <a:rPr lang="ja-JP" altLang="en-US" sz="2800" dirty="0"/>
              <a:t>時からですね。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Ｂ：いえ、</a:t>
            </a:r>
            <a:r>
              <a:rPr lang="en-US" altLang="ja-JP" sz="2800" dirty="0"/>
              <a:t>10 </a:t>
            </a:r>
            <a:r>
              <a:rPr lang="ja-JP" altLang="en-US" sz="2800" dirty="0"/>
              <a:t>時からです［ ね ・ よ ］。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③ </a:t>
            </a:r>
            <a:r>
              <a:rPr lang="vi-VN" altLang="ja-JP" sz="2800" dirty="0"/>
              <a:t>   </a:t>
            </a:r>
            <a:r>
              <a:rPr lang="ja-JP" altLang="en-US" sz="2800" dirty="0"/>
              <a:t>Ａ：あのう、切 符を落 としました［ よ ・ ね ］。 </a:t>
            </a:r>
            <a:r>
              <a:rPr lang="vi-VN" altLang="ja-JP" sz="2800" dirty="0"/>
              <a:t>     	</a:t>
            </a:r>
            <a:r>
              <a:rPr lang="ja-JP" altLang="en-US" sz="2800" dirty="0"/>
              <a:t>Ｂ：あ、ありがとうございます。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6FABEA-6FFA-468E-990D-A90CE4457955}"/>
              </a:ext>
            </a:extLst>
          </p:cNvPr>
          <p:cNvSpPr txBox="1"/>
          <p:nvPr/>
        </p:nvSpPr>
        <p:spPr>
          <a:xfrm>
            <a:off x="4592053" y="1500510"/>
            <a:ext cx="4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F2C15-BD3F-4C3B-9AF0-86B0DD9EAD4A}"/>
              </a:ext>
            </a:extLst>
          </p:cNvPr>
          <p:cNvSpPr txBox="1"/>
          <p:nvPr/>
        </p:nvSpPr>
        <p:spPr>
          <a:xfrm>
            <a:off x="5626768" y="988915"/>
            <a:ext cx="4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C50E3-DE97-4D82-85D6-35761579D0CF}"/>
              </a:ext>
            </a:extLst>
          </p:cNvPr>
          <p:cNvSpPr txBox="1"/>
          <p:nvPr/>
        </p:nvSpPr>
        <p:spPr>
          <a:xfrm>
            <a:off x="5660670" y="3105834"/>
            <a:ext cx="4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E9D11-4900-4334-B835-A8556E3AD487}"/>
              </a:ext>
            </a:extLst>
          </p:cNvPr>
          <p:cNvSpPr txBox="1"/>
          <p:nvPr/>
        </p:nvSpPr>
        <p:spPr>
          <a:xfrm>
            <a:off x="8307617" y="4164613"/>
            <a:ext cx="4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5526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よね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7040" y="1708485"/>
            <a:ext cx="6375655" cy="369369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Ａ：明日テストだって、Ｃさんが言うんだけど、</a:t>
            </a:r>
            <a:r>
              <a:rPr lang="vi-VN" altLang="ja-JP" sz="3200" dirty="0"/>
              <a:t>_________</a:t>
            </a:r>
            <a:r>
              <a:rPr lang="ja-JP" altLang="en-US" sz="3200" dirty="0"/>
              <a:t> よね？ 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Ｂ：うん。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4104856" y="2608234"/>
            <a:ext cx="1213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highlight>
                  <a:srgbClr val="FFFF00"/>
                </a:highlight>
              </a:rPr>
              <a:t>ない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11266" name="Picture 2" descr="テストの問題用紙のイラスト">
            <a:extLst>
              <a:ext uri="{FF2B5EF4-FFF2-40B4-BE49-F238E27FC236}">
                <a16:creationId xmlns:a16="http://schemas.microsoft.com/office/drawing/2014/main" id="{F33BFC28-DE8B-4484-B45B-2D7BFE302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348" y="1869405"/>
            <a:ext cx="3244015" cy="324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18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よね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7040" y="1708484"/>
            <a:ext cx="6616286" cy="381400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200" b="1" dirty="0">
                <a:solidFill>
                  <a:srgbClr val="C00000"/>
                </a:solidFill>
              </a:rPr>
              <a:t>〈</a:t>
            </a:r>
            <a:r>
              <a:rPr lang="ja-JP" altLang="en-US" sz="3200" b="1" dirty="0">
                <a:solidFill>
                  <a:srgbClr val="C00000"/>
                </a:solidFill>
              </a:rPr>
              <a:t>音楽を聞いていて</a:t>
            </a:r>
            <a:r>
              <a:rPr lang="en-US" altLang="ja-JP" sz="3200" b="1" dirty="0">
                <a:solidFill>
                  <a:srgbClr val="C00000"/>
                </a:solidFill>
              </a:rPr>
              <a:t>〉</a:t>
            </a:r>
            <a:r>
              <a:rPr lang="en-US" altLang="ja-JP" sz="3200" dirty="0"/>
              <a:t> </a:t>
            </a:r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Ａ：このバンド、本当 に＿＿＿＿ よね。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Ｂ：うん。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5468435" y="2620265"/>
            <a:ext cx="1894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highlight>
                  <a:srgbClr val="FFFF00"/>
                </a:highlight>
              </a:rPr>
              <a:t>すてき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12290" name="Picture 2" descr="女性ボーカルのバンドのイラスト">
            <a:extLst>
              <a:ext uri="{FF2B5EF4-FFF2-40B4-BE49-F238E27FC236}">
                <a16:creationId xmlns:a16="http://schemas.microsoft.com/office/drawing/2014/main" id="{D5903BE1-FA47-4721-8EF3-B2FC00195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951" y="1799724"/>
            <a:ext cx="3814009" cy="381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9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よね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7039" y="1708484"/>
            <a:ext cx="10820582" cy="380197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映画のチケットが </a:t>
            </a:r>
            <a:r>
              <a:rPr lang="en-US" altLang="ja-JP" sz="2800" b="1" dirty="0">
                <a:solidFill>
                  <a:srgbClr val="C00000"/>
                </a:solidFill>
              </a:rPr>
              <a:t>2 </a:t>
            </a:r>
            <a:r>
              <a:rPr lang="ja-JP" altLang="en-US" sz="2800" b="1" dirty="0">
                <a:solidFill>
                  <a:srgbClr val="C00000"/>
                </a:solidFill>
              </a:rPr>
              <a:t>枚あります。友達は映画を見に行きたいと言っていました。友達を 誘 ってください。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Ａ：Ｂさん、＿＿＿＿＿＿＿＿＿ よね。 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Ｂ：うん。 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Ａ： ＿＿＿＿＿＿＿＿＿＿＿＿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Ｂ：えっ、ほんと。ぜひ、行ってみたい！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414973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～とか～とか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vi-VN" altLang="ja-JP" sz="2400" dirty="0"/>
          </a:p>
          <a:p>
            <a:pPr marL="0" indent="0" algn="l">
              <a:buNone/>
            </a:pPr>
            <a:r>
              <a:rPr lang="ja-JP" altLang="en-US" sz="2400" dirty="0"/>
              <a:t>＊</a:t>
            </a:r>
            <a:r>
              <a:rPr lang="ja-JP" altLang="en-US" sz="2000" dirty="0"/>
              <a:t> </a:t>
            </a:r>
            <a:r>
              <a:rPr lang="ja-JP" altLang="en-US" sz="2800" dirty="0"/>
              <a:t>～や～など。 </a:t>
            </a:r>
            <a:endParaRPr lang="en-US" altLang="ja-JP" sz="2800" dirty="0"/>
          </a:p>
          <a:p>
            <a:pPr marL="0" indent="0" algn="l">
              <a:buNone/>
            </a:pPr>
            <a:r>
              <a:rPr lang="ja-JP" altLang="en-US" sz="2800" dirty="0"/>
              <a:t>＊例 を言うとき使う。 </a:t>
            </a:r>
            <a:endParaRPr lang="en-US" altLang="ja-JP" sz="2800" dirty="0"/>
          </a:p>
          <a:p>
            <a:pPr algn="l"/>
            <a:r>
              <a:rPr lang="ja-JP" altLang="en-US" sz="2400" dirty="0"/>
              <a:t>話し言葉的 </a:t>
            </a:r>
            <a:r>
              <a:rPr lang="ja-JP" altLang="en-US" sz="2800" dirty="0"/>
              <a:t>。 </a:t>
            </a:r>
            <a:endParaRPr lang="vi-VN" altLang="ja-JP" sz="2800" dirty="0"/>
          </a:p>
          <a:p>
            <a:pPr algn="l"/>
            <a:r>
              <a:rPr lang="vi-VN" altLang="ja-JP" sz="2800" dirty="0"/>
              <a:t>Nào là~nào là...</a:t>
            </a:r>
            <a:endParaRPr lang="vi-VN" altLang="ja-JP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25652" y="1828800"/>
            <a:ext cx="4837083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400" dirty="0"/>
          </a:p>
          <a:p>
            <a:pPr marL="0" indent="0" algn="ctr">
              <a:buNone/>
            </a:pPr>
            <a:r>
              <a:rPr lang="ja-JP" altLang="en-US" sz="2800" dirty="0"/>
              <a:t>普 通形＋とか 普通 形  ＋とか ＊ナＡ</a:t>
            </a:r>
            <a:r>
              <a:rPr lang="en-US" altLang="ja-JP" sz="2800" dirty="0"/>
              <a:t>/</a:t>
            </a:r>
            <a:r>
              <a:rPr lang="ja-JP" altLang="en-US" sz="2800" dirty="0"/>
              <a:t>Ｎ（だ）</a:t>
            </a:r>
            <a:endParaRPr lang="en-US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65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P19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88ECB08B-47A7-46D4-B294-DF9CB4128A5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5" y="1530369"/>
            <a:ext cx="11734380" cy="4028220"/>
          </a:xfrm>
        </p:spPr>
      </p:pic>
    </p:spTree>
    <p:extLst>
      <p:ext uri="{BB962C8B-B14F-4D97-AF65-F5344CB8AC3E}">
        <p14:creationId xmlns:p14="http://schemas.microsoft.com/office/powerpoint/2010/main" val="820142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～とか～とか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08484"/>
            <a:ext cx="6397177" cy="430730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2800" dirty="0"/>
              <a:t> Ａ：Ｂさんの国の料理ってどんなのがあるの？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Ｂ：うーん、有名なのは、＿＿＿＿＿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とか＿＿＿＿＿＿ とかかな。 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4894578" y="3476673"/>
            <a:ext cx="189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生春巻き</a:t>
            </a:r>
            <a:endParaRPr lang="en-US" sz="2800" dirty="0">
              <a:highlight>
                <a:srgbClr val="FFFF00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0FE437-0895-40CA-BDBC-906390B33591}"/>
              </a:ext>
            </a:extLst>
          </p:cNvPr>
          <p:cNvGrpSpPr/>
          <p:nvPr/>
        </p:nvGrpSpPr>
        <p:grpSpPr>
          <a:xfrm>
            <a:off x="7617781" y="1708484"/>
            <a:ext cx="3850106" cy="4451685"/>
            <a:chOff x="7547060" y="1708484"/>
            <a:chExt cx="3177088" cy="4416342"/>
          </a:xfrm>
        </p:grpSpPr>
        <p:pic>
          <p:nvPicPr>
            <p:cNvPr id="13314" name="Picture 2" descr="ベトナム料理のイラスト素材 - PIXTA">
              <a:extLst>
                <a:ext uri="{FF2B5EF4-FFF2-40B4-BE49-F238E27FC236}">
                  <a16:creationId xmlns:a16="http://schemas.microsoft.com/office/drawing/2014/main" id="{2BEC5597-5F01-4966-B843-3714F54556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060" y="1708484"/>
              <a:ext cx="3177088" cy="2422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6" name="Picture 4" descr="フォー 食べ物 無料イラスト | 素材Good">
              <a:extLst>
                <a:ext uri="{FF2B5EF4-FFF2-40B4-BE49-F238E27FC236}">
                  <a16:creationId xmlns:a16="http://schemas.microsoft.com/office/drawing/2014/main" id="{463562A5-FF9B-4C34-B5A6-48CC6A236A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0548" y="3981701"/>
              <a:ext cx="2133600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FA26BD-0509-4477-8E66-489334603896}"/>
              </a:ext>
            </a:extLst>
          </p:cNvPr>
          <p:cNvSpPr txBox="1"/>
          <p:nvPr/>
        </p:nvSpPr>
        <p:spPr>
          <a:xfrm>
            <a:off x="1690161" y="3999893"/>
            <a:ext cx="1746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フォー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972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～とか～とか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647197"/>
            <a:ext cx="6978352" cy="430730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2800" dirty="0"/>
              <a:t> Ａ：ああーお金がない。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Ｂ：いつもそう言ってるけど、＿＿＿＿ とか＿＿＿＿＿＿ とかしたら？ 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5712726" y="3077140"/>
            <a:ext cx="189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買い物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A26BD-0509-4477-8E66-489334603896}"/>
              </a:ext>
            </a:extLst>
          </p:cNvPr>
          <p:cNvSpPr txBox="1"/>
          <p:nvPr/>
        </p:nvSpPr>
        <p:spPr>
          <a:xfrm>
            <a:off x="1768641" y="3539239"/>
            <a:ext cx="1764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</a:rPr>
              <a:t>旅行</a:t>
            </a:r>
            <a:endParaRPr lang="en-US" sz="2800" dirty="0">
              <a:highlight>
                <a:srgbClr val="FFFF00"/>
              </a:highligh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4BAB7A-9A04-480E-B4AE-8F2493190D54}"/>
              </a:ext>
            </a:extLst>
          </p:cNvPr>
          <p:cNvGrpSpPr/>
          <p:nvPr/>
        </p:nvGrpSpPr>
        <p:grpSpPr>
          <a:xfrm>
            <a:off x="8758989" y="1599072"/>
            <a:ext cx="2690858" cy="4801728"/>
            <a:chOff x="8566484" y="1599071"/>
            <a:chExt cx="2449131" cy="4948971"/>
          </a:xfrm>
        </p:grpSpPr>
        <p:pic>
          <p:nvPicPr>
            <p:cNvPr id="14338" name="Picture 2" descr="ショッピングのイラスト「買い物をしている女性」 | かわいいフリー素材集 いらすとや">
              <a:extLst>
                <a:ext uri="{FF2B5EF4-FFF2-40B4-BE49-F238E27FC236}">
                  <a16:creationId xmlns:a16="http://schemas.microsoft.com/office/drawing/2014/main" id="{25D8716E-FCB3-46C3-BC69-0469E09BD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84" y="1599071"/>
              <a:ext cx="2103288" cy="2208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40" name="Picture 4" descr="国内旅行イラスト／無料イラストなら「イラストAC」">
              <a:extLst>
                <a:ext uri="{FF2B5EF4-FFF2-40B4-BE49-F238E27FC236}">
                  <a16:creationId xmlns:a16="http://schemas.microsoft.com/office/drawing/2014/main" id="{657DEB85-702F-4886-AB6C-84A0FBC396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85" y="4087979"/>
              <a:ext cx="2449130" cy="246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888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～とか～とか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659228"/>
            <a:ext cx="7383767" cy="449317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A: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夏休み、何するの？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B: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何もしない。アルバイトをするだけ。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：えっ、＿＿＿＿</a:t>
            </a:r>
            <a:r>
              <a:rPr kumimoji="1" lang="ja-JP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とか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＿＿＿＿＿＿＿</a:t>
            </a:r>
            <a:r>
              <a:rPr kumimoji="1" lang="ja-JP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とか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してみたら？</a:t>
            </a:r>
            <a:endParaRPr kumimoji="1" lang="en-US" altLang="ja-JP" sz="3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2362200" y="4208922"/>
            <a:ext cx="1894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海に行く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A26BD-0509-4477-8E66-489334603896}"/>
              </a:ext>
            </a:extLst>
          </p:cNvPr>
          <p:cNvSpPr txBox="1"/>
          <p:nvPr/>
        </p:nvSpPr>
        <p:spPr>
          <a:xfrm>
            <a:off x="4633370" y="4208921"/>
            <a:ext cx="2296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美術館に行く</a:t>
            </a:r>
            <a:endParaRPr lang="en-US" sz="2400" dirty="0">
              <a:highlight>
                <a:srgbClr val="FFFF00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D0BD51-5C54-4905-85BC-7DF1230C52D8}"/>
              </a:ext>
            </a:extLst>
          </p:cNvPr>
          <p:cNvGrpSpPr/>
          <p:nvPr/>
        </p:nvGrpSpPr>
        <p:grpSpPr>
          <a:xfrm>
            <a:off x="8302013" y="1402297"/>
            <a:ext cx="3514936" cy="4750109"/>
            <a:chOff x="7514232" y="1647197"/>
            <a:chExt cx="3935615" cy="4750109"/>
          </a:xfrm>
        </p:grpSpPr>
        <p:pic>
          <p:nvPicPr>
            <p:cNvPr id="15362" name="Picture 2" descr="海にドライブイラスト／無料イラストなら「イラストAC」">
              <a:extLst>
                <a:ext uri="{FF2B5EF4-FFF2-40B4-BE49-F238E27FC236}">
                  <a16:creationId xmlns:a16="http://schemas.microsoft.com/office/drawing/2014/main" id="{DF1D08F8-89FA-4BD4-A8AC-494A45A9B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4232" y="1647197"/>
              <a:ext cx="3935615" cy="22527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64" name="Picture 4" descr="美術館 イラスト素材 - iStock">
              <a:extLst>
                <a:ext uri="{FF2B5EF4-FFF2-40B4-BE49-F238E27FC236}">
                  <a16:creationId xmlns:a16="http://schemas.microsoft.com/office/drawing/2014/main" id="{44B8F851-90FE-4BDD-9FC2-71060F0ED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978" y="4208923"/>
              <a:ext cx="3601453" cy="2188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38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～とか～とか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659229"/>
            <a:ext cx="7359703" cy="4079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  A: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　</a:t>
            </a: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さんは甘いもの、好き？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B: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うん、大好き。＿＿＿＿＿</a:t>
            </a:r>
            <a:r>
              <a:rPr kumimoji="1" lang="ja-JP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とか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＿＿＿＿＿</a:t>
            </a:r>
            <a:r>
              <a:rPr kumimoji="1" lang="ja-JP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とか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甘くてやわらかいものが好き。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3685479" y="3089986"/>
            <a:ext cx="127133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プリン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A26BD-0509-4477-8E66-489334603896}"/>
              </a:ext>
            </a:extLst>
          </p:cNvPr>
          <p:cNvSpPr txBox="1"/>
          <p:nvPr/>
        </p:nvSpPr>
        <p:spPr>
          <a:xfrm>
            <a:off x="6599517" y="3089986"/>
            <a:ext cx="127133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ゼリー</a:t>
            </a:r>
            <a:endParaRPr lang="en-US" sz="2400" dirty="0">
              <a:highlight>
                <a:srgbClr val="FFFF00"/>
              </a:highligh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3BBDA2-DDED-4B5F-BEF4-84588E545491}"/>
              </a:ext>
            </a:extLst>
          </p:cNvPr>
          <p:cNvGrpSpPr/>
          <p:nvPr/>
        </p:nvGrpSpPr>
        <p:grpSpPr>
          <a:xfrm>
            <a:off x="8494294" y="1763065"/>
            <a:ext cx="3164305" cy="4601640"/>
            <a:chOff x="8388908" y="1763065"/>
            <a:chExt cx="2533650" cy="4265508"/>
          </a:xfrm>
        </p:grpSpPr>
        <p:pic>
          <p:nvPicPr>
            <p:cNvPr id="16386" name="Picture 2" descr="プリンのイラスト | かわいいフリー素材集 いらすとや">
              <a:extLst>
                <a:ext uri="{FF2B5EF4-FFF2-40B4-BE49-F238E27FC236}">
                  <a16:creationId xmlns:a16="http://schemas.microsoft.com/office/drawing/2014/main" id="{5EDEEC00-DFD3-48F8-AAA4-56EDD8720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908" y="1763065"/>
              <a:ext cx="25336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88" name="Picture 4" descr="ゼリー（手書きイラスト） | デジタル教材ストア">
              <a:extLst>
                <a:ext uri="{FF2B5EF4-FFF2-40B4-BE49-F238E27FC236}">
                  <a16:creationId xmlns:a16="http://schemas.microsoft.com/office/drawing/2014/main" id="{B98EC8A9-CC96-4003-80BD-C87D3E96D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4170" y="3885448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0576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～だけ／～だけの＋Ｎ 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542935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en-US" altLang="ja-JP" sz="2400" dirty="0"/>
          </a:p>
          <a:p>
            <a:pPr marL="0" indent="0" algn="l">
              <a:buNone/>
            </a:pPr>
            <a:r>
              <a:rPr lang="ja-JP" altLang="en-US" sz="2400" dirty="0"/>
              <a:t>～できる全部 </a:t>
            </a:r>
            <a:endParaRPr lang="en-US" altLang="ja-JP" sz="2400" dirty="0"/>
          </a:p>
          <a:p>
            <a:pPr marL="0" indent="0" algn="l">
              <a:buNone/>
            </a:pPr>
            <a:r>
              <a:rPr lang="ja-JP" altLang="en-US" sz="2400" dirty="0"/>
              <a:t>～たいと思う全部</a:t>
            </a:r>
            <a:endParaRPr lang="en-US" altLang="ja-JP" sz="2400" dirty="0"/>
          </a:p>
          <a:p>
            <a:pPr marL="0" indent="0" algn="l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Đến mức có thể, rất, hết mức, đủ để...</a:t>
            </a:r>
            <a:endParaRPr lang="vi-VN" altLang="ja-JP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25652" y="1828800"/>
            <a:ext cx="4837083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sz="2400" dirty="0"/>
              <a:t>普 通 形 の肯 定 形 ＋だけ </a:t>
            </a:r>
            <a:endParaRPr lang="en-US" altLang="ja-JP" sz="2400" dirty="0"/>
          </a:p>
          <a:p>
            <a:pPr marL="0" indent="0" algn="ctr">
              <a:buNone/>
            </a:pPr>
            <a:r>
              <a:rPr lang="ja-JP" altLang="en-US" sz="2400" dirty="0"/>
              <a:t>＊ナＡ ～だ→な </a:t>
            </a:r>
            <a:endParaRPr lang="en-US" altLang="ja-JP" sz="2400" dirty="0"/>
          </a:p>
          <a:p>
            <a:pPr marL="0" indent="0" algn="ctr">
              <a:buNone/>
            </a:pPr>
            <a:r>
              <a:rPr lang="ja-JP" altLang="en-US" sz="2400" dirty="0"/>
              <a:t>＊名 詞 と一緒 には使わない</a:t>
            </a:r>
            <a:endParaRPr lang="vi-VN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543563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P19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2731CADB-EC0E-4BF2-B2EE-97483C8F37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1925700"/>
            <a:ext cx="11684965" cy="3608826"/>
          </a:xfrm>
        </p:spPr>
      </p:pic>
    </p:spTree>
    <p:extLst>
      <p:ext uri="{BB962C8B-B14F-4D97-AF65-F5344CB8AC3E}">
        <p14:creationId xmlns:p14="http://schemas.microsoft.com/office/powerpoint/2010/main" val="2213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1" y="629268"/>
            <a:ext cx="6019402" cy="658109"/>
          </a:xfr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ja-JP" altLang="en-US" sz="4400" b="1" dirty="0"/>
              <a:t>～だけ／～だけの＋Ｎ </a:t>
            </a:r>
            <a:endParaRPr lang="en-US" altLang="ja-JP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2560" y="2438400"/>
            <a:ext cx="6309360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 </a:t>
            </a:r>
            <a:r>
              <a:rPr lang="ja-JP" altLang="en-US" sz="3200" b="1" dirty="0">
                <a:solidFill>
                  <a:srgbClr val="C00000"/>
                </a:solidFill>
              </a:rPr>
              <a:t>幹 事 </a:t>
            </a:r>
            <a:endParaRPr lang="en-US" altLang="ja-JP" sz="3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3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今日は飲み放題なので、好きなだ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け＿＿＿＿＿＿ ください！</a:t>
            </a:r>
            <a:r>
              <a:rPr lang="ja-JP" altLang="en-US" dirty="0"/>
              <a:t> </a:t>
            </a:r>
            <a:endParaRPr kumimoji="1" lang="en-US" altLang="ja-JP" dirty="0"/>
          </a:p>
        </p:txBody>
      </p:sp>
      <p:pic>
        <p:nvPicPr>
          <p:cNvPr id="17410" name="Picture 2" descr="忘年会のイラスト | 四代目素材屋こあき">
            <a:extLst>
              <a:ext uri="{FF2B5EF4-FFF2-40B4-BE49-F238E27FC236}">
                <a16:creationId xmlns:a16="http://schemas.microsoft.com/office/drawing/2014/main" id="{4142372B-0ABD-4C7E-AADD-A5026F671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1" r="18445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F67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6257106" y="4471023"/>
            <a:ext cx="147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dirty="0">
                <a:highlight>
                  <a:srgbClr val="FFFF00"/>
                </a:highlight>
              </a:rPr>
              <a:t>飲んで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765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4800" b="1" dirty="0"/>
              <a:t>～だけ／～だけの＋Ｎ 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62436"/>
            <a:ext cx="6481398" cy="413303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2800" dirty="0"/>
              <a:t>お正月などの長い休みは、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 だけ食べ、＿＿＿＿＿ だけ寝ると いう人も多いです。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でも、そうすると、休みのあとに体や頭がうまく働かなくて、元に戻 すのが 大変です</a:t>
            </a:r>
            <a:r>
              <a:rPr lang="ja-JP" altLang="en-US" sz="2400" dirty="0"/>
              <a:t>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1387447" y="2765133"/>
            <a:ext cx="127133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好きな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A26BD-0509-4477-8E66-489334603896}"/>
              </a:ext>
            </a:extLst>
          </p:cNvPr>
          <p:cNvSpPr txBox="1"/>
          <p:nvPr/>
        </p:nvSpPr>
        <p:spPr>
          <a:xfrm>
            <a:off x="5155728" y="2725239"/>
            <a:ext cx="127133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寝たい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CA9BA-FC8E-4CBA-9B71-877BC21B0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363" y="1522036"/>
            <a:ext cx="2453190" cy="2486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5F0F5E-A8A3-427A-8A25-449E0FD95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363" y="3901826"/>
            <a:ext cx="2838005" cy="263094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DBF9297-7C96-4230-9D02-C5CFEE743FE1}"/>
              </a:ext>
            </a:extLst>
          </p:cNvPr>
          <p:cNvGrpSpPr/>
          <p:nvPr/>
        </p:nvGrpSpPr>
        <p:grpSpPr>
          <a:xfrm>
            <a:off x="8351363" y="1482143"/>
            <a:ext cx="2838005" cy="5010731"/>
            <a:chOff x="8351363" y="1482143"/>
            <a:chExt cx="2838005" cy="501073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0C76F5-CFA6-4E74-B24F-3E0CFAB8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1363" y="1482143"/>
              <a:ext cx="2453190" cy="248619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7ABDB65-F46E-4031-91A4-A5588D5D5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363" y="3861933"/>
              <a:ext cx="2838005" cy="2630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225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書きましょう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1053398" cy="535748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①私は </a:t>
            </a:r>
            <a:r>
              <a:rPr lang="vi-VN" altLang="ja-JP" sz="2800" dirty="0"/>
              <a:t>_______</a:t>
            </a:r>
            <a:r>
              <a:rPr lang="ja-JP" altLang="en-US" sz="2800" dirty="0"/>
              <a:t>とか</a:t>
            </a:r>
            <a:r>
              <a:rPr lang="vi-VN" altLang="ja-JP" sz="2800" dirty="0"/>
              <a:t>_________</a:t>
            </a:r>
            <a:r>
              <a:rPr lang="ja-JP" altLang="en-US" sz="2800" dirty="0"/>
              <a:t> とか、甘いものが好きです。</a:t>
            </a: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②遠慮 しないで、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 だけ食べてください。 </a:t>
            </a: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③ Ａ：最近、５</a:t>
            </a:r>
            <a:r>
              <a:rPr lang="en-US" altLang="ja-JP" sz="2800" dirty="0"/>
              <a:t>kg </a:t>
            </a:r>
            <a:r>
              <a:rPr lang="ja-JP" altLang="en-US" sz="2800" dirty="0"/>
              <a:t>も太ってしまった。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Ｂ： </a:t>
            </a:r>
            <a:r>
              <a:rPr lang="vi-VN" altLang="ja-JP" sz="2800" dirty="0"/>
              <a:t>_______</a:t>
            </a:r>
            <a:r>
              <a:rPr lang="ja-JP" altLang="en-US" sz="2800" dirty="0"/>
              <a:t>とか</a:t>
            </a:r>
            <a:r>
              <a:rPr lang="vi-VN" altLang="ja-JP" sz="2800" dirty="0"/>
              <a:t>______</a:t>
            </a:r>
            <a:r>
              <a:rPr lang="ja-JP" altLang="en-US" sz="2800" dirty="0"/>
              <a:t> とかして みたら？</a:t>
            </a: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④ 昨日、父が日本へ来ました。今日は 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だけ早く帰るつもりです。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42980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9CE35C96-BE79-4E6C-8A9F-EA058D3AD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56926"/>
            <a:ext cx="10905066" cy="3544146"/>
          </a:xfrm>
          <a:prstGeom prst="rect">
            <a:avLst/>
          </a:prstGeom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6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1621971"/>
            <a:ext cx="10789884" cy="307142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友達を誘う時に使う表現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ja-JP" altLang="en-US" sz="4400" b="1" dirty="0">
                <a:solidFill>
                  <a:srgbClr val="A11D2B"/>
                </a:solidFill>
              </a:rPr>
              <a:t>　</a:t>
            </a: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―03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　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12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84" y="1621971"/>
            <a:ext cx="10777853" cy="3419261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  <a:highlight>
                  <a:srgbClr val="FFFF00"/>
                </a:highlight>
              </a:rPr>
              <a:t>やってみよう</a:t>
            </a:r>
            <a:r>
              <a:rPr lang="vi-VN" altLang="ja-JP" sz="4000" b="1" dirty="0">
                <a:solidFill>
                  <a:srgbClr val="A11D2B"/>
                </a:solidFill>
                <a:highlight>
                  <a:srgbClr val="FFFF00"/>
                </a:highlight>
              </a:rPr>
              <a:t>(20)</a:t>
            </a:r>
            <a:br>
              <a:rPr lang="en-US" altLang="ja-JP" sz="4000" b="1" dirty="0">
                <a:solidFill>
                  <a:srgbClr val="A11D2B"/>
                </a:solidFill>
                <a:highlight>
                  <a:srgbClr val="FFFF00"/>
                </a:highlight>
              </a:rPr>
            </a:br>
            <a:br>
              <a:rPr lang="en-US" altLang="ja-JP" sz="4000" b="1" dirty="0">
                <a:solidFill>
                  <a:srgbClr val="A11D2B"/>
                </a:solidFill>
                <a:highlight>
                  <a:srgbClr val="FFFF00"/>
                </a:highlight>
              </a:rPr>
            </a:br>
            <a:r>
              <a:rPr lang="ja-JP" altLang="en-US" b="1" dirty="0">
                <a:solidFill>
                  <a:srgbClr val="A11D2B"/>
                </a:solidFill>
              </a:rPr>
              <a:t>掲示板やインターネットを見て参加したいイベントを探しましょう。それから、友達を誘いましょう。</a:t>
            </a:r>
            <a:endParaRPr lang="en-US" sz="40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9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3728</TotalTime>
  <Words>1157</Words>
  <Application>Microsoft Office PowerPoint</Application>
  <PresentationFormat>Widescreen</PresentationFormat>
  <Paragraphs>163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使ってみよう2 文法1.2.3（19ページ）</vt:lpstr>
      <vt:lpstr>～ よね</vt:lpstr>
      <vt:lpstr>例文（P19）</vt:lpstr>
      <vt:lpstr>「よ」と「ね」のチェック！</vt:lpstr>
      <vt:lpstr>～ よね</vt:lpstr>
      <vt:lpstr>～ よね</vt:lpstr>
      <vt:lpstr>～ よね</vt:lpstr>
      <vt:lpstr>～とか～とか</vt:lpstr>
      <vt:lpstr>例文（P19）</vt:lpstr>
      <vt:lpstr>～とか～とか</vt:lpstr>
      <vt:lpstr>～とか～とか</vt:lpstr>
      <vt:lpstr>～とか～とか</vt:lpstr>
      <vt:lpstr>～とか～とか</vt:lpstr>
      <vt:lpstr>～だけ／～だけの＋Ｎ </vt:lpstr>
      <vt:lpstr>例文（P19）</vt:lpstr>
      <vt:lpstr>～だけ／～だけの＋Ｎ </vt:lpstr>
      <vt:lpstr>～だけ／～だけの＋Ｎ </vt:lpstr>
      <vt:lpstr>書きましょう</vt:lpstr>
      <vt:lpstr>PowerPoint Presentation</vt:lpstr>
      <vt:lpstr>友達を誘う時に使う表現 　（ワークブック―03ページ）　</vt:lpstr>
      <vt:lpstr>やってみよう(20)  掲示板やインターネットを見て参加したいイベントを探しましょう。それから、友達を誘いましょう。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2021-09-17T01:20:51Z</dcterms:modified>
</cp:coreProperties>
</file>