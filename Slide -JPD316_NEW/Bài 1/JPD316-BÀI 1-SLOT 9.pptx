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517" r:id="rId3"/>
    <p:sldId id="335" r:id="rId4"/>
    <p:sldId id="518" r:id="rId5"/>
    <p:sldId id="519" r:id="rId6"/>
    <p:sldId id="363" r:id="rId7"/>
    <p:sldId id="527" r:id="rId8"/>
    <p:sldId id="528" r:id="rId9"/>
    <p:sldId id="520" r:id="rId10"/>
    <p:sldId id="521" r:id="rId11"/>
    <p:sldId id="522" r:id="rId12"/>
    <p:sldId id="359" r:id="rId13"/>
    <p:sldId id="526" r:id="rId14"/>
    <p:sldId id="529" r:id="rId15"/>
    <p:sldId id="524" r:id="rId16"/>
    <p:sldId id="525" r:id="rId17"/>
    <p:sldId id="53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1D2B"/>
    <a:srgbClr val="1A1E3B"/>
    <a:srgbClr val="D9910B"/>
    <a:srgbClr val="256766"/>
    <a:srgbClr val="5E9C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DF0FA2-F2F2-4C4D-8924-535EE9586152}" v="67" dt="2021-09-13T10:42:15.4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82603" autoAdjust="0"/>
  </p:normalViewPr>
  <p:slideViewPr>
    <p:cSldViewPr snapToGrid="0" showGuides="1">
      <p:cViewPr varScale="1">
        <p:scale>
          <a:sx n="53" d="100"/>
          <a:sy n="53" d="100"/>
        </p:scale>
        <p:origin x="1092" y="36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Thi Kim Oanh (FE FPTU CT)" userId="33772939-cd87-45c1-be61-e0648bc25a53" providerId="ADAL" clId="{17DF0FA2-F2F2-4C4D-8924-535EE9586152}"/>
    <pc:docChg chg="undo custSel addSld delSld modSld sldOrd">
      <pc:chgData name="Le Thi Kim Oanh (FE FPTU CT)" userId="33772939-cd87-45c1-be61-e0648bc25a53" providerId="ADAL" clId="{17DF0FA2-F2F2-4C4D-8924-535EE9586152}" dt="2021-09-13T10:47:51.153" v="108" actId="1076"/>
      <pc:docMkLst>
        <pc:docMk/>
      </pc:docMkLst>
      <pc:sldChg chg="addSp delSp modSp mod">
        <pc:chgData name="Le Thi Kim Oanh (FE FPTU CT)" userId="33772939-cd87-45c1-be61-e0648bc25a53" providerId="ADAL" clId="{17DF0FA2-F2F2-4C4D-8924-535EE9586152}" dt="2021-09-13T10:47:51.153" v="108" actId="1076"/>
        <pc:sldMkLst>
          <pc:docMk/>
          <pc:sldMk cId="45218809" sldId="520"/>
        </pc:sldMkLst>
        <pc:picChg chg="del">
          <ac:chgData name="Le Thi Kim Oanh (FE FPTU CT)" userId="33772939-cd87-45c1-be61-e0648bc25a53" providerId="ADAL" clId="{17DF0FA2-F2F2-4C4D-8924-535EE9586152}" dt="2021-09-13T10:41:22.891" v="79" actId="478"/>
          <ac:picMkLst>
            <pc:docMk/>
            <pc:sldMk cId="45218809" sldId="520"/>
            <ac:picMk id="3" creationId="{34CB363F-33AB-4C9C-A646-A9A049F1B656}"/>
          </ac:picMkLst>
        </pc:picChg>
        <pc:picChg chg="add mod">
          <ac:chgData name="Le Thi Kim Oanh (FE FPTU CT)" userId="33772939-cd87-45c1-be61-e0648bc25a53" providerId="ADAL" clId="{17DF0FA2-F2F2-4C4D-8924-535EE9586152}" dt="2021-09-13T10:47:51.153" v="108" actId="1076"/>
          <ac:picMkLst>
            <pc:docMk/>
            <pc:sldMk cId="45218809" sldId="520"/>
            <ac:picMk id="4" creationId="{E2328D71-50EC-4DCD-A1D2-50CDFFD1E427}"/>
          </ac:picMkLst>
        </pc:picChg>
      </pc:sldChg>
      <pc:sldChg chg="addSp delSp modSp mod">
        <pc:chgData name="Le Thi Kim Oanh (FE FPTU CT)" userId="33772939-cd87-45c1-be61-e0648bc25a53" providerId="ADAL" clId="{17DF0FA2-F2F2-4C4D-8924-535EE9586152}" dt="2021-09-13T10:42:07.834" v="94" actId="14100"/>
        <pc:sldMkLst>
          <pc:docMk/>
          <pc:sldMk cId="803106430" sldId="521"/>
        </pc:sldMkLst>
        <pc:picChg chg="add mod">
          <ac:chgData name="Le Thi Kim Oanh (FE FPTU CT)" userId="33772939-cd87-45c1-be61-e0648bc25a53" providerId="ADAL" clId="{17DF0FA2-F2F2-4C4D-8924-535EE9586152}" dt="2021-09-13T10:42:07.834" v="94" actId="14100"/>
          <ac:picMkLst>
            <pc:docMk/>
            <pc:sldMk cId="803106430" sldId="521"/>
            <ac:picMk id="3" creationId="{4F2D892C-9337-4678-A999-8FDDD53176AF}"/>
          </ac:picMkLst>
        </pc:picChg>
        <pc:picChg chg="del">
          <ac:chgData name="Le Thi Kim Oanh (FE FPTU CT)" userId="33772939-cd87-45c1-be61-e0648bc25a53" providerId="ADAL" clId="{17DF0FA2-F2F2-4C4D-8924-535EE9586152}" dt="2021-09-13T10:41:25.119" v="80" actId="478"/>
          <ac:picMkLst>
            <pc:docMk/>
            <pc:sldMk cId="803106430" sldId="521"/>
            <ac:picMk id="6" creationId="{EC4D3FF8-C322-46D3-BB6D-1D6BFA389409}"/>
          </ac:picMkLst>
        </pc:picChg>
      </pc:sldChg>
      <pc:sldChg chg="addSp delSp modSp mod">
        <pc:chgData name="Le Thi Kim Oanh (FE FPTU CT)" userId="33772939-cd87-45c1-be61-e0648bc25a53" providerId="ADAL" clId="{17DF0FA2-F2F2-4C4D-8924-535EE9586152}" dt="2021-09-13T10:42:28.511" v="102" actId="14100"/>
        <pc:sldMkLst>
          <pc:docMk/>
          <pc:sldMk cId="2855734380" sldId="522"/>
        </pc:sldMkLst>
        <pc:picChg chg="del">
          <ac:chgData name="Le Thi Kim Oanh (FE FPTU CT)" userId="33772939-cd87-45c1-be61-e0648bc25a53" providerId="ADAL" clId="{17DF0FA2-F2F2-4C4D-8924-535EE9586152}" dt="2021-09-13T10:41:26.864" v="81" actId="478"/>
          <ac:picMkLst>
            <pc:docMk/>
            <pc:sldMk cId="2855734380" sldId="522"/>
            <ac:picMk id="3" creationId="{F3E9AD3D-FF85-4E22-8799-02B5981DAA1C}"/>
          </ac:picMkLst>
        </pc:picChg>
        <pc:picChg chg="add mod">
          <ac:chgData name="Le Thi Kim Oanh (FE FPTU CT)" userId="33772939-cd87-45c1-be61-e0648bc25a53" providerId="ADAL" clId="{17DF0FA2-F2F2-4C4D-8924-535EE9586152}" dt="2021-09-13T10:42:28.511" v="102" actId="14100"/>
          <ac:picMkLst>
            <pc:docMk/>
            <pc:sldMk cId="2855734380" sldId="522"/>
            <ac:picMk id="4" creationId="{42D40AF1-A3DF-4A50-822E-2A88FDA137DE}"/>
          </ac:picMkLst>
        </pc:picChg>
      </pc:sldChg>
      <pc:sldChg chg="modSp add ord modNotesTx">
        <pc:chgData name="Le Thi Kim Oanh (FE FPTU CT)" userId="33772939-cd87-45c1-be61-e0648bc25a53" providerId="ADAL" clId="{17DF0FA2-F2F2-4C4D-8924-535EE9586152}" dt="2021-09-12T05:42:33.459" v="78" actId="20577"/>
        <pc:sldMkLst>
          <pc:docMk/>
          <pc:sldMk cId="327600062" sldId="530"/>
        </pc:sldMkLst>
        <pc:spChg chg="mod">
          <ac:chgData name="Le Thi Kim Oanh (FE FPTU CT)" userId="33772939-cd87-45c1-be61-e0648bc25a53" providerId="ADAL" clId="{17DF0FA2-F2F2-4C4D-8924-535EE9586152}" dt="2021-09-12T05:42:17.814" v="15"/>
          <ac:spMkLst>
            <pc:docMk/>
            <pc:sldMk cId="327600062" sldId="530"/>
            <ac:spMk id="12" creationId="{D445F4E3-AD2B-4AE0-86B9-BBD810A0A3D3}"/>
          </ac:spMkLst>
        </pc:spChg>
      </pc:sldChg>
      <pc:sldChg chg="add del">
        <pc:chgData name="Le Thi Kim Oanh (FE FPTU CT)" userId="33772939-cd87-45c1-be61-e0648bc25a53" providerId="ADAL" clId="{17DF0FA2-F2F2-4C4D-8924-535EE9586152}" dt="2021-09-12T05:42:03.120" v="1" actId="2890"/>
        <pc:sldMkLst>
          <pc:docMk/>
          <pc:sldMk cId="595316090" sldId="530"/>
        </pc:sldMkLst>
      </pc:sldChg>
    </pc:docChg>
  </pc:docChgLst>
  <pc:docChgLst>
    <pc:chgData name="Oanh Le Thi Kim  (FE FPTU CT)" userId="33772939-cd87-45c1-be61-e0648bc25a53" providerId="ADAL" clId="{17DF0FA2-F2F2-4C4D-8924-535EE9586152}"/>
    <pc:docChg chg="undo custSel addSld delSld modSld sldOrd">
      <pc:chgData name="Oanh Le Thi Kim  (FE FPTU CT)" userId="33772939-cd87-45c1-be61-e0648bc25a53" providerId="ADAL" clId="{17DF0FA2-F2F2-4C4D-8924-535EE9586152}" dt="2021-09-09T14:08:34.630" v="418" actId="20577"/>
      <pc:docMkLst>
        <pc:docMk/>
      </pc:docMkLst>
      <pc:sldChg chg="add">
        <pc:chgData name="Oanh Le Thi Kim  (FE FPTU CT)" userId="33772939-cd87-45c1-be61-e0648bc25a53" providerId="ADAL" clId="{17DF0FA2-F2F2-4C4D-8924-535EE9586152}" dt="2021-09-08T14:53:52.315" v="5"/>
        <pc:sldMkLst>
          <pc:docMk/>
          <pc:sldMk cId="1809037783" sldId="256"/>
        </pc:sldMkLst>
      </pc:sldChg>
      <pc:sldChg chg="delSp modSp add mod setBg">
        <pc:chgData name="Oanh Le Thi Kim  (FE FPTU CT)" userId="33772939-cd87-45c1-be61-e0648bc25a53" providerId="ADAL" clId="{17DF0FA2-F2F2-4C4D-8924-535EE9586152}" dt="2021-09-08T14:56:22.720" v="64" actId="478"/>
        <pc:sldMkLst>
          <pc:docMk/>
          <pc:sldMk cId="2002009058" sldId="335"/>
        </pc:sldMkLst>
        <pc:spChg chg="mod">
          <ac:chgData name="Oanh Le Thi Kim  (FE FPTU CT)" userId="33772939-cd87-45c1-be61-e0648bc25a53" providerId="ADAL" clId="{17DF0FA2-F2F2-4C4D-8924-535EE9586152}" dt="2021-09-08T14:56:08.959" v="59" actId="1076"/>
          <ac:spMkLst>
            <pc:docMk/>
            <pc:sldMk cId="2002009058" sldId="335"/>
            <ac:spMk id="8" creationId="{886FE98E-F50F-4D70-9056-58B30A09147C}"/>
          </ac:spMkLst>
        </pc:spChg>
        <pc:spChg chg="mod">
          <ac:chgData name="Oanh Le Thi Kim  (FE FPTU CT)" userId="33772939-cd87-45c1-be61-e0648bc25a53" providerId="ADAL" clId="{17DF0FA2-F2F2-4C4D-8924-535EE9586152}" dt="2021-09-08T14:56:12.846" v="60" actId="1076"/>
          <ac:spMkLst>
            <pc:docMk/>
            <pc:sldMk cId="2002009058" sldId="335"/>
            <ac:spMk id="9" creationId="{1D250FC1-744B-4E14-B388-E489C89F2C7C}"/>
          </ac:spMkLst>
        </pc:spChg>
        <pc:spChg chg="mod">
          <ac:chgData name="Oanh Le Thi Kim  (FE FPTU CT)" userId="33772939-cd87-45c1-be61-e0648bc25a53" providerId="ADAL" clId="{17DF0FA2-F2F2-4C4D-8924-535EE9586152}" dt="2021-09-08T14:54:45.564" v="17" actId="20577"/>
          <ac:spMkLst>
            <pc:docMk/>
            <pc:sldMk cId="2002009058" sldId="335"/>
            <ac:spMk id="12" creationId="{D445F4E3-AD2B-4AE0-86B9-BBD810A0A3D3}"/>
          </ac:spMkLst>
        </pc:spChg>
        <pc:spChg chg="del mod">
          <ac:chgData name="Oanh Le Thi Kim  (FE FPTU CT)" userId="33772939-cd87-45c1-be61-e0648bc25a53" providerId="ADAL" clId="{17DF0FA2-F2F2-4C4D-8924-535EE9586152}" dt="2021-09-08T14:56:22.720" v="64" actId="478"/>
          <ac:spMkLst>
            <pc:docMk/>
            <pc:sldMk cId="2002009058" sldId="335"/>
            <ac:spMk id="14" creationId="{0049D7EE-BBB5-46CD-8A04-64875A7AEC20}"/>
          </ac:spMkLst>
        </pc:spChg>
        <pc:spChg chg="del mod">
          <ac:chgData name="Oanh Le Thi Kim  (FE FPTU CT)" userId="33772939-cd87-45c1-be61-e0648bc25a53" providerId="ADAL" clId="{17DF0FA2-F2F2-4C4D-8924-535EE9586152}" dt="2021-09-08T14:56:17.713" v="62" actId="478"/>
          <ac:spMkLst>
            <pc:docMk/>
            <pc:sldMk cId="2002009058" sldId="335"/>
            <ac:spMk id="15" creationId="{8FB7EB89-1B08-4963-9BF5-1C1BEF3EE3AB}"/>
          </ac:spMkLst>
        </pc:spChg>
        <pc:picChg chg="del">
          <ac:chgData name="Oanh Le Thi Kim  (FE FPTU CT)" userId="33772939-cd87-45c1-be61-e0648bc25a53" providerId="ADAL" clId="{17DF0FA2-F2F2-4C4D-8924-535EE9586152}" dt="2021-09-08T14:54:31.014" v="9" actId="478"/>
          <ac:picMkLst>
            <pc:docMk/>
            <pc:sldMk cId="2002009058" sldId="335"/>
            <ac:picMk id="2" creationId="{2E5CCC4A-B0A2-4B3F-9E4C-955678EA1542}"/>
          </ac:picMkLst>
        </pc:picChg>
        <pc:picChg chg="del">
          <ac:chgData name="Oanh Le Thi Kim  (FE FPTU CT)" userId="33772939-cd87-45c1-be61-e0648bc25a53" providerId="ADAL" clId="{17DF0FA2-F2F2-4C4D-8924-535EE9586152}" dt="2021-09-08T14:56:05.791" v="58" actId="478"/>
          <ac:picMkLst>
            <pc:docMk/>
            <pc:sldMk cId="2002009058" sldId="335"/>
            <ac:picMk id="4" creationId="{3C978A2F-C124-48ED-9947-89550E4686C6}"/>
          </ac:picMkLst>
        </pc:picChg>
      </pc:sldChg>
      <pc:sldChg chg="del">
        <pc:chgData name="Oanh Le Thi Kim  (FE FPTU CT)" userId="33772939-cd87-45c1-be61-e0648bc25a53" providerId="ADAL" clId="{17DF0FA2-F2F2-4C4D-8924-535EE9586152}" dt="2021-09-08T14:53:08.247" v="3" actId="47"/>
        <pc:sldMkLst>
          <pc:docMk/>
          <pc:sldMk cId="617866419" sldId="458"/>
        </pc:sldMkLst>
      </pc:sldChg>
      <pc:sldChg chg="del">
        <pc:chgData name="Oanh Le Thi Kim  (FE FPTU CT)" userId="33772939-cd87-45c1-be61-e0648bc25a53" providerId="ADAL" clId="{17DF0FA2-F2F2-4C4D-8924-535EE9586152}" dt="2021-09-08T14:53:05.646" v="0" actId="47"/>
        <pc:sldMkLst>
          <pc:docMk/>
          <pc:sldMk cId="888382770" sldId="460"/>
        </pc:sldMkLst>
      </pc:sldChg>
      <pc:sldChg chg="del">
        <pc:chgData name="Oanh Le Thi Kim  (FE FPTU CT)" userId="33772939-cd87-45c1-be61-e0648bc25a53" providerId="ADAL" clId="{17DF0FA2-F2F2-4C4D-8924-535EE9586152}" dt="2021-09-08T14:53:06.453" v="1" actId="47"/>
        <pc:sldMkLst>
          <pc:docMk/>
          <pc:sldMk cId="311268855" sldId="518"/>
        </pc:sldMkLst>
      </pc:sldChg>
      <pc:sldChg chg="addSp delSp modSp add mod delAnim modNotesTx">
        <pc:chgData name="Oanh Le Thi Kim  (FE FPTU CT)" userId="33772939-cd87-45c1-be61-e0648bc25a53" providerId="ADAL" clId="{17DF0FA2-F2F2-4C4D-8924-535EE9586152}" dt="2021-09-09T09:37:03.735" v="140" actId="20577"/>
        <pc:sldMkLst>
          <pc:docMk/>
          <pc:sldMk cId="1429999141" sldId="518"/>
        </pc:sldMkLst>
        <pc:spChg chg="add mod">
          <ac:chgData name="Oanh Le Thi Kim  (FE FPTU CT)" userId="33772939-cd87-45c1-be61-e0648bc25a53" providerId="ADAL" clId="{17DF0FA2-F2F2-4C4D-8924-535EE9586152}" dt="2021-09-09T09:36:43.388" v="128" actId="207"/>
          <ac:spMkLst>
            <pc:docMk/>
            <pc:sldMk cId="1429999141" sldId="518"/>
            <ac:spMk id="4" creationId="{33A49A2B-263B-4D00-8E84-EBB65862FEAA}"/>
          </ac:spMkLst>
        </pc:spChg>
        <pc:spChg chg="del">
          <ac:chgData name="Oanh Le Thi Kim  (FE FPTU CT)" userId="33772939-cd87-45c1-be61-e0648bc25a53" providerId="ADAL" clId="{17DF0FA2-F2F2-4C4D-8924-535EE9586152}" dt="2021-09-09T09:35:02.968" v="66" actId="478"/>
          <ac:spMkLst>
            <pc:docMk/>
            <pc:sldMk cId="1429999141" sldId="518"/>
            <ac:spMk id="8" creationId="{886FE98E-F50F-4D70-9056-58B30A09147C}"/>
          </ac:spMkLst>
        </pc:spChg>
        <pc:spChg chg="del">
          <ac:chgData name="Oanh Le Thi Kim  (FE FPTU CT)" userId="33772939-cd87-45c1-be61-e0648bc25a53" providerId="ADAL" clId="{17DF0FA2-F2F2-4C4D-8924-535EE9586152}" dt="2021-09-09T09:35:05.250" v="67" actId="478"/>
          <ac:spMkLst>
            <pc:docMk/>
            <pc:sldMk cId="1429999141" sldId="518"/>
            <ac:spMk id="9" creationId="{1D250FC1-744B-4E14-B388-E489C89F2C7C}"/>
          </ac:spMkLst>
        </pc:spChg>
        <pc:spChg chg="del mod">
          <ac:chgData name="Oanh Le Thi Kim  (FE FPTU CT)" userId="33772939-cd87-45c1-be61-e0648bc25a53" providerId="ADAL" clId="{17DF0FA2-F2F2-4C4D-8924-535EE9586152}" dt="2021-09-09T09:35:36.559" v="77" actId="478"/>
          <ac:spMkLst>
            <pc:docMk/>
            <pc:sldMk cId="1429999141" sldId="518"/>
            <ac:spMk id="12" creationId="{D445F4E3-AD2B-4AE0-86B9-BBD810A0A3D3}"/>
          </ac:spMkLst>
        </pc:spChg>
        <pc:picChg chg="add mod">
          <ac:chgData name="Oanh Le Thi Kim  (FE FPTU CT)" userId="33772939-cd87-45c1-be61-e0648bc25a53" providerId="ADAL" clId="{17DF0FA2-F2F2-4C4D-8924-535EE9586152}" dt="2021-09-09T09:36:47.621" v="129" actId="14100"/>
          <ac:picMkLst>
            <pc:docMk/>
            <pc:sldMk cId="1429999141" sldId="518"/>
            <ac:picMk id="3" creationId="{03047A1A-B032-4D41-AA14-AFF1B653FA1C}"/>
          </ac:picMkLst>
        </pc:picChg>
      </pc:sldChg>
      <pc:sldChg chg="del">
        <pc:chgData name="Oanh Le Thi Kim  (FE FPTU CT)" userId="33772939-cd87-45c1-be61-e0648bc25a53" providerId="ADAL" clId="{17DF0FA2-F2F2-4C4D-8924-535EE9586152}" dt="2021-09-08T14:53:07.385" v="2" actId="47"/>
        <pc:sldMkLst>
          <pc:docMk/>
          <pc:sldMk cId="988357671" sldId="519"/>
        </pc:sldMkLst>
      </pc:sldChg>
      <pc:sldChg chg="addSp delSp modSp add mod setBg modNotesTx">
        <pc:chgData name="Oanh Le Thi Kim  (FE FPTU CT)" userId="33772939-cd87-45c1-be61-e0648bc25a53" providerId="ADAL" clId="{17DF0FA2-F2F2-4C4D-8924-535EE9586152}" dt="2021-09-09T09:48:24.391" v="327"/>
        <pc:sldMkLst>
          <pc:docMk/>
          <pc:sldMk cId="1492040640" sldId="519"/>
        </pc:sldMkLst>
        <pc:spChg chg="mod ord">
          <ac:chgData name="Oanh Le Thi Kim  (FE FPTU CT)" userId="33772939-cd87-45c1-be61-e0648bc25a53" providerId="ADAL" clId="{17DF0FA2-F2F2-4C4D-8924-535EE9586152}" dt="2021-09-09T09:40:35.133" v="244" actId="14100"/>
          <ac:spMkLst>
            <pc:docMk/>
            <pc:sldMk cId="1492040640" sldId="519"/>
            <ac:spMk id="4" creationId="{33A49A2B-263B-4D00-8E84-EBB65862FEAA}"/>
          </ac:spMkLst>
        </pc:spChg>
        <pc:spChg chg="mod ord">
          <ac:chgData name="Oanh Le Thi Kim  (FE FPTU CT)" userId="33772939-cd87-45c1-be61-e0648bc25a53" providerId="ADAL" clId="{17DF0FA2-F2F2-4C4D-8924-535EE9586152}" dt="2021-09-09T09:39:40.562" v="154" actId="26606"/>
          <ac:spMkLst>
            <pc:docMk/>
            <pc:sldMk cId="1492040640" sldId="519"/>
            <ac:spMk id="16" creationId="{A579B8B8-D585-4527-B99D-627C3114C10C}"/>
          </ac:spMkLst>
        </pc:spChg>
        <pc:spChg chg="add del">
          <ac:chgData name="Oanh Le Thi Kim  (FE FPTU CT)" userId="33772939-cd87-45c1-be61-e0648bc25a53" providerId="ADAL" clId="{17DF0FA2-F2F2-4C4D-8924-535EE9586152}" dt="2021-09-09T09:39:40.562" v="154" actId="26606"/>
          <ac:spMkLst>
            <pc:docMk/>
            <pc:sldMk cId="1492040640" sldId="519"/>
            <ac:spMk id="18" creationId="{87CC2527-562A-4F69-B487-4371E5B243E7}"/>
          </ac:spMkLst>
        </pc:spChg>
        <pc:spChg chg="add del">
          <ac:chgData name="Oanh Le Thi Kim  (FE FPTU CT)" userId="33772939-cd87-45c1-be61-e0648bc25a53" providerId="ADAL" clId="{17DF0FA2-F2F2-4C4D-8924-535EE9586152}" dt="2021-09-09T09:39:30.636" v="148" actId="26606"/>
          <ac:spMkLst>
            <pc:docMk/>
            <pc:sldMk cId="1492040640" sldId="519"/>
            <ac:spMk id="21" creationId="{D4771268-CB57-404A-9271-370EB28F6090}"/>
          </ac:spMkLst>
        </pc:spChg>
        <pc:picChg chg="del">
          <ac:chgData name="Oanh Le Thi Kim  (FE FPTU CT)" userId="33772939-cd87-45c1-be61-e0648bc25a53" providerId="ADAL" clId="{17DF0FA2-F2F2-4C4D-8924-535EE9586152}" dt="2021-09-09T09:39:08.142" v="142" actId="478"/>
          <ac:picMkLst>
            <pc:docMk/>
            <pc:sldMk cId="1492040640" sldId="519"/>
            <ac:picMk id="3" creationId="{03047A1A-B032-4D41-AA14-AFF1B653FA1C}"/>
          </ac:picMkLst>
        </pc:picChg>
        <pc:picChg chg="add mod">
          <ac:chgData name="Oanh Le Thi Kim  (FE FPTU CT)" userId="33772939-cd87-45c1-be61-e0648bc25a53" providerId="ADAL" clId="{17DF0FA2-F2F2-4C4D-8924-535EE9586152}" dt="2021-09-09T09:40:40.893" v="247" actId="1076"/>
          <ac:picMkLst>
            <pc:docMk/>
            <pc:sldMk cId="1492040640" sldId="519"/>
            <ac:picMk id="5" creationId="{8294BA73-DA82-4226-8C93-DC757FF7B20E}"/>
          </ac:picMkLst>
        </pc:picChg>
        <pc:cxnChg chg="add del">
          <ac:chgData name="Oanh Le Thi Kim  (FE FPTU CT)" userId="33772939-cd87-45c1-be61-e0648bc25a53" providerId="ADAL" clId="{17DF0FA2-F2F2-4C4D-8924-535EE9586152}" dt="2021-09-09T09:39:40.562" v="154" actId="26606"/>
          <ac:cxnSpMkLst>
            <pc:docMk/>
            <pc:sldMk cId="1492040640" sldId="519"/>
            <ac:cxnSpMk id="23" creationId="{BCDAEC91-5BCE-4B55-9CC0-43EF94CB734B}"/>
          </ac:cxnSpMkLst>
        </pc:cxnChg>
      </pc:sldChg>
      <pc:sldChg chg="addSp delSp modSp add mod setBg">
        <pc:chgData name="Oanh Le Thi Kim  (FE FPTU CT)" userId="33772939-cd87-45c1-be61-e0648bc25a53" providerId="ADAL" clId="{17DF0FA2-F2F2-4C4D-8924-535EE9586152}" dt="2021-09-09T09:43:29.810" v="296" actId="26606"/>
        <pc:sldMkLst>
          <pc:docMk/>
          <pc:sldMk cId="45218809" sldId="520"/>
        </pc:sldMkLst>
        <pc:spChg chg="del">
          <ac:chgData name="Oanh Le Thi Kim  (FE FPTU CT)" userId="33772939-cd87-45c1-be61-e0648bc25a53" providerId="ADAL" clId="{17DF0FA2-F2F2-4C4D-8924-535EE9586152}" dt="2021-09-09T09:41:18.574" v="253" actId="478"/>
          <ac:spMkLst>
            <pc:docMk/>
            <pc:sldMk cId="45218809" sldId="520"/>
            <ac:spMk id="4" creationId="{33A49A2B-263B-4D00-8E84-EBB65862FEAA}"/>
          </ac:spMkLst>
        </pc:spChg>
        <pc:spChg chg="mod ord">
          <ac:chgData name="Oanh Le Thi Kim  (FE FPTU CT)" userId="33772939-cd87-45c1-be61-e0648bc25a53" providerId="ADAL" clId="{17DF0FA2-F2F2-4C4D-8924-535EE9586152}" dt="2021-09-09T09:43:29.810" v="296" actId="26606"/>
          <ac:spMkLst>
            <pc:docMk/>
            <pc:sldMk cId="45218809" sldId="520"/>
            <ac:spMk id="16" creationId="{A579B8B8-D585-4527-B99D-627C3114C10C}"/>
          </ac:spMkLst>
        </pc:spChg>
        <pc:spChg chg="add del">
          <ac:chgData name="Oanh Le Thi Kim  (FE FPTU CT)" userId="33772939-cd87-45c1-be61-e0648bc25a53" providerId="ADAL" clId="{17DF0FA2-F2F2-4C4D-8924-535EE9586152}" dt="2021-09-09T09:41:49.536" v="264" actId="26606"/>
          <ac:spMkLst>
            <pc:docMk/>
            <pc:sldMk cId="45218809" sldId="520"/>
            <ac:spMk id="21" creationId="{F3060C83-F051-4F0E-ABAD-AA0DFC48B218}"/>
          </ac:spMkLst>
        </pc:spChg>
        <pc:spChg chg="add del">
          <ac:chgData name="Oanh Le Thi Kim  (FE FPTU CT)" userId="33772939-cd87-45c1-be61-e0648bc25a53" providerId="ADAL" clId="{17DF0FA2-F2F2-4C4D-8924-535EE9586152}" dt="2021-09-09T09:41:49.536" v="264" actId="26606"/>
          <ac:spMkLst>
            <pc:docMk/>
            <pc:sldMk cId="45218809" sldId="520"/>
            <ac:spMk id="23" creationId="{83C98ABE-055B-441F-B07E-44F97F083C39}"/>
          </ac:spMkLst>
        </pc:spChg>
        <pc:spChg chg="add del">
          <ac:chgData name="Oanh Le Thi Kim  (FE FPTU CT)" userId="33772939-cd87-45c1-be61-e0648bc25a53" providerId="ADAL" clId="{17DF0FA2-F2F2-4C4D-8924-535EE9586152}" dt="2021-09-09T09:41:49.536" v="264" actId="26606"/>
          <ac:spMkLst>
            <pc:docMk/>
            <pc:sldMk cId="45218809" sldId="520"/>
            <ac:spMk id="25" creationId="{29FDB030-9B49-4CED-8CCD-4D99382388AC}"/>
          </ac:spMkLst>
        </pc:spChg>
        <pc:spChg chg="add del">
          <ac:chgData name="Oanh Le Thi Kim  (FE FPTU CT)" userId="33772939-cd87-45c1-be61-e0648bc25a53" providerId="ADAL" clId="{17DF0FA2-F2F2-4C4D-8924-535EE9586152}" dt="2021-09-09T09:41:49.536" v="264" actId="26606"/>
          <ac:spMkLst>
            <pc:docMk/>
            <pc:sldMk cId="45218809" sldId="520"/>
            <ac:spMk id="27" creationId="{3783CA14-24A1-485C-8B30-D6A5D87987AD}"/>
          </ac:spMkLst>
        </pc:spChg>
        <pc:spChg chg="add del">
          <ac:chgData name="Oanh Le Thi Kim  (FE FPTU CT)" userId="33772939-cd87-45c1-be61-e0648bc25a53" providerId="ADAL" clId="{17DF0FA2-F2F2-4C4D-8924-535EE9586152}" dt="2021-09-09T09:41:49.536" v="264" actId="26606"/>
          <ac:spMkLst>
            <pc:docMk/>
            <pc:sldMk cId="45218809" sldId="520"/>
            <ac:spMk id="29" creationId="{9A97C86A-04D6-40F7-AE84-31AB43E6A846}"/>
          </ac:spMkLst>
        </pc:spChg>
        <pc:spChg chg="add del">
          <ac:chgData name="Oanh Le Thi Kim  (FE FPTU CT)" userId="33772939-cd87-45c1-be61-e0648bc25a53" providerId="ADAL" clId="{17DF0FA2-F2F2-4C4D-8924-535EE9586152}" dt="2021-09-09T09:41:49.536" v="264" actId="26606"/>
          <ac:spMkLst>
            <pc:docMk/>
            <pc:sldMk cId="45218809" sldId="520"/>
            <ac:spMk id="31" creationId="{FF9F2414-84E8-453E-B1F3-389FDE8192D9}"/>
          </ac:spMkLst>
        </pc:spChg>
        <pc:spChg chg="add del">
          <ac:chgData name="Oanh Le Thi Kim  (FE FPTU CT)" userId="33772939-cd87-45c1-be61-e0648bc25a53" providerId="ADAL" clId="{17DF0FA2-F2F2-4C4D-8924-535EE9586152}" dt="2021-09-09T09:41:49.536" v="264" actId="26606"/>
          <ac:spMkLst>
            <pc:docMk/>
            <pc:sldMk cId="45218809" sldId="520"/>
            <ac:spMk id="33" creationId="{3ECA69A1-7536-43AC-85EF-C7106179F5ED}"/>
          </ac:spMkLst>
        </pc:spChg>
        <pc:spChg chg="add del">
          <ac:chgData name="Oanh Le Thi Kim  (FE FPTU CT)" userId="33772939-cd87-45c1-be61-e0648bc25a53" providerId="ADAL" clId="{17DF0FA2-F2F2-4C4D-8924-535EE9586152}" dt="2021-09-09T09:43:29.810" v="296" actId="26606"/>
          <ac:spMkLst>
            <pc:docMk/>
            <pc:sldMk cId="45218809" sldId="520"/>
            <ac:spMk id="35" creationId="{32BC26D8-82FB-445E-AA49-62A77D7C1EE0}"/>
          </ac:spMkLst>
        </pc:spChg>
        <pc:spChg chg="add del">
          <ac:chgData name="Oanh Le Thi Kim  (FE FPTU CT)" userId="33772939-cd87-45c1-be61-e0648bc25a53" providerId="ADAL" clId="{17DF0FA2-F2F2-4C4D-8924-535EE9586152}" dt="2021-09-09T09:43:29.810" v="296" actId="26606"/>
          <ac:spMkLst>
            <pc:docMk/>
            <pc:sldMk cId="45218809" sldId="520"/>
            <ac:spMk id="36" creationId="{CB44330D-EA18-4254-AA95-EB49948539B8}"/>
          </ac:spMkLst>
        </pc:spChg>
        <pc:spChg chg="add">
          <ac:chgData name="Oanh Le Thi Kim  (FE FPTU CT)" userId="33772939-cd87-45c1-be61-e0648bc25a53" providerId="ADAL" clId="{17DF0FA2-F2F2-4C4D-8924-535EE9586152}" dt="2021-09-09T09:43:29.810" v="296" actId="26606"/>
          <ac:spMkLst>
            <pc:docMk/>
            <pc:sldMk cId="45218809" sldId="520"/>
            <ac:spMk id="41" creationId="{AB8C311F-7253-4AED-9701-7FC0708C41C7}"/>
          </ac:spMkLst>
        </pc:spChg>
        <pc:spChg chg="add">
          <ac:chgData name="Oanh Le Thi Kim  (FE FPTU CT)" userId="33772939-cd87-45c1-be61-e0648bc25a53" providerId="ADAL" clId="{17DF0FA2-F2F2-4C4D-8924-535EE9586152}" dt="2021-09-09T09:43:29.810" v="296" actId="26606"/>
          <ac:spMkLst>
            <pc:docMk/>
            <pc:sldMk cId="45218809" sldId="520"/>
            <ac:spMk id="43" creationId="{E2384209-CB15-4CDF-9D31-C44FD9A3F20D}"/>
          </ac:spMkLst>
        </pc:spChg>
        <pc:spChg chg="add">
          <ac:chgData name="Oanh Le Thi Kim  (FE FPTU CT)" userId="33772939-cd87-45c1-be61-e0648bc25a53" providerId="ADAL" clId="{17DF0FA2-F2F2-4C4D-8924-535EE9586152}" dt="2021-09-09T09:43:29.810" v="296" actId="26606"/>
          <ac:spMkLst>
            <pc:docMk/>
            <pc:sldMk cId="45218809" sldId="520"/>
            <ac:spMk id="45" creationId="{2633B3B5-CC90-43F0-8714-D31D1F3F0209}"/>
          </ac:spMkLst>
        </pc:spChg>
        <pc:spChg chg="add">
          <ac:chgData name="Oanh Le Thi Kim  (FE FPTU CT)" userId="33772939-cd87-45c1-be61-e0648bc25a53" providerId="ADAL" clId="{17DF0FA2-F2F2-4C4D-8924-535EE9586152}" dt="2021-09-09T09:43:29.810" v="296" actId="26606"/>
          <ac:spMkLst>
            <pc:docMk/>
            <pc:sldMk cId="45218809" sldId="520"/>
            <ac:spMk id="47" creationId="{A8D57A06-A426-446D-B02C-A2DC6B62E45E}"/>
          </ac:spMkLst>
        </pc:spChg>
        <pc:picChg chg="add mod">
          <ac:chgData name="Oanh Le Thi Kim  (FE FPTU CT)" userId="33772939-cd87-45c1-be61-e0648bc25a53" providerId="ADAL" clId="{17DF0FA2-F2F2-4C4D-8924-535EE9586152}" dt="2021-09-09T09:43:29.810" v="296" actId="26606"/>
          <ac:picMkLst>
            <pc:docMk/>
            <pc:sldMk cId="45218809" sldId="520"/>
            <ac:picMk id="3" creationId="{34CB363F-33AB-4C9C-A646-A9A049F1B656}"/>
          </ac:picMkLst>
        </pc:picChg>
        <pc:picChg chg="del">
          <ac:chgData name="Oanh Le Thi Kim  (FE FPTU CT)" userId="33772939-cd87-45c1-be61-e0648bc25a53" providerId="ADAL" clId="{17DF0FA2-F2F2-4C4D-8924-535EE9586152}" dt="2021-09-09T09:40:59.994" v="249" actId="478"/>
          <ac:picMkLst>
            <pc:docMk/>
            <pc:sldMk cId="45218809" sldId="520"/>
            <ac:picMk id="5" creationId="{8294BA73-DA82-4226-8C93-DC757FF7B20E}"/>
          </ac:picMkLst>
        </pc:picChg>
      </pc:sldChg>
      <pc:sldChg chg="del">
        <pc:chgData name="Oanh Le Thi Kim  (FE FPTU CT)" userId="33772939-cd87-45c1-be61-e0648bc25a53" providerId="ADAL" clId="{17DF0FA2-F2F2-4C4D-8924-535EE9586152}" dt="2021-09-08T14:53:13.073" v="4" actId="47"/>
        <pc:sldMkLst>
          <pc:docMk/>
          <pc:sldMk cId="4127391314" sldId="520"/>
        </pc:sldMkLst>
      </pc:sldChg>
      <pc:sldChg chg="addSp delSp modSp add mod">
        <pc:chgData name="Oanh Le Thi Kim  (FE FPTU CT)" userId="33772939-cd87-45c1-be61-e0648bc25a53" providerId="ADAL" clId="{17DF0FA2-F2F2-4C4D-8924-535EE9586152}" dt="2021-09-09T09:43:24.812" v="295" actId="26606"/>
        <pc:sldMkLst>
          <pc:docMk/>
          <pc:sldMk cId="803106430" sldId="521"/>
        </pc:sldMkLst>
        <pc:spChg chg="mod ord">
          <ac:chgData name="Oanh Le Thi Kim  (FE FPTU CT)" userId="33772939-cd87-45c1-be61-e0648bc25a53" providerId="ADAL" clId="{17DF0FA2-F2F2-4C4D-8924-535EE9586152}" dt="2021-09-09T09:43:24.812" v="295" actId="26606"/>
          <ac:spMkLst>
            <pc:docMk/>
            <pc:sldMk cId="803106430" sldId="521"/>
            <ac:spMk id="16" creationId="{A579B8B8-D585-4527-B99D-627C3114C10C}"/>
          </ac:spMkLst>
        </pc:spChg>
        <pc:spChg chg="add del">
          <ac:chgData name="Oanh Le Thi Kim  (FE FPTU CT)" userId="33772939-cd87-45c1-be61-e0648bc25a53" providerId="ADAL" clId="{17DF0FA2-F2F2-4C4D-8924-535EE9586152}" dt="2021-09-09T09:43:24.812" v="295" actId="26606"/>
          <ac:spMkLst>
            <pc:docMk/>
            <pc:sldMk cId="803106430" sldId="521"/>
            <ac:spMk id="35" creationId="{32BC26D8-82FB-445E-AA49-62A77D7C1EE0}"/>
          </ac:spMkLst>
        </pc:spChg>
        <pc:spChg chg="add del">
          <ac:chgData name="Oanh Le Thi Kim  (FE FPTU CT)" userId="33772939-cd87-45c1-be61-e0648bc25a53" providerId="ADAL" clId="{17DF0FA2-F2F2-4C4D-8924-535EE9586152}" dt="2021-09-09T09:43:24.812" v="295" actId="26606"/>
          <ac:spMkLst>
            <pc:docMk/>
            <pc:sldMk cId="803106430" sldId="521"/>
            <ac:spMk id="36" creationId="{CB44330D-EA18-4254-AA95-EB49948539B8}"/>
          </ac:spMkLst>
        </pc:spChg>
        <pc:spChg chg="add del">
          <ac:chgData name="Oanh Le Thi Kim  (FE FPTU CT)" userId="33772939-cd87-45c1-be61-e0648bc25a53" providerId="ADAL" clId="{17DF0FA2-F2F2-4C4D-8924-535EE9586152}" dt="2021-09-09T09:43:24.804" v="294" actId="26606"/>
          <ac:spMkLst>
            <pc:docMk/>
            <pc:sldMk cId="803106430" sldId="521"/>
            <ac:spMk id="41" creationId="{AB8C311F-7253-4AED-9701-7FC0708C41C7}"/>
          </ac:spMkLst>
        </pc:spChg>
        <pc:spChg chg="add del">
          <ac:chgData name="Oanh Le Thi Kim  (FE FPTU CT)" userId="33772939-cd87-45c1-be61-e0648bc25a53" providerId="ADAL" clId="{17DF0FA2-F2F2-4C4D-8924-535EE9586152}" dt="2021-09-09T09:43:24.804" v="294" actId="26606"/>
          <ac:spMkLst>
            <pc:docMk/>
            <pc:sldMk cId="803106430" sldId="521"/>
            <ac:spMk id="43" creationId="{E2384209-CB15-4CDF-9D31-C44FD9A3F20D}"/>
          </ac:spMkLst>
        </pc:spChg>
        <pc:spChg chg="add del">
          <ac:chgData name="Oanh Le Thi Kim  (FE FPTU CT)" userId="33772939-cd87-45c1-be61-e0648bc25a53" providerId="ADAL" clId="{17DF0FA2-F2F2-4C4D-8924-535EE9586152}" dt="2021-09-09T09:43:24.804" v="294" actId="26606"/>
          <ac:spMkLst>
            <pc:docMk/>
            <pc:sldMk cId="803106430" sldId="521"/>
            <ac:spMk id="45" creationId="{2633B3B5-CC90-43F0-8714-D31D1F3F0209}"/>
          </ac:spMkLst>
        </pc:spChg>
        <pc:spChg chg="add del">
          <ac:chgData name="Oanh Le Thi Kim  (FE FPTU CT)" userId="33772939-cd87-45c1-be61-e0648bc25a53" providerId="ADAL" clId="{17DF0FA2-F2F2-4C4D-8924-535EE9586152}" dt="2021-09-09T09:43:24.804" v="294" actId="26606"/>
          <ac:spMkLst>
            <pc:docMk/>
            <pc:sldMk cId="803106430" sldId="521"/>
            <ac:spMk id="47" creationId="{A8D57A06-A426-446D-B02C-A2DC6B62E45E}"/>
          </ac:spMkLst>
        </pc:spChg>
        <pc:spChg chg="add">
          <ac:chgData name="Oanh Le Thi Kim  (FE FPTU CT)" userId="33772939-cd87-45c1-be61-e0648bc25a53" providerId="ADAL" clId="{17DF0FA2-F2F2-4C4D-8924-535EE9586152}" dt="2021-09-09T09:43:24.812" v="295" actId="26606"/>
          <ac:spMkLst>
            <pc:docMk/>
            <pc:sldMk cId="803106430" sldId="521"/>
            <ac:spMk id="49" creationId="{AB8C311F-7253-4AED-9701-7FC0708C41C7}"/>
          </ac:spMkLst>
        </pc:spChg>
        <pc:spChg chg="add">
          <ac:chgData name="Oanh Le Thi Kim  (FE FPTU CT)" userId="33772939-cd87-45c1-be61-e0648bc25a53" providerId="ADAL" clId="{17DF0FA2-F2F2-4C4D-8924-535EE9586152}" dt="2021-09-09T09:43:24.812" v="295" actId="26606"/>
          <ac:spMkLst>
            <pc:docMk/>
            <pc:sldMk cId="803106430" sldId="521"/>
            <ac:spMk id="50" creationId="{E2384209-CB15-4CDF-9D31-C44FD9A3F20D}"/>
          </ac:spMkLst>
        </pc:spChg>
        <pc:spChg chg="add">
          <ac:chgData name="Oanh Le Thi Kim  (FE FPTU CT)" userId="33772939-cd87-45c1-be61-e0648bc25a53" providerId="ADAL" clId="{17DF0FA2-F2F2-4C4D-8924-535EE9586152}" dt="2021-09-09T09:43:24.812" v="295" actId="26606"/>
          <ac:spMkLst>
            <pc:docMk/>
            <pc:sldMk cId="803106430" sldId="521"/>
            <ac:spMk id="51" creationId="{2633B3B5-CC90-43F0-8714-D31D1F3F0209}"/>
          </ac:spMkLst>
        </pc:spChg>
        <pc:spChg chg="add">
          <ac:chgData name="Oanh Le Thi Kim  (FE FPTU CT)" userId="33772939-cd87-45c1-be61-e0648bc25a53" providerId="ADAL" clId="{17DF0FA2-F2F2-4C4D-8924-535EE9586152}" dt="2021-09-09T09:43:24.812" v="295" actId="26606"/>
          <ac:spMkLst>
            <pc:docMk/>
            <pc:sldMk cId="803106430" sldId="521"/>
            <ac:spMk id="52" creationId="{A8D57A06-A426-446D-B02C-A2DC6B62E45E}"/>
          </ac:spMkLst>
        </pc:spChg>
        <pc:picChg chg="del">
          <ac:chgData name="Oanh Le Thi Kim  (FE FPTU CT)" userId="33772939-cd87-45c1-be61-e0648bc25a53" providerId="ADAL" clId="{17DF0FA2-F2F2-4C4D-8924-535EE9586152}" dt="2021-09-09T09:42:10.431" v="271" actId="478"/>
          <ac:picMkLst>
            <pc:docMk/>
            <pc:sldMk cId="803106430" sldId="521"/>
            <ac:picMk id="3" creationId="{34CB363F-33AB-4C9C-A646-A9A049F1B656}"/>
          </ac:picMkLst>
        </pc:picChg>
        <pc:picChg chg="add del mod">
          <ac:chgData name="Oanh Le Thi Kim  (FE FPTU CT)" userId="33772939-cd87-45c1-be61-e0648bc25a53" providerId="ADAL" clId="{17DF0FA2-F2F2-4C4D-8924-535EE9586152}" dt="2021-09-09T09:42:49.483" v="284" actId="478"/>
          <ac:picMkLst>
            <pc:docMk/>
            <pc:sldMk cId="803106430" sldId="521"/>
            <ac:picMk id="4" creationId="{85701A00-BD2F-4C72-804D-2B7174C31B3B}"/>
          </ac:picMkLst>
        </pc:picChg>
        <pc:picChg chg="add mod">
          <ac:chgData name="Oanh Le Thi Kim  (FE FPTU CT)" userId="33772939-cd87-45c1-be61-e0648bc25a53" providerId="ADAL" clId="{17DF0FA2-F2F2-4C4D-8924-535EE9586152}" dt="2021-09-09T09:43:24.812" v="295" actId="26606"/>
          <ac:picMkLst>
            <pc:docMk/>
            <pc:sldMk cId="803106430" sldId="521"/>
            <ac:picMk id="6" creationId="{EC4D3FF8-C322-46D3-BB6D-1D6BFA389409}"/>
          </ac:picMkLst>
        </pc:picChg>
      </pc:sldChg>
      <pc:sldChg chg="addSp delSp modSp add mod">
        <pc:chgData name="Oanh Le Thi Kim  (FE FPTU CT)" userId="33772939-cd87-45c1-be61-e0648bc25a53" providerId="ADAL" clId="{17DF0FA2-F2F2-4C4D-8924-535EE9586152}" dt="2021-09-09T11:13:51.442" v="411" actId="14100"/>
        <pc:sldMkLst>
          <pc:docMk/>
          <pc:sldMk cId="2855734380" sldId="522"/>
        </pc:sldMkLst>
        <pc:spChg chg="mod ord">
          <ac:chgData name="Oanh Le Thi Kim  (FE FPTU CT)" userId="33772939-cd87-45c1-be61-e0648bc25a53" providerId="ADAL" clId="{17DF0FA2-F2F2-4C4D-8924-535EE9586152}" dt="2021-09-09T09:43:19.115" v="292" actId="26606"/>
          <ac:spMkLst>
            <pc:docMk/>
            <pc:sldMk cId="2855734380" sldId="522"/>
            <ac:spMk id="16" creationId="{A579B8B8-D585-4527-B99D-627C3114C10C}"/>
          </ac:spMkLst>
        </pc:spChg>
        <pc:spChg chg="del">
          <ac:chgData name="Oanh Le Thi Kim  (FE FPTU CT)" userId="33772939-cd87-45c1-be61-e0648bc25a53" providerId="ADAL" clId="{17DF0FA2-F2F2-4C4D-8924-535EE9586152}" dt="2021-09-09T09:43:19.115" v="292" actId="26606"/>
          <ac:spMkLst>
            <pc:docMk/>
            <pc:sldMk cId="2855734380" sldId="522"/>
            <ac:spMk id="35" creationId="{32BC26D8-82FB-445E-AA49-62A77D7C1EE0}"/>
          </ac:spMkLst>
        </pc:spChg>
        <pc:spChg chg="del">
          <ac:chgData name="Oanh Le Thi Kim  (FE FPTU CT)" userId="33772939-cd87-45c1-be61-e0648bc25a53" providerId="ADAL" clId="{17DF0FA2-F2F2-4C4D-8924-535EE9586152}" dt="2021-09-09T09:43:19.115" v="292" actId="26606"/>
          <ac:spMkLst>
            <pc:docMk/>
            <pc:sldMk cId="2855734380" sldId="522"/>
            <ac:spMk id="36" creationId="{CB44330D-EA18-4254-AA95-EB49948539B8}"/>
          </ac:spMkLst>
        </pc:spChg>
        <pc:spChg chg="add">
          <ac:chgData name="Oanh Le Thi Kim  (FE FPTU CT)" userId="33772939-cd87-45c1-be61-e0648bc25a53" providerId="ADAL" clId="{17DF0FA2-F2F2-4C4D-8924-535EE9586152}" dt="2021-09-09T09:43:19.115" v="292" actId="26606"/>
          <ac:spMkLst>
            <pc:docMk/>
            <pc:sldMk cId="2855734380" sldId="522"/>
            <ac:spMk id="41" creationId="{AB8C311F-7253-4AED-9701-7FC0708C41C7}"/>
          </ac:spMkLst>
        </pc:spChg>
        <pc:spChg chg="add">
          <ac:chgData name="Oanh Le Thi Kim  (FE FPTU CT)" userId="33772939-cd87-45c1-be61-e0648bc25a53" providerId="ADAL" clId="{17DF0FA2-F2F2-4C4D-8924-535EE9586152}" dt="2021-09-09T09:43:19.115" v="292" actId="26606"/>
          <ac:spMkLst>
            <pc:docMk/>
            <pc:sldMk cId="2855734380" sldId="522"/>
            <ac:spMk id="43" creationId="{E2384209-CB15-4CDF-9D31-C44FD9A3F20D}"/>
          </ac:spMkLst>
        </pc:spChg>
        <pc:spChg chg="add">
          <ac:chgData name="Oanh Le Thi Kim  (FE FPTU CT)" userId="33772939-cd87-45c1-be61-e0648bc25a53" providerId="ADAL" clId="{17DF0FA2-F2F2-4C4D-8924-535EE9586152}" dt="2021-09-09T09:43:19.115" v="292" actId="26606"/>
          <ac:spMkLst>
            <pc:docMk/>
            <pc:sldMk cId="2855734380" sldId="522"/>
            <ac:spMk id="45" creationId="{2633B3B5-CC90-43F0-8714-D31D1F3F0209}"/>
          </ac:spMkLst>
        </pc:spChg>
        <pc:spChg chg="add">
          <ac:chgData name="Oanh Le Thi Kim  (FE FPTU CT)" userId="33772939-cd87-45c1-be61-e0648bc25a53" providerId="ADAL" clId="{17DF0FA2-F2F2-4C4D-8924-535EE9586152}" dt="2021-09-09T09:43:19.115" v="292" actId="26606"/>
          <ac:spMkLst>
            <pc:docMk/>
            <pc:sldMk cId="2855734380" sldId="522"/>
            <ac:spMk id="47" creationId="{A8D57A06-A426-446D-B02C-A2DC6B62E45E}"/>
          </ac:spMkLst>
        </pc:spChg>
        <pc:picChg chg="add mod">
          <ac:chgData name="Oanh Le Thi Kim  (FE FPTU CT)" userId="33772939-cd87-45c1-be61-e0648bc25a53" providerId="ADAL" clId="{17DF0FA2-F2F2-4C4D-8924-535EE9586152}" dt="2021-09-09T11:13:51.442" v="411" actId="14100"/>
          <ac:picMkLst>
            <pc:docMk/>
            <pc:sldMk cId="2855734380" sldId="522"/>
            <ac:picMk id="3" creationId="{F3E9AD3D-FF85-4E22-8799-02B5981DAA1C}"/>
          </ac:picMkLst>
        </pc:picChg>
        <pc:picChg chg="del mod">
          <ac:chgData name="Oanh Le Thi Kim  (FE FPTU CT)" userId="33772939-cd87-45c1-be61-e0648bc25a53" providerId="ADAL" clId="{17DF0FA2-F2F2-4C4D-8924-535EE9586152}" dt="2021-09-09T11:13:29.826" v="402" actId="478"/>
          <ac:picMkLst>
            <pc:docMk/>
            <pc:sldMk cId="2855734380" sldId="522"/>
            <ac:picMk id="4" creationId="{85701A00-BD2F-4C72-804D-2B7174C31B3B}"/>
          </ac:picMkLst>
        </pc:picChg>
      </pc:sldChg>
      <pc:sldChg chg="addSp delSp modSp add mod ord setBg modNotesTx">
        <pc:chgData name="Oanh Le Thi Kim  (FE FPTU CT)" userId="33772939-cd87-45c1-be61-e0648bc25a53" providerId="ADAL" clId="{17DF0FA2-F2F2-4C4D-8924-535EE9586152}" dt="2021-09-09T09:52:08.778" v="339" actId="26606"/>
        <pc:sldMkLst>
          <pc:docMk/>
          <pc:sldMk cId="211233582" sldId="523"/>
        </pc:sldMkLst>
        <pc:spChg chg="del">
          <ac:chgData name="Oanh Le Thi Kim  (FE FPTU CT)" userId="33772939-cd87-45c1-be61-e0648bc25a53" providerId="ADAL" clId="{17DF0FA2-F2F2-4C4D-8924-535EE9586152}" dt="2021-09-09T09:51:48.034" v="334" actId="478"/>
          <ac:spMkLst>
            <pc:docMk/>
            <pc:sldMk cId="211233582" sldId="523"/>
            <ac:spMk id="4" creationId="{33A49A2B-263B-4D00-8E84-EBB65862FEAA}"/>
          </ac:spMkLst>
        </pc:spChg>
        <pc:spChg chg="mod ord">
          <ac:chgData name="Oanh Le Thi Kim  (FE FPTU CT)" userId="33772939-cd87-45c1-be61-e0648bc25a53" providerId="ADAL" clId="{17DF0FA2-F2F2-4C4D-8924-535EE9586152}" dt="2021-09-09T09:52:08.778" v="339" actId="26606"/>
          <ac:spMkLst>
            <pc:docMk/>
            <pc:sldMk cId="211233582" sldId="523"/>
            <ac:spMk id="16" creationId="{A579B8B8-D585-4527-B99D-627C3114C10C}"/>
          </ac:spMkLst>
        </pc:spChg>
        <pc:spChg chg="add">
          <ac:chgData name="Oanh Le Thi Kim  (FE FPTU CT)" userId="33772939-cd87-45c1-be61-e0648bc25a53" providerId="ADAL" clId="{17DF0FA2-F2F2-4C4D-8924-535EE9586152}" dt="2021-09-09T09:52:08.778" v="339" actId="26606"/>
          <ac:spMkLst>
            <pc:docMk/>
            <pc:sldMk cId="211233582" sldId="523"/>
            <ac:spMk id="21" creationId="{5F9CFCE6-877F-4858-B8BD-2C52CA8AFBC4}"/>
          </ac:spMkLst>
        </pc:spChg>
        <pc:spChg chg="add">
          <ac:chgData name="Oanh Le Thi Kim  (FE FPTU CT)" userId="33772939-cd87-45c1-be61-e0648bc25a53" providerId="ADAL" clId="{17DF0FA2-F2F2-4C4D-8924-535EE9586152}" dt="2021-09-09T09:52:08.778" v="339" actId="26606"/>
          <ac:spMkLst>
            <pc:docMk/>
            <pc:sldMk cId="211233582" sldId="523"/>
            <ac:spMk id="23" creationId="{8213F8A0-12AE-4514-8372-0DD766EC28EE}"/>
          </ac:spMkLst>
        </pc:spChg>
        <pc:spChg chg="add">
          <ac:chgData name="Oanh Le Thi Kim  (FE FPTU CT)" userId="33772939-cd87-45c1-be61-e0648bc25a53" providerId="ADAL" clId="{17DF0FA2-F2F2-4C4D-8924-535EE9586152}" dt="2021-09-09T09:52:08.778" v="339" actId="26606"/>
          <ac:spMkLst>
            <pc:docMk/>
            <pc:sldMk cId="211233582" sldId="523"/>
            <ac:spMk id="25" creationId="{9EFF17D4-9A8C-4CE5-B096-D8CCD4400437}"/>
          </ac:spMkLst>
        </pc:spChg>
        <pc:picChg chg="add mod ord">
          <ac:chgData name="Oanh Le Thi Kim  (FE FPTU CT)" userId="33772939-cd87-45c1-be61-e0648bc25a53" providerId="ADAL" clId="{17DF0FA2-F2F2-4C4D-8924-535EE9586152}" dt="2021-09-09T09:52:08.778" v="339" actId="26606"/>
          <ac:picMkLst>
            <pc:docMk/>
            <pc:sldMk cId="211233582" sldId="523"/>
            <ac:picMk id="3" creationId="{E4F9FB68-A65D-4EF3-9363-67130CC29949}"/>
          </ac:picMkLst>
        </pc:picChg>
        <pc:picChg chg="del">
          <ac:chgData name="Oanh Le Thi Kim  (FE FPTU CT)" userId="33772939-cd87-45c1-be61-e0648bc25a53" providerId="ADAL" clId="{17DF0FA2-F2F2-4C4D-8924-535EE9586152}" dt="2021-09-09T09:51:45.643" v="333" actId="478"/>
          <ac:picMkLst>
            <pc:docMk/>
            <pc:sldMk cId="211233582" sldId="523"/>
            <ac:picMk id="5" creationId="{8294BA73-DA82-4226-8C93-DC757FF7B20E}"/>
          </ac:picMkLst>
        </pc:picChg>
        <pc:picChg chg="add mod">
          <ac:chgData name="Oanh Le Thi Kim  (FE FPTU CT)" userId="33772939-cd87-45c1-be61-e0648bc25a53" providerId="ADAL" clId="{17DF0FA2-F2F2-4C4D-8924-535EE9586152}" dt="2021-09-09T09:52:08.778" v="339" actId="26606"/>
          <ac:picMkLst>
            <pc:docMk/>
            <pc:sldMk cId="211233582" sldId="523"/>
            <ac:picMk id="7" creationId="{F77C41C8-F420-436B-ABD5-0857661BA788}"/>
          </ac:picMkLst>
        </pc:picChg>
      </pc:sldChg>
      <pc:sldChg chg="addSp delSp modSp add del mod">
        <pc:chgData name="Oanh Le Thi Kim  (FE FPTU CT)" userId="33772939-cd87-45c1-be61-e0648bc25a53" providerId="ADAL" clId="{17DF0FA2-F2F2-4C4D-8924-535EE9586152}" dt="2021-09-09T09:58:58.536" v="357" actId="2696"/>
        <pc:sldMkLst>
          <pc:docMk/>
          <pc:sldMk cId="480267496" sldId="524"/>
        </pc:sldMkLst>
        <pc:spChg chg="mod">
          <ac:chgData name="Oanh Le Thi Kim  (FE FPTU CT)" userId="33772939-cd87-45c1-be61-e0648bc25a53" providerId="ADAL" clId="{17DF0FA2-F2F2-4C4D-8924-535EE9586152}" dt="2021-09-09T09:58:40.956" v="349" actId="26606"/>
          <ac:spMkLst>
            <pc:docMk/>
            <pc:sldMk cId="480267496" sldId="524"/>
            <ac:spMk id="16" creationId="{A579B8B8-D585-4527-B99D-627C3114C10C}"/>
          </ac:spMkLst>
        </pc:spChg>
        <pc:spChg chg="add del">
          <ac:chgData name="Oanh Le Thi Kim  (FE FPTU CT)" userId="33772939-cd87-45c1-be61-e0648bc25a53" providerId="ADAL" clId="{17DF0FA2-F2F2-4C4D-8924-535EE9586152}" dt="2021-09-09T09:58:40.956" v="349" actId="26606"/>
          <ac:spMkLst>
            <pc:docMk/>
            <pc:sldMk cId="480267496" sldId="524"/>
            <ac:spMk id="21" creationId="{5F9CFCE6-877F-4858-B8BD-2C52CA8AFBC4}"/>
          </ac:spMkLst>
        </pc:spChg>
        <pc:spChg chg="add del">
          <ac:chgData name="Oanh Le Thi Kim  (FE FPTU CT)" userId="33772939-cd87-45c1-be61-e0648bc25a53" providerId="ADAL" clId="{17DF0FA2-F2F2-4C4D-8924-535EE9586152}" dt="2021-09-09T09:58:40.956" v="349" actId="26606"/>
          <ac:spMkLst>
            <pc:docMk/>
            <pc:sldMk cId="480267496" sldId="524"/>
            <ac:spMk id="23" creationId="{8213F8A0-12AE-4514-8372-0DD766EC28EE}"/>
          </ac:spMkLst>
        </pc:spChg>
        <pc:spChg chg="add del">
          <ac:chgData name="Oanh Le Thi Kim  (FE FPTU CT)" userId="33772939-cd87-45c1-be61-e0648bc25a53" providerId="ADAL" clId="{17DF0FA2-F2F2-4C4D-8924-535EE9586152}" dt="2021-09-09T09:58:40.956" v="349" actId="26606"/>
          <ac:spMkLst>
            <pc:docMk/>
            <pc:sldMk cId="480267496" sldId="524"/>
            <ac:spMk id="25" creationId="{9EFF17D4-9A8C-4CE5-B096-D8CCD4400437}"/>
          </ac:spMkLst>
        </pc:spChg>
        <pc:spChg chg="add del">
          <ac:chgData name="Oanh Le Thi Kim  (FE FPTU CT)" userId="33772939-cd87-45c1-be61-e0648bc25a53" providerId="ADAL" clId="{17DF0FA2-F2F2-4C4D-8924-535EE9586152}" dt="2021-09-09T09:58:39.818" v="346" actId="26606"/>
          <ac:spMkLst>
            <pc:docMk/>
            <pc:sldMk cId="480267496" sldId="524"/>
            <ac:spMk id="30" creationId="{AB8C311F-7253-4AED-9701-7FC0708C41C7}"/>
          </ac:spMkLst>
        </pc:spChg>
        <pc:spChg chg="add del">
          <ac:chgData name="Oanh Le Thi Kim  (FE FPTU CT)" userId="33772939-cd87-45c1-be61-e0648bc25a53" providerId="ADAL" clId="{17DF0FA2-F2F2-4C4D-8924-535EE9586152}" dt="2021-09-09T09:58:39.818" v="346" actId="26606"/>
          <ac:spMkLst>
            <pc:docMk/>
            <pc:sldMk cId="480267496" sldId="524"/>
            <ac:spMk id="32" creationId="{E2384209-CB15-4CDF-9D31-C44FD9A3F20D}"/>
          </ac:spMkLst>
        </pc:spChg>
        <pc:spChg chg="add del">
          <ac:chgData name="Oanh Le Thi Kim  (FE FPTU CT)" userId="33772939-cd87-45c1-be61-e0648bc25a53" providerId="ADAL" clId="{17DF0FA2-F2F2-4C4D-8924-535EE9586152}" dt="2021-09-09T09:58:39.818" v="346" actId="26606"/>
          <ac:spMkLst>
            <pc:docMk/>
            <pc:sldMk cId="480267496" sldId="524"/>
            <ac:spMk id="34" creationId="{2633B3B5-CC90-43F0-8714-D31D1F3F0209}"/>
          </ac:spMkLst>
        </pc:spChg>
        <pc:spChg chg="add del">
          <ac:chgData name="Oanh Le Thi Kim  (FE FPTU CT)" userId="33772939-cd87-45c1-be61-e0648bc25a53" providerId="ADAL" clId="{17DF0FA2-F2F2-4C4D-8924-535EE9586152}" dt="2021-09-09T09:58:39.818" v="346" actId="26606"/>
          <ac:spMkLst>
            <pc:docMk/>
            <pc:sldMk cId="480267496" sldId="524"/>
            <ac:spMk id="36" creationId="{A8D57A06-A426-446D-B02C-A2DC6B62E45E}"/>
          </ac:spMkLst>
        </pc:spChg>
        <pc:spChg chg="add del">
          <ac:chgData name="Oanh Le Thi Kim  (FE FPTU CT)" userId="33772939-cd87-45c1-be61-e0648bc25a53" providerId="ADAL" clId="{17DF0FA2-F2F2-4C4D-8924-535EE9586152}" dt="2021-09-09T09:58:40.949" v="348" actId="26606"/>
          <ac:spMkLst>
            <pc:docMk/>
            <pc:sldMk cId="480267496" sldId="524"/>
            <ac:spMk id="38" creationId="{32BC26D8-82FB-445E-AA49-62A77D7C1EE0}"/>
          </ac:spMkLst>
        </pc:spChg>
        <pc:spChg chg="add del">
          <ac:chgData name="Oanh Le Thi Kim  (FE FPTU CT)" userId="33772939-cd87-45c1-be61-e0648bc25a53" providerId="ADAL" clId="{17DF0FA2-F2F2-4C4D-8924-535EE9586152}" dt="2021-09-09T09:58:40.949" v="348" actId="26606"/>
          <ac:spMkLst>
            <pc:docMk/>
            <pc:sldMk cId="480267496" sldId="524"/>
            <ac:spMk id="39" creationId="{CB44330D-EA18-4254-AA95-EB49948539B8}"/>
          </ac:spMkLst>
        </pc:spChg>
        <pc:spChg chg="add">
          <ac:chgData name="Oanh Le Thi Kim  (FE FPTU CT)" userId="33772939-cd87-45c1-be61-e0648bc25a53" providerId="ADAL" clId="{17DF0FA2-F2F2-4C4D-8924-535EE9586152}" dt="2021-09-09T09:58:40.956" v="349" actId="26606"/>
          <ac:spMkLst>
            <pc:docMk/>
            <pc:sldMk cId="480267496" sldId="524"/>
            <ac:spMk id="41" creationId="{AB8C311F-7253-4AED-9701-7FC0708C41C7}"/>
          </ac:spMkLst>
        </pc:spChg>
        <pc:spChg chg="add">
          <ac:chgData name="Oanh Le Thi Kim  (FE FPTU CT)" userId="33772939-cd87-45c1-be61-e0648bc25a53" providerId="ADAL" clId="{17DF0FA2-F2F2-4C4D-8924-535EE9586152}" dt="2021-09-09T09:58:40.956" v="349" actId="26606"/>
          <ac:spMkLst>
            <pc:docMk/>
            <pc:sldMk cId="480267496" sldId="524"/>
            <ac:spMk id="42" creationId="{E2384209-CB15-4CDF-9D31-C44FD9A3F20D}"/>
          </ac:spMkLst>
        </pc:spChg>
        <pc:spChg chg="add">
          <ac:chgData name="Oanh Le Thi Kim  (FE FPTU CT)" userId="33772939-cd87-45c1-be61-e0648bc25a53" providerId="ADAL" clId="{17DF0FA2-F2F2-4C4D-8924-535EE9586152}" dt="2021-09-09T09:58:40.956" v="349" actId="26606"/>
          <ac:spMkLst>
            <pc:docMk/>
            <pc:sldMk cId="480267496" sldId="524"/>
            <ac:spMk id="43" creationId="{2633B3B5-CC90-43F0-8714-D31D1F3F0209}"/>
          </ac:spMkLst>
        </pc:spChg>
        <pc:spChg chg="add">
          <ac:chgData name="Oanh Le Thi Kim  (FE FPTU CT)" userId="33772939-cd87-45c1-be61-e0648bc25a53" providerId="ADAL" clId="{17DF0FA2-F2F2-4C4D-8924-535EE9586152}" dt="2021-09-09T09:58:40.956" v="349" actId="26606"/>
          <ac:spMkLst>
            <pc:docMk/>
            <pc:sldMk cId="480267496" sldId="524"/>
            <ac:spMk id="44" creationId="{A8D57A06-A426-446D-B02C-A2DC6B62E45E}"/>
          </ac:spMkLst>
        </pc:spChg>
        <pc:picChg chg="del">
          <ac:chgData name="Oanh Le Thi Kim  (FE FPTU CT)" userId="33772939-cd87-45c1-be61-e0648bc25a53" providerId="ADAL" clId="{17DF0FA2-F2F2-4C4D-8924-535EE9586152}" dt="2021-09-09T09:58:21.960" v="341" actId="478"/>
          <ac:picMkLst>
            <pc:docMk/>
            <pc:sldMk cId="480267496" sldId="524"/>
            <ac:picMk id="3" creationId="{E4F9FB68-A65D-4EF3-9363-67130CC29949}"/>
          </ac:picMkLst>
        </pc:picChg>
        <pc:picChg chg="mod">
          <ac:chgData name="Oanh Le Thi Kim  (FE FPTU CT)" userId="33772939-cd87-45c1-be61-e0648bc25a53" providerId="ADAL" clId="{17DF0FA2-F2F2-4C4D-8924-535EE9586152}" dt="2021-09-09T09:58:52.151" v="356" actId="1076"/>
          <ac:picMkLst>
            <pc:docMk/>
            <pc:sldMk cId="480267496" sldId="524"/>
            <ac:picMk id="7" creationId="{F77C41C8-F420-436B-ABD5-0857661BA788}"/>
          </ac:picMkLst>
        </pc:picChg>
      </pc:sldChg>
      <pc:sldChg chg="addSp delSp modSp new mod">
        <pc:chgData name="Oanh Le Thi Kim  (FE FPTU CT)" userId="33772939-cd87-45c1-be61-e0648bc25a53" providerId="ADAL" clId="{17DF0FA2-F2F2-4C4D-8924-535EE9586152}" dt="2021-09-09T10:00:57.527" v="401" actId="1076"/>
        <pc:sldMkLst>
          <pc:docMk/>
          <pc:sldMk cId="3284802974" sldId="524"/>
        </pc:sldMkLst>
        <pc:spChg chg="del">
          <ac:chgData name="Oanh Le Thi Kim  (FE FPTU CT)" userId="33772939-cd87-45c1-be61-e0648bc25a53" providerId="ADAL" clId="{17DF0FA2-F2F2-4C4D-8924-535EE9586152}" dt="2021-09-09T09:59:37.063" v="360" actId="478"/>
          <ac:spMkLst>
            <pc:docMk/>
            <pc:sldMk cId="3284802974" sldId="524"/>
            <ac:spMk id="2" creationId="{A95C2BF5-E17E-4891-9F39-7A66AD83EFAC}"/>
          </ac:spMkLst>
        </pc:spChg>
        <pc:spChg chg="del">
          <ac:chgData name="Oanh Le Thi Kim  (FE FPTU CT)" userId="33772939-cd87-45c1-be61-e0648bc25a53" providerId="ADAL" clId="{17DF0FA2-F2F2-4C4D-8924-535EE9586152}" dt="2021-09-09T09:59:34.532" v="359" actId="931"/>
          <ac:spMkLst>
            <pc:docMk/>
            <pc:sldMk cId="3284802974" sldId="524"/>
            <ac:spMk id="3" creationId="{FD8D845F-50CC-4037-91E2-FA005FBC25F8}"/>
          </ac:spMkLst>
        </pc:spChg>
        <pc:spChg chg="add mod">
          <ac:chgData name="Oanh Le Thi Kim  (FE FPTU CT)" userId="33772939-cd87-45c1-be61-e0648bc25a53" providerId="ADAL" clId="{17DF0FA2-F2F2-4C4D-8924-535EE9586152}" dt="2021-09-09T10:00:49.186" v="398"/>
          <ac:spMkLst>
            <pc:docMk/>
            <pc:sldMk cId="3284802974" sldId="524"/>
            <ac:spMk id="6" creationId="{0E2C20AB-D7AF-422E-896E-4355C1A6630C}"/>
          </ac:spMkLst>
        </pc:spChg>
        <pc:picChg chg="add mod">
          <ac:chgData name="Oanh Le Thi Kim  (FE FPTU CT)" userId="33772939-cd87-45c1-be61-e0648bc25a53" providerId="ADAL" clId="{17DF0FA2-F2F2-4C4D-8924-535EE9586152}" dt="2021-09-09T10:00:57.527" v="401" actId="1076"/>
          <ac:picMkLst>
            <pc:docMk/>
            <pc:sldMk cId="3284802974" sldId="524"/>
            <ac:picMk id="5" creationId="{9D87B099-CE92-4D9B-B4FD-91E8A869A9B2}"/>
          </ac:picMkLst>
        </pc:picChg>
      </pc:sldChg>
      <pc:sldChg chg="addSp delSp modSp new mod">
        <pc:chgData name="Oanh Le Thi Kim  (FE FPTU CT)" userId="33772939-cd87-45c1-be61-e0648bc25a53" providerId="ADAL" clId="{17DF0FA2-F2F2-4C4D-8924-535EE9586152}" dt="2021-09-09T10:00:44.436" v="397" actId="14100"/>
        <pc:sldMkLst>
          <pc:docMk/>
          <pc:sldMk cId="871476159" sldId="525"/>
        </pc:sldMkLst>
        <pc:spChg chg="mod">
          <ac:chgData name="Oanh Le Thi Kim  (FE FPTU CT)" userId="33772939-cd87-45c1-be61-e0648bc25a53" providerId="ADAL" clId="{17DF0FA2-F2F2-4C4D-8924-535EE9586152}" dt="2021-09-09T10:00:39.660" v="394" actId="1076"/>
          <ac:spMkLst>
            <pc:docMk/>
            <pc:sldMk cId="871476159" sldId="525"/>
            <ac:spMk id="2" creationId="{11F59942-5E5B-4150-AECE-A9834C8A4ACA}"/>
          </ac:spMkLst>
        </pc:spChg>
        <pc:spChg chg="del">
          <ac:chgData name="Oanh Le Thi Kim  (FE FPTU CT)" userId="33772939-cd87-45c1-be61-e0648bc25a53" providerId="ADAL" clId="{17DF0FA2-F2F2-4C4D-8924-535EE9586152}" dt="2021-09-09T10:00:04.621" v="369" actId="931"/>
          <ac:spMkLst>
            <pc:docMk/>
            <pc:sldMk cId="871476159" sldId="525"/>
            <ac:spMk id="3" creationId="{71DC2160-2224-4BBA-AFD7-76E97BD02DE6}"/>
          </ac:spMkLst>
        </pc:spChg>
        <pc:picChg chg="add mod">
          <ac:chgData name="Oanh Le Thi Kim  (FE FPTU CT)" userId="33772939-cd87-45c1-be61-e0648bc25a53" providerId="ADAL" clId="{17DF0FA2-F2F2-4C4D-8924-535EE9586152}" dt="2021-09-09T10:00:44.436" v="397" actId="14100"/>
          <ac:picMkLst>
            <pc:docMk/>
            <pc:sldMk cId="871476159" sldId="525"/>
            <ac:picMk id="5" creationId="{7C4355A5-B9E5-4A16-B7A8-BBA96E3EEEF0}"/>
          </ac:picMkLst>
        </pc:picChg>
      </pc:sldChg>
      <pc:sldChg chg="delSp modSp add mod ord">
        <pc:chgData name="Oanh Le Thi Kim  (FE FPTU CT)" userId="33772939-cd87-45c1-be61-e0648bc25a53" providerId="ADAL" clId="{17DF0FA2-F2F2-4C4D-8924-535EE9586152}" dt="2021-09-09T11:14:08.532" v="416" actId="478"/>
        <pc:sldMkLst>
          <pc:docMk/>
          <pc:sldMk cId="2885234052" sldId="526"/>
        </pc:sldMkLst>
        <pc:picChg chg="del mod">
          <ac:chgData name="Oanh Le Thi Kim  (FE FPTU CT)" userId="33772939-cd87-45c1-be61-e0648bc25a53" providerId="ADAL" clId="{17DF0FA2-F2F2-4C4D-8924-535EE9586152}" dt="2021-09-09T11:14:08.532" v="416" actId="478"/>
          <ac:picMkLst>
            <pc:docMk/>
            <pc:sldMk cId="2885234052" sldId="526"/>
            <ac:picMk id="5" creationId="{8294BA73-DA82-4226-8C93-DC757FF7B20E}"/>
          </ac:picMkLst>
        </pc:picChg>
      </pc:sldChg>
      <pc:sldChg chg="add modNotesTx">
        <pc:chgData name="Oanh Le Thi Kim  (FE FPTU CT)" userId="33772939-cd87-45c1-be61-e0648bc25a53" providerId="ADAL" clId="{17DF0FA2-F2F2-4C4D-8924-535EE9586152}" dt="2021-09-09T14:08:34.630" v="418" actId="20577"/>
        <pc:sldMkLst>
          <pc:docMk/>
          <pc:sldMk cId="3514178239" sldId="52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4AC79-637E-4A71-B73B-6E806EDF51EE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8D07D-93F7-416F-A73A-05ECF16F3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0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386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794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07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altLang="ja-JP" dirty="0"/>
              <a:t>Youtube: Momotaro</a:t>
            </a:r>
          </a:p>
          <a:p>
            <a:r>
              <a:rPr lang="vi-VN" altLang="ja-JP" dirty="0"/>
              <a:t>https://www.youtube.com/watch?v=_NYNwRVxl4I&amp;ab_channel=WowJapanese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4421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66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6127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6125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8854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0681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2390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ý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6009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9530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5364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2038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Phần này GV phụ trách tự biên soạn.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604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8C7FB-2231-4C26-BB4A-5BA9894A6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18C77-A614-417B-BFC7-CBA53A8BB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7716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46F45-CA2A-4988-873F-0116AC843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943610" cy="81474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25123F-A5C6-452C-853C-53235A48CA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466735" cy="3480619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0EA6298-9743-48B8-A25C-863BFFCB91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30065" y="1946275"/>
            <a:ext cx="4542810" cy="309767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329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F0BCD-32CE-47F3-8315-2473B8AF7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3059B-2D6C-42DF-8074-E72342B29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109A9-74C6-4023-9D79-7A19C6307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4CFD5-90D6-432F-982A-07461275F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5A442-C7AE-48C1-A3E8-4B6127CD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EE63-C26E-421A-9CD1-766899CB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48466-D14C-4196-A871-13A00CE15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42D23-2217-473F-B4F1-927F290E1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24888-79E9-4FC9-982B-6C9DB386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37D11-5F5D-4098-A402-1EEE154A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3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8151-881E-45F1-B5A1-3486E147F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9466A-EF98-4CBB-A36A-A5D679309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B4661-4C1D-4729-97C4-09C1E14E8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4AE64-DDF8-4823-8895-A51D00245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416DA-647E-4533-AC1E-34BAB737B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3EB35-FFDF-424A-9F11-1EA3BD27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99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D358B-1377-48AB-832D-430031707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A7963-751E-45AC-8609-D56E81E28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B208A-D174-4295-B7E2-24EE8E954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17FF0-5F6E-4193-B326-0659B6B061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28880-116C-42E4-AC92-D5BB5A644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8204A1-F53A-4EE0-9CDA-CC556A2F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FC743E-65FF-4520-BEFB-283E61A87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48EE8-1196-4741-B910-F79F488CE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96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54CBB-8EA5-4786-9A6E-6AD78DC24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0D110-F6DD-48CB-B86A-DCD389BF4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96B01-C666-4C99-B6D5-0312A7D6A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2530F-F05A-4103-ACA3-8524E395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1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774ECB-40C6-4E27-B12A-76765E06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48A493-46CF-4B48-9829-0B9348D9B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94916-4042-4D8E-892A-914EFC5C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58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9A22-F9BC-46DC-AEE7-154C4212F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0601E-00A8-49B9-A830-4F65C30C5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4117-F189-49C1-B50B-A6E6F7D45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FDE5D-3801-4B6B-BB4E-8C13D3FA8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2F431-0B70-4957-8502-1C9D5ED2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A9ED5-091C-47EC-A349-9DDCAFB0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6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373A-8FCB-4D17-8EAD-FFC347B84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F3061-C6B3-46FD-9AA6-647F375FF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56BAD-90B9-4DDC-9323-CE6E7CA3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BCEDF-9268-40D0-8BD3-2F66ED598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78D75-586A-435B-AEB3-3B663B057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3D7D3-8D4E-4C0C-93BA-6805456B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45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6861-86FD-46D3-8C4A-BD8F8739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C41C9-0E4E-4630-AD3A-F9C011124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79CB1-9562-4BE1-B3DF-73F80ED0F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F8E2C-7661-4D7C-84B6-9613A552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337A5-7C23-45ED-A420-AFC1BDEB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83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581C5C-90C6-4213-9929-35460CC0E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5DB24-352A-43EE-BF2B-4B92429C6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6E31F-E745-417D-96CF-F813DB47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4D048-BFA9-4C3F-8E7F-5A04C2491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F8832-E1F7-428C-9C5E-4EDA77C0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22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996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6D6F93-6FDF-4426-9952-14A26626E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8CDEE-2564-4A48-A6AE-B4267AB94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6B168-9AF9-46D3-A943-488DA535D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A7723-1DC3-4BA8-87A4-36C9907B3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B9CAE-CE0B-4F9B-AFE8-36EF8BF3D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05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C93BCF8-1575-47FE-83D7-E49D0283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537" y="1564330"/>
            <a:ext cx="5425646" cy="877213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5400" b="1" dirty="0">
                <a:solidFill>
                  <a:srgbClr val="A11D2B"/>
                </a:solidFill>
              </a:rPr>
              <a:t>第</a:t>
            </a:r>
            <a:r>
              <a:rPr lang="vi-VN" altLang="ja-JP" sz="5400" b="1" dirty="0">
                <a:solidFill>
                  <a:srgbClr val="A11D2B"/>
                </a:solidFill>
              </a:rPr>
              <a:t>1</a:t>
            </a:r>
            <a:r>
              <a:rPr lang="ja-JP" altLang="en-US" sz="5400" b="1" dirty="0">
                <a:solidFill>
                  <a:srgbClr val="A11D2B"/>
                </a:solidFill>
              </a:rPr>
              <a:t>課</a:t>
            </a:r>
            <a:endParaRPr lang="en-US" sz="5400" b="1" dirty="0">
              <a:solidFill>
                <a:srgbClr val="A11D2B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42536D-8522-415B-8140-96FCF821C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536" y="3429000"/>
            <a:ext cx="5425646" cy="1708484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endParaRPr lang="vi-VN" altLang="ja-JP" sz="6600" b="1" dirty="0">
              <a:solidFill>
                <a:srgbClr val="D9910B"/>
              </a:solidFill>
            </a:endParaRPr>
          </a:p>
          <a:p>
            <a:pPr marL="0" indent="0" algn="ctr">
              <a:buNone/>
            </a:pPr>
            <a:r>
              <a:rPr lang="ja-JP" altLang="en-US" sz="6600" b="1" dirty="0">
                <a:solidFill>
                  <a:srgbClr val="D9910B"/>
                </a:solidFill>
              </a:rPr>
              <a:t>新たな出会い</a:t>
            </a:r>
            <a:endParaRPr lang="en-US" sz="6600" b="1" dirty="0">
              <a:solidFill>
                <a:srgbClr val="D9910B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AF1E5F-AE49-4BFB-A904-4DB64475F4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81"/>
            <a:ext cx="6882063" cy="7509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65D5EB71-9E40-41B8-A539-7F37DC5F83C5}"/>
              </a:ext>
            </a:extLst>
          </p:cNvPr>
          <p:cNvGrpSpPr/>
          <p:nvPr/>
        </p:nvGrpSpPr>
        <p:grpSpPr>
          <a:xfrm>
            <a:off x="6232358" y="196651"/>
            <a:ext cx="5527643" cy="5080567"/>
            <a:chOff x="6256420" y="196651"/>
            <a:chExt cx="5503581" cy="5080567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7BB626A1-D3CB-4B5B-9A46-76A25247C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54140" y="196651"/>
              <a:ext cx="2414202" cy="2414202"/>
            </a:xfrm>
            <a:prstGeom prst="rect">
              <a:avLst/>
            </a:prstGeom>
          </p:spPr>
        </p:pic>
        <p:pic>
          <p:nvPicPr>
            <p:cNvPr id="1030" name="Picture 6" descr="専業主婦だけど働きたい方へ！職場選びの決め手や人気のパート先ベスト5を紹介♪ | 在宅ワーク・内職の求人・アルバイト情報なら主婦のためのママワークス">
              <a:extLst>
                <a:ext uri="{FF2B5EF4-FFF2-40B4-BE49-F238E27FC236}">
                  <a16:creationId xmlns:a16="http://schemas.microsoft.com/office/drawing/2014/main" id="{D0CD87ED-6398-414B-87B1-5957F62205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6420" y="2941764"/>
              <a:ext cx="2802145" cy="22066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学生寮のイラスト | かわいいフリー素材集 いらすとや">
              <a:extLst>
                <a:ext uri="{FF2B5EF4-FFF2-40B4-BE49-F238E27FC236}">
                  <a16:creationId xmlns:a16="http://schemas.microsoft.com/office/drawing/2014/main" id="{D7FDA65A-86D6-43F9-A033-0C00D10FB4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02601" y="3057893"/>
              <a:ext cx="2057400" cy="22193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B1E5289-BD00-44A2-8AE5-3D1611FA477F}"/>
              </a:ext>
            </a:extLst>
          </p:cNvPr>
          <p:cNvSpPr txBox="1"/>
          <p:nvPr/>
        </p:nvSpPr>
        <p:spPr>
          <a:xfrm>
            <a:off x="636536" y="6208295"/>
            <a:ext cx="1721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highlight>
                  <a:srgbClr val="FFFF00"/>
                </a:highlight>
              </a:rPr>
              <a:t>OanhLTK18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09037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ight Arrow 31">
            <a:extLst>
              <a:ext uri="{FF2B5EF4-FFF2-40B4-BE49-F238E27FC236}">
                <a16:creationId xmlns:a16="http://schemas.microsoft.com/office/drawing/2014/main" id="{AF13FB71-FB39-43DD-8C61-DD31CDAF2B18}"/>
              </a:ext>
            </a:extLst>
          </p:cNvPr>
          <p:cNvSpPr/>
          <p:nvPr/>
        </p:nvSpPr>
        <p:spPr>
          <a:xfrm>
            <a:off x="3456782" y="1448955"/>
            <a:ext cx="3588971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>
              <a:solidFill>
                <a:schemeClr val="accent3"/>
              </a:solidFill>
            </a:endParaRPr>
          </a:p>
        </p:txBody>
      </p:sp>
      <p:sp>
        <p:nvSpPr>
          <p:cNvPr id="67" name="Right Arrow 50">
            <a:extLst>
              <a:ext uri="{FF2B5EF4-FFF2-40B4-BE49-F238E27FC236}">
                <a16:creationId xmlns:a16="http://schemas.microsoft.com/office/drawing/2014/main" id="{DA11F572-F2F7-4422-966B-B26E1FC9651E}"/>
              </a:ext>
            </a:extLst>
          </p:cNvPr>
          <p:cNvSpPr/>
          <p:nvPr/>
        </p:nvSpPr>
        <p:spPr>
          <a:xfrm>
            <a:off x="3479640" y="2744422"/>
            <a:ext cx="3566113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accent2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5BED15D-0C26-48BE-B68B-62AD18DD1C26}"/>
              </a:ext>
            </a:extLst>
          </p:cNvPr>
          <p:cNvSpPr/>
          <p:nvPr/>
        </p:nvSpPr>
        <p:spPr>
          <a:xfrm>
            <a:off x="3456780" y="247567"/>
            <a:ext cx="45719" cy="687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0D9759D-D2A1-4776-9FE3-C180179E2D07}"/>
              </a:ext>
            </a:extLst>
          </p:cNvPr>
          <p:cNvSpPr txBox="1"/>
          <p:nvPr/>
        </p:nvSpPr>
        <p:spPr>
          <a:xfrm>
            <a:off x="1998813" y="172503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1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45780F6-BE70-4CDD-8B06-0F7CB32B539B}"/>
              </a:ext>
            </a:extLst>
          </p:cNvPr>
          <p:cNvSpPr txBox="1"/>
          <p:nvPr/>
        </p:nvSpPr>
        <p:spPr>
          <a:xfrm>
            <a:off x="1880987" y="269177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2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813E2F9-8AD4-456C-8DAF-D78D64C46E53}"/>
              </a:ext>
            </a:extLst>
          </p:cNvPr>
          <p:cNvSpPr txBox="1"/>
          <p:nvPr/>
        </p:nvSpPr>
        <p:spPr>
          <a:xfrm>
            <a:off x="1880987" y="365851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3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CBE81C-AF3F-48C4-ABD1-0165CF397291}"/>
              </a:ext>
            </a:extLst>
          </p:cNvPr>
          <p:cNvSpPr txBox="1"/>
          <p:nvPr/>
        </p:nvSpPr>
        <p:spPr>
          <a:xfrm>
            <a:off x="1880987" y="463840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4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282BA71-423F-4FAD-A715-7A62D8245FB8}"/>
              </a:ext>
            </a:extLst>
          </p:cNvPr>
          <p:cNvSpPr txBox="1"/>
          <p:nvPr/>
        </p:nvSpPr>
        <p:spPr>
          <a:xfrm>
            <a:off x="1880987" y="5591997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5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88B2A3-09E1-4ED9-8CB5-A06EA337ED44}"/>
              </a:ext>
            </a:extLst>
          </p:cNvPr>
          <p:cNvSpPr txBox="1"/>
          <p:nvPr/>
        </p:nvSpPr>
        <p:spPr>
          <a:xfrm>
            <a:off x="3584853" y="3001956"/>
            <a:ext cx="40216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solidFill>
                  <a:srgbClr val="5E9C53"/>
                </a:solidFill>
                <a:cs typeface="Arial" pitchFamily="34" charset="0"/>
              </a:rPr>
              <a:t>読解練習</a:t>
            </a:r>
            <a:endParaRPr lang="ko-KR" altLang="en-US" sz="3200" b="1" dirty="0">
              <a:solidFill>
                <a:srgbClr val="5E9C53"/>
              </a:solidFill>
              <a:cs typeface="Arial" pitchFamily="34" charset="0"/>
            </a:endParaRPr>
          </a:p>
        </p:txBody>
      </p:sp>
      <p:sp>
        <p:nvSpPr>
          <p:cNvPr id="90" name="Text Placeholder 1">
            <a:extLst>
              <a:ext uri="{FF2B5EF4-FFF2-40B4-BE49-F238E27FC236}">
                <a16:creationId xmlns:a16="http://schemas.microsoft.com/office/drawing/2014/main" id="{A5B4DECC-1281-46B0-9065-19B46646F737}"/>
              </a:ext>
            </a:extLst>
          </p:cNvPr>
          <p:cNvSpPr txBox="1">
            <a:spLocks/>
          </p:cNvSpPr>
          <p:nvPr/>
        </p:nvSpPr>
        <p:spPr>
          <a:xfrm>
            <a:off x="4063636" y="339509"/>
            <a:ext cx="7833090" cy="72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400"/>
              <a:t>I</a:t>
            </a:r>
            <a:endParaRPr 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F6DCCE-80F6-4D0D-97C7-067D35D1D426}"/>
              </a:ext>
            </a:extLst>
          </p:cNvPr>
          <p:cNvSpPr txBox="1"/>
          <p:nvPr/>
        </p:nvSpPr>
        <p:spPr>
          <a:xfrm>
            <a:off x="3765113" y="137201"/>
            <a:ext cx="3853157" cy="923330"/>
          </a:xfrm>
          <a:prstGeom prst="rect">
            <a:avLst/>
          </a:prstGeom>
          <a:solidFill>
            <a:srgbClr val="5E9C53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vi-VN" altLang="ja-JP" sz="5400" dirty="0">
                <a:solidFill>
                  <a:srgbClr val="A11D2B"/>
                </a:solidFill>
              </a:rPr>
              <a:t>SLOT 9</a:t>
            </a:r>
            <a:endParaRPr lang="en-US" sz="4000" dirty="0">
              <a:solidFill>
                <a:srgbClr val="A11D2B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D98E79-DCBD-40D8-91C0-33E95A32483A}"/>
              </a:ext>
            </a:extLst>
          </p:cNvPr>
          <p:cNvSpPr txBox="1"/>
          <p:nvPr/>
        </p:nvSpPr>
        <p:spPr>
          <a:xfrm>
            <a:off x="3616740" y="1675612"/>
            <a:ext cx="3566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solidFill>
                  <a:srgbClr val="1A1E3B"/>
                </a:solidFill>
                <a:cs typeface="Arial" pitchFamily="34" charset="0"/>
              </a:rPr>
              <a:t>知って楽しむ　</a:t>
            </a:r>
            <a:r>
              <a:rPr lang="vi-VN" altLang="ja-JP" sz="2800" dirty="0">
                <a:solidFill>
                  <a:srgbClr val="1A1E3B"/>
                </a:solidFill>
                <a:cs typeface="Arial" pitchFamily="34" charset="0"/>
              </a:rPr>
              <a:t>(</a:t>
            </a:r>
            <a:r>
              <a:rPr lang="en-US" altLang="ja-JP" sz="2800" dirty="0">
                <a:solidFill>
                  <a:srgbClr val="1A1E3B"/>
                </a:solidFill>
                <a:cs typeface="Arial" pitchFamily="34" charset="0"/>
              </a:rPr>
              <a:t>24</a:t>
            </a:r>
            <a:r>
              <a:rPr lang="vi-VN" altLang="ja-JP" sz="2800" dirty="0">
                <a:solidFill>
                  <a:srgbClr val="1A1E3B"/>
                </a:solidFill>
                <a:cs typeface="Arial" pitchFamily="34" charset="0"/>
              </a:rPr>
              <a:t>)</a:t>
            </a:r>
            <a:endParaRPr lang="ko-KR" altLang="en-US" sz="2800" dirty="0">
              <a:solidFill>
                <a:srgbClr val="1A1E3B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5738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D250FC1-744B-4E14-B388-E489C89F2C7C}"/>
              </a:ext>
            </a:extLst>
          </p:cNvPr>
          <p:cNvSpPr txBox="1"/>
          <p:nvPr/>
        </p:nvSpPr>
        <p:spPr>
          <a:xfrm>
            <a:off x="5457657" y="2362085"/>
            <a:ext cx="26957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テーマ</a:t>
            </a:r>
            <a:endParaRPr lang="en-US" sz="4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579B8B8-D585-4527-B99D-627C3114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3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6FE98E-F50F-4D70-9056-58B30A09147C}"/>
              </a:ext>
            </a:extLst>
          </p:cNvPr>
          <p:cNvSpPr/>
          <p:nvPr/>
        </p:nvSpPr>
        <p:spPr>
          <a:xfrm>
            <a:off x="2320220" y="3069971"/>
            <a:ext cx="7551559" cy="230528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r>
              <a:rPr lang="ja-JP" altLang="en-US" sz="5400" dirty="0">
                <a:solidFill>
                  <a:srgbClr val="FF0000"/>
                </a:solidFill>
              </a:rPr>
              <a:t>おしゃべりのきっかけ</a:t>
            </a:r>
            <a:endParaRPr lang="en-US" sz="5400" dirty="0">
              <a:solidFill>
                <a:srgbClr val="FF0000"/>
              </a:solidFill>
            </a:endParaRPr>
          </a:p>
        </p:txBody>
      </p:sp>
      <p:sp>
        <p:nvSpPr>
          <p:cNvPr id="12" name="Scroll: Horizontal 11">
            <a:extLst>
              <a:ext uri="{FF2B5EF4-FFF2-40B4-BE49-F238E27FC236}">
                <a16:creationId xmlns:a16="http://schemas.microsoft.com/office/drawing/2014/main" id="{D445F4E3-AD2B-4AE0-86B9-BBD810A0A3D3}"/>
              </a:ext>
            </a:extLst>
          </p:cNvPr>
          <p:cNvSpPr/>
          <p:nvPr/>
        </p:nvSpPr>
        <p:spPr>
          <a:xfrm>
            <a:off x="3868801" y="7995"/>
            <a:ext cx="5101680" cy="1611086"/>
          </a:xfrm>
          <a:prstGeom prst="horizontalScroll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400" b="1" spc="50" dirty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知って楽しむ</a:t>
            </a:r>
            <a:endParaRPr lang="en-US" altLang="ja-JP" sz="4400" b="1" spc="50" dirty="0">
              <a:ln w="0"/>
              <a:solidFill>
                <a:srgbClr val="FF0000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algn="ctr"/>
            <a:r>
              <a:rPr lang="ja-JP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（</a:t>
            </a:r>
            <a:r>
              <a:rPr lang="en-US" altLang="ja-JP" b="1" spc="50" dirty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24</a:t>
            </a:r>
            <a:r>
              <a:rPr lang="ja-JP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）</a:t>
            </a:r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02009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579B8B8-D585-4527-B99D-627C3114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4</a:t>
            </a:fld>
            <a:endParaRPr lang="en-US"/>
          </a:p>
        </p:txBody>
      </p:sp>
      <p:pic>
        <p:nvPicPr>
          <p:cNvPr id="3" name="Picture 2" descr="Text&#10;&#10;Description automatically generated with medium confidence">
            <a:extLst>
              <a:ext uri="{FF2B5EF4-FFF2-40B4-BE49-F238E27FC236}">
                <a16:creationId xmlns:a16="http://schemas.microsoft.com/office/drawing/2014/main" id="{03047A1A-B032-4D41-AA14-AFF1B653FA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685" y="1074961"/>
            <a:ext cx="10062052" cy="54240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A49A2B-263B-4D00-8E84-EBB65862FEAA}"/>
              </a:ext>
            </a:extLst>
          </p:cNvPr>
          <p:cNvSpPr txBox="1"/>
          <p:nvPr/>
        </p:nvSpPr>
        <p:spPr>
          <a:xfrm>
            <a:off x="312821" y="252636"/>
            <a:ext cx="7724274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solidFill>
                  <a:srgbClr val="FF0000"/>
                </a:solidFill>
              </a:rPr>
              <a:t>この動物の名前は？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9999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579B8B8-D585-4527-B99D-627C3114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A49A2B-263B-4D00-8E84-EBB65862FEAA}"/>
              </a:ext>
            </a:extLst>
          </p:cNvPr>
          <p:cNvSpPr txBox="1"/>
          <p:nvPr/>
        </p:nvSpPr>
        <p:spPr>
          <a:xfrm>
            <a:off x="613611" y="252636"/>
            <a:ext cx="7423484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solidFill>
                  <a:srgbClr val="FF0000"/>
                </a:solidFill>
              </a:rPr>
              <a:t>桃太郎という昔話をきいたことがある？</a:t>
            </a:r>
            <a:endParaRPr lang="en-US" sz="2800" b="1" dirty="0">
              <a:solidFill>
                <a:srgbClr val="FF0000"/>
              </a:solidFill>
            </a:endParaRPr>
          </a:p>
        </p:txBody>
      </p:sp>
      <p:pic>
        <p:nvPicPr>
          <p:cNvPr id="5" name="Picture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8294BA73-DA82-4226-8C93-DC757FF7B2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453" y="1120257"/>
            <a:ext cx="9893968" cy="541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040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croll: Horizontal 11">
            <a:extLst>
              <a:ext uri="{FF2B5EF4-FFF2-40B4-BE49-F238E27FC236}">
                <a16:creationId xmlns:a16="http://schemas.microsoft.com/office/drawing/2014/main" id="{D445F4E3-AD2B-4AE0-86B9-BBD810A0A3D3}"/>
              </a:ext>
            </a:extLst>
          </p:cNvPr>
          <p:cNvSpPr/>
          <p:nvPr/>
        </p:nvSpPr>
        <p:spPr>
          <a:xfrm>
            <a:off x="464457" y="0"/>
            <a:ext cx="2669423" cy="1314041"/>
          </a:xfrm>
          <a:prstGeom prst="horizontalScroll">
            <a:avLst/>
          </a:prstGeom>
          <a:solidFill>
            <a:srgbClr val="A11D2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ことば</a:t>
            </a:r>
            <a:endParaRPr lang="en-US" altLang="ja-JP" sz="36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75932E45-BF81-43F0-8C80-F62E61CAFC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298740"/>
              </p:ext>
            </p:extLst>
          </p:nvPr>
        </p:nvGraphicFramePr>
        <p:xfrm>
          <a:off x="637674" y="1617057"/>
          <a:ext cx="11044988" cy="4579204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2638658">
                  <a:extLst>
                    <a:ext uri="{9D8B030D-6E8A-4147-A177-3AD203B41FA5}">
                      <a16:colId xmlns:a16="http://schemas.microsoft.com/office/drawing/2014/main" val="724316686"/>
                    </a:ext>
                  </a:extLst>
                </a:gridCol>
                <a:gridCol w="2802110">
                  <a:extLst>
                    <a:ext uri="{9D8B030D-6E8A-4147-A177-3AD203B41FA5}">
                      <a16:colId xmlns:a16="http://schemas.microsoft.com/office/drawing/2014/main" val="2899876989"/>
                    </a:ext>
                  </a:extLst>
                </a:gridCol>
                <a:gridCol w="2802110">
                  <a:extLst>
                    <a:ext uri="{9D8B030D-6E8A-4147-A177-3AD203B41FA5}">
                      <a16:colId xmlns:a16="http://schemas.microsoft.com/office/drawing/2014/main" val="471814206"/>
                    </a:ext>
                  </a:extLst>
                </a:gridCol>
                <a:gridCol w="2802110">
                  <a:extLst>
                    <a:ext uri="{9D8B030D-6E8A-4147-A177-3AD203B41FA5}">
                      <a16:colId xmlns:a16="http://schemas.microsoft.com/office/drawing/2014/main" val="3629544519"/>
                    </a:ext>
                  </a:extLst>
                </a:gridCol>
              </a:tblGrid>
              <a:tr h="654172">
                <a:tc>
                  <a:txBody>
                    <a:bodyPr/>
                    <a:lstStyle/>
                    <a:p>
                      <a:r>
                        <a:rPr lang="ja-JP" altLang="en-US" sz="3200" b="0" i="0" dirty="0"/>
                        <a:t>きっかけ</a:t>
                      </a:r>
                      <a:endParaRPr lang="en-US" sz="3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b="0" dirty="0"/>
                        <a:t>中心</a:t>
                      </a:r>
                      <a:endParaRPr lang="en-US" sz="3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963244"/>
                  </a:ext>
                </a:extLst>
              </a:tr>
              <a:tr h="654172"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動物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羊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151624"/>
                  </a:ext>
                </a:extLst>
              </a:tr>
              <a:tr h="654172"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順に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手放す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679215"/>
                  </a:ext>
                </a:extLst>
              </a:tr>
              <a:tr h="654172"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財産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柔らかな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541142"/>
                  </a:ext>
                </a:extLst>
              </a:tr>
              <a:tr h="654172"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つまり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困難な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550898"/>
                  </a:ext>
                </a:extLst>
              </a:tr>
              <a:tr h="654172"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出会う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自然な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170347"/>
                  </a:ext>
                </a:extLst>
              </a:tr>
              <a:tr h="654172"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種明かし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立場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461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516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croll: Horizontal 11">
            <a:extLst>
              <a:ext uri="{FF2B5EF4-FFF2-40B4-BE49-F238E27FC236}">
                <a16:creationId xmlns:a16="http://schemas.microsoft.com/office/drawing/2014/main" id="{D445F4E3-AD2B-4AE0-86B9-BBD810A0A3D3}"/>
              </a:ext>
            </a:extLst>
          </p:cNvPr>
          <p:cNvSpPr/>
          <p:nvPr/>
        </p:nvSpPr>
        <p:spPr>
          <a:xfrm>
            <a:off x="464457" y="0"/>
            <a:ext cx="2669423" cy="1314041"/>
          </a:xfrm>
          <a:prstGeom prst="horizontalScroll">
            <a:avLst/>
          </a:prstGeom>
          <a:solidFill>
            <a:srgbClr val="A11D2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ことば</a:t>
            </a:r>
            <a:endParaRPr lang="en-US" altLang="ja-JP" sz="36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75932E45-BF81-43F0-8C80-F62E61CAFC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82314"/>
              </p:ext>
            </p:extLst>
          </p:nvPr>
        </p:nvGraphicFramePr>
        <p:xfrm>
          <a:off x="637674" y="1617057"/>
          <a:ext cx="11044988" cy="4579204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2638658">
                  <a:extLst>
                    <a:ext uri="{9D8B030D-6E8A-4147-A177-3AD203B41FA5}">
                      <a16:colId xmlns:a16="http://schemas.microsoft.com/office/drawing/2014/main" val="724316686"/>
                    </a:ext>
                  </a:extLst>
                </a:gridCol>
                <a:gridCol w="2802110">
                  <a:extLst>
                    <a:ext uri="{9D8B030D-6E8A-4147-A177-3AD203B41FA5}">
                      <a16:colId xmlns:a16="http://schemas.microsoft.com/office/drawing/2014/main" val="2899876989"/>
                    </a:ext>
                  </a:extLst>
                </a:gridCol>
                <a:gridCol w="2802110">
                  <a:extLst>
                    <a:ext uri="{9D8B030D-6E8A-4147-A177-3AD203B41FA5}">
                      <a16:colId xmlns:a16="http://schemas.microsoft.com/office/drawing/2014/main" val="471814206"/>
                    </a:ext>
                  </a:extLst>
                </a:gridCol>
                <a:gridCol w="2802110">
                  <a:extLst>
                    <a:ext uri="{9D8B030D-6E8A-4147-A177-3AD203B41FA5}">
                      <a16:colId xmlns:a16="http://schemas.microsoft.com/office/drawing/2014/main" val="3629544519"/>
                    </a:ext>
                  </a:extLst>
                </a:gridCol>
              </a:tblGrid>
              <a:tr h="654172">
                <a:tc>
                  <a:txBody>
                    <a:bodyPr/>
                    <a:lstStyle/>
                    <a:p>
                      <a:r>
                        <a:rPr lang="ja-JP" altLang="en-US" sz="3200" b="0" i="0" dirty="0"/>
                        <a:t>馬</a:t>
                      </a:r>
                      <a:endParaRPr lang="en-US" sz="3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b="0" dirty="0"/>
                        <a:t>牛</a:t>
                      </a:r>
                      <a:endParaRPr lang="en-US" sz="3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963244"/>
                  </a:ext>
                </a:extLst>
              </a:tr>
              <a:tr h="654172"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なぜ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番号を付ける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151624"/>
                  </a:ext>
                </a:extLst>
              </a:tr>
              <a:tr h="654172"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そば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ほっと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679215"/>
                  </a:ext>
                </a:extLst>
              </a:tr>
              <a:tr h="654172"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守る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たっぷりな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541142"/>
                  </a:ext>
                </a:extLst>
              </a:tr>
              <a:tr h="654172"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昔話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キジ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550898"/>
                  </a:ext>
                </a:extLst>
              </a:tr>
              <a:tr h="654172"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試す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移動する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170347"/>
                  </a:ext>
                </a:extLst>
              </a:tr>
              <a:tr h="654172"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ライオン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与える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461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6230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croll: Horizontal 11">
            <a:extLst>
              <a:ext uri="{FF2B5EF4-FFF2-40B4-BE49-F238E27FC236}">
                <a16:creationId xmlns:a16="http://schemas.microsoft.com/office/drawing/2014/main" id="{D445F4E3-AD2B-4AE0-86B9-BBD810A0A3D3}"/>
              </a:ext>
            </a:extLst>
          </p:cNvPr>
          <p:cNvSpPr/>
          <p:nvPr/>
        </p:nvSpPr>
        <p:spPr>
          <a:xfrm>
            <a:off x="464457" y="0"/>
            <a:ext cx="2669423" cy="1314041"/>
          </a:xfrm>
          <a:prstGeom prst="horizontalScroll">
            <a:avLst/>
          </a:prstGeom>
          <a:solidFill>
            <a:srgbClr val="A11D2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ことば</a:t>
            </a:r>
            <a:endParaRPr lang="en-US" altLang="ja-JP" sz="36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75932E45-BF81-43F0-8C80-F62E61CAFC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399108"/>
              </p:ext>
            </p:extLst>
          </p:nvPr>
        </p:nvGraphicFramePr>
        <p:xfrm>
          <a:off x="637674" y="1617057"/>
          <a:ext cx="11044988" cy="4579204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2638658">
                  <a:extLst>
                    <a:ext uri="{9D8B030D-6E8A-4147-A177-3AD203B41FA5}">
                      <a16:colId xmlns:a16="http://schemas.microsoft.com/office/drawing/2014/main" val="724316686"/>
                    </a:ext>
                  </a:extLst>
                </a:gridCol>
                <a:gridCol w="2802110">
                  <a:extLst>
                    <a:ext uri="{9D8B030D-6E8A-4147-A177-3AD203B41FA5}">
                      <a16:colId xmlns:a16="http://schemas.microsoft.com/office/drawing/2014/main" val="2899876989"/>
                    </a:ext>
                  </a:extLst>
                </a:gridCol>
                <a:gridCol w="2802110">
                  <a:extLst>
                    <a:ext uri="{9D8B030D-6E8A-4147-A177-3AD203B41FA5}">
                      <a16:colId xmlns:a16="http://schemas.microsoft.com/office/drawing/2014/main" val="471814206"/>
                    </a:ext>
                  </a:extLst>
                </a:gridCol>
                <a:gridCol w="2802110">
                  <a:extLst>
                    <a:ext uri="{9D8B030D-6E8A-4147-A177-3AD203B41FA5}">
                      <a16:colId xmlns:a16="http://schemas.microsoft.com/office/drawing/2014/main" val="3629544519"/>
                    </a:ext>
                  </a:extLst>
                </a:gridCol>
              </a:tblGrid>
              <a:tr h="654172">
                <a:tc>
                  <a:txBody>
                    <a:bodyPr/>
                    <a:lstStyle/>
                    <a:p>
                      <a:r>
                        <a:rPr lang="ja-JP" altLang="en-US" sz="3200" b="0" i="0" dirty="0"/>
                        <a:t>旅する</a:t>
                      </a:r>
                      <a:endParaRPr lang="en-US" sz="3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b="0" dirty="0"/>
                        <a:t>お供</a:t>
                      </a:r>
                      <a:endParaRPr lang="en-US" sz="3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963244"/>
                  </a:ext>
                </a:extLst>
              </a:tr>
              <a:tr h="654172"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協力する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さて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151624"/>
                  </a:ext>
                </a:extLst>
              </a:tr>
              <a:tr h="654172"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それぞれ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象徴する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679215"/>
                  </a:ext>
                </a:extLst>
              </a:tr>
              <a:tr h="654172"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手段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表す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541142"/>
                  </a:ext>
                </a:extLst>
              </a:tr>
              <a:tr h="654172"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順番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人生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550898"/>
                  </a:ext>
                </a:extLst>
              </a:tr>
              <a:tr h="654172"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鬼退治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重大な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170347"/>
                  </a:ext>
                </a:extLst>
              </a:tr>
              <a:tr h="654172"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461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8376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579B8B8-D585-4527-B99D-627C3114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5B29C50-D6F1-4DB6-9B68-F4CD3996E9CF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 sz="110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328D71-50EC-4DCD-A1D2-50CDFFD1E4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41" y="372309"/>
            <a:ext cx="11321716" cy="6189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18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4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4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579B8B8-D585-4527-B99D-627C3114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5B29C50-D6F1-4DB6-9B68-F4CD3996E9CF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 sz="110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2D892C-9337-4678-A999-8FDDD53176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54533"/>
            <a:ext cx="11244808" cy="609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106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579B8B8-D585-4527-B99D-627C3114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5B29C50-D6F1-4DB6-9B68-F4CD3996E9CF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 sz="1100">
              <a:solidFill>
                <a:srgbClr val="FFFFFF"/>
              </a:solidFill>
            </a:endParaRP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42D40AF1-A3DF-4A50-822E-2A88FDA13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858" y="1383632"/>
            <a:ext cx="11391491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734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6FE98E-F50F-4D70-9056-58B30A09147C}"/>
              </a:ext>
            </a:extLst>
          </p:cNvPr>
          <p:cNvSpPr/>
          <p:nvPr/>
        </p:nvSpPr>
        <p:spPr>
          <a:xfrm>
            <a:off x="951871" y="3319719"/>
            <a:ext cx="10916507" cy="253558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ja-JP" altLang="en-US" sz="2800" b="1" dirty="0">
                <a:solidFill>
                  <a:schemeClr val="bg1"/>
                </a:solidFill>
              </a:rPr>
              <a:t>はじめて会った人と何を話したらいいか分からないときや、中心になって話したいけど、日本語だと聞く立場になってしまうときなどに試すといいです。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250FC1-744B-4E14-B388-E489C89F2C7C}"/>
              </a:ext>
            </a:extLst>
          </p:cNvPr>
          <p:cNvSpPr txBox="1"/>
          <p:nvPr/>
        </p:nvSpPr>
        <p:spPr>
          <a:xfrm>
            <a:off x="459570" y="2279043"/>
            <a:ext cx="984602" cy="707886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①．</a:t>
            </a:r>
            <a:endParaRPr lang="en-US" sz="4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Scroll: Horizontal 11">
            <a:extLst>
              <a:ext uri="{FF2B5EF4-FFF2-40B4-BE49-F238E27FC236}">
                <a16:creationId xmlns:a16="http://schemas.microsoft.com/office/drawing/2014/main" id="{D445F4E3-AD2B-4AE0-86B9-BBD810A0A3D3}"/>
              </a:ext>
            </a:extLst>
          </p:cNvPr>
          <p:cNvSpPr/>
          <p:nvPr/>
        </p:nvSpPr>
        <p:spPr>
          <a:xfrm>
            <a:off x="3538455" y="295730"/>
            <a:ext cx="5235431" cy="1611086"/>
          </a:xfrm>
          <a:prstGeom prst="horizontalScroll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8000" b="1" spc="50" dirty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Q</a:t>
            </a:r>
            <a:r>
              <a:rPr lang="ja-JP" altLang="en-US" sz="8000" b="1" spc="50" dirty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＆</a:t>
            </a:r>
            <a:r>
              <a:rPr lang="en-US" altLang="ja-JP" sz="8000" b="1" spc="50" dirty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</a:t>
            </a:r>
            <a:r>
              <a:rPr lang="ja-JP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（</a:t>
            </a:r>
            <a:r>
              <a:rPr lang="en-US" altLang="ja-JP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P25</a:t>
            </a:r>
            <a:r>
              <a:rPr lang="ja-JP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）</a:t>
            </a:r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579B8B8-D585-4527-B99D-627C3114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12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3A84A6-4BEB-42CF-B9ED-DCC404042875}"/>
              </a:ext>
            </a:extLst>
          </p:cNvPr>
          <p:cNvSpPr txBox="1"/>
          <p:nvPr/>
        </p:nvSpPr>
        <p:spPr>
          <a:xfrm>
            <a:off x="1444172" y="2414195"/>
            <a:ext cx="10203543" cy="584775"/>
          </a:xfrm>
          <a:prstGeom prst="rect">
            <a:avLst/>
          </a:prstGeom>
          <a:solidFill>
            <a:srgbClr val="0070C0"/>
          </a:soli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>
                <a:solidFill>
                  <a:schemeClr val="bg1"/>
                </a:solidFill>
                <a:highlight>
                  <a:srgbClr val="1A1E3B"/>
                </a:highlight>
                <a:latin typeface="Yu Gothic UI" panose="020B0500000000000000" pitchFamily="34" charset="-128"/>
                <a:ea typeface="Yu Gothic UI" panose="020B0500000000000000" pitchFamily="34" charset="-128"/>
              </a:rPr>
              <a:t>紹介されているゲームはどんなときに試すといいと言っていますか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" name="Arrow: Curved Right 3">
            <a:extLst>
              <a:ext uri="{FF2B5EF4-FFF2-40B4-BE49-F238E27FC236}">
                <a16:creationId xmlns:a16="http://schemas.microsoft.com/office/drawing/2014/main" id="{8F3FC872-E277-4E59-9DB9-36043F093097}"/>
              </a:ext>
            </a:extLst>
          </p:cNvPr>
          <p:cNvSpPr/>
          <p:nvPr/>
        </p:nvSpPr>
        <p:spPr>
          <a:xfrm>
            <a:off x="220351" y="3262996"/>
            <a:ext cx="731520" cy="1216152"/>
          </a:xfrm>
          <a:prstGeom prst="curvedRightArrow">
            <a:avLst>
              <a:gd name="adj1" fmla="val 25000"/>
              <a:gd name="adj2" fmla="val 83125"/>
              <a:gd name="adj3" fmla="val 25000"/>
            </a:avLst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1449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3" grpId="0" animBg="1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6FE98E-F50F-4D70-9056-58B30A09147C}"/>
              </a:ext>
            </a:extLst>
          </p:cNvPr>
          <p:cNvSpPr/>
          <p:nvPr/>
        </p:nvSpPr>
        <p:spPr>
          <a:xfrm>
            <a:off x="951871" y="3319719"/>
            <a:ext cx="10916507" cy="253558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ja-JP" altLang="en-US" sz="3600" dirty="0">
                <a:solidFill>
                  <a:schemeClr val="bg1"/>
                </a:solidFill>
              </a:rPr>
              <a:t>自然に自分の考えや相手の考えが分かって、おしゃべりが楽しくなるからです。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250FC1-744B-4E14-B388-E489C89F2C7C}"/>
              </a:ext>
            </a:extLst>
          </p:cNvPr>
          <p:cNvSpPr txBox="1"/>
          <p:nvPr/>
        </p:nvSpPr>
        <p:spPr>
          <a:xfrm>
            <a:off x="459570" y="2279043"/>
            <a:ext cx="984602" cy="707886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②．</a:t>
            </a:r>
            <a:endParaRPr lang="en-US" sz="4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Scroll: Horizontal 11">
            <a:extLst>
              <a:ext uri="{FF2B5EF4-FFF2-40B4-BE49-F238E27FC236}">
                <a16:creationId xmlns:a16="http://schemas.microsoft.com/office/drawing/2014/main" id="{D445F4E3-AD2B-4AE0-86B9-BBD810A0A3D3}"/>
              </a:ext>
            </a:extLst>
          </p:cNvPr>
          <p:cNvSpPr/>
          <p:nvPr/>
        </p:nvSpPr>
        <p:spPr>
          <a:xfrm>
            <a:off x="3538455" y="295730"/>
            <a:ext cx="5235431" cy="1611086"/>
          </a:xfrm>
          <a:prstGeom prst="horizontalScroll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8000" b="1" spc="50" dirty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Q</a:t>
            </a:r>
            <a:r>
              <a:rPr lang="ja-JP" altLang="en-US" sz="8000" b="1" spc="50" dirty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＆</a:t>
            </a:r>
            <a:r>
              <a:rPr lang="en-US" altLang="ja-JP" sz="8000" b="1" spc="50" dirty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</a:t>
            </a:r>
            <a:r>
              <a:rPr lang="ja-JP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（</a:t>
            </a:r>
            <a:r>
              <a:rPr lang="en-US" altLang="ja-JP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P25</a:t>
            </a:r>
            <a:r>
              <a:rPr lang="ja-JP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）</a:t>
            </a:r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579B8B8-D585-4527-B99D-627C3114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13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3A84A6-4BEB-42CF-B9ED-DCC404042875}"/>
              </a:ext>
            </a:extLst>
          </p:cNvPr>
          <p:cNvSpPr txBox="1"/>
          <p:nvPr/>
        </p:nvSpPr>
        <p:spPr>
          <a:xfrm>
            <a:off x="1698172" y="2402154"/>
            <a:ext cx="10203543" cy="584775"/>
          </a:xfrm>
          <a:prstGeom prst="rect">
            <a:avLst/>
          </a:prstGeom>
          <a:solidFill>
            <a:srgbClr val="0070C0"/>
          </a:soli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>
                <a:solidFill>
                  <a:schemeClr val="bg1"/>
                </a:solidFill>
                <a:highlight>
                  <a:srgbClr val="1A1E3B"/>
                </a:highlight>
              </a:rPr>
              <a:t>こ</a:t>
            </a:r>
            <a:r>
              <a:rPr lang="ja-JP" altLang="en-US" sz="2800" dirty="0">
                <a:solidFill>
                  <a:schemeClr val="bg1"/>
                </a:solidFill>
                <a:highlight>
                  <a:srgbClr val="1A1E3B"/>
                </a:highlight>
              </a:rPr>
              <a:t>のゲームをすると、どうしておしゃべりが楽しくなりますか</a:t>
            </a:r>
            <a:r>
              <a:rPr lang="ja-JP" altLang="en-US" sz="2800" dirty="0">
                <a:solidFill>
                  <a:schemeClr val="bg1"/>
                </a:solidFill>
              </a:rPr>
              <a:t>。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" name="Arrow: Curved Right 3">
            <a:extLst>
              <a:ext uri="{FF2B5EF4-FFF2-40B4-BE49-F238E27FC236}">
                <a16:creationId xmlns:a16="http://schemas.microsoft.com/office/drawing/2014/main" id="{8F3FC872-E277-4E59-9DB9-36043F093097}"/>
              </a:ext>
            </a:extLst>
          </p:cNvPr>
          <p:cNvSpPr/>
          <p:nvPr/>
        </p:nvSpPr>
        <p:spPr>
          <a:xfrm>
            <a:off x="220351" y="3262996"/>
            <a:ext cx="731520" cy="1216152"/>
          </a:xfrm>
          <a:prstGeom prst="curvedRightArrow">
            <a:avLst>
              <a:gd name="adj1" fmla="val 25000"/>
              <a:gd name="adj2" fmla="val 83125"/>
              <a:gd name="adj3" fmla="val 25000"/>
            </a:avLst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9439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3" grpId="0" animBg="1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croll: Horizontal 11">
            <a:extLst>
              <a:ext uri="{FF2B5EF4-FFF2-40B4-BE49-F238E27FC236}">
                <a16:creationId xmlns:a16="http://schemas.microsoft.com/office/drawing/2014/main" id="{D445F4E3-AD2B-4AE0-86B9-BBD810A0A3D3}"/>
              </a:ext>
            </a:extLst>
          </p:cNvPr>
          <p:cNvSpPr/>
          <p:nvPr/>
        </p:nvSpPr>
        <p:spPr>
          <a:xfrm>
            <a:off x="1716506" y="1410846"/>
            <a:ext cx="9492915" cy="3570228"/>
          </a:xfrm>
          <a:prstGeom prst="horizontalScroll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8000" b="1" spc="50" dirty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練習しましょう</a:t>
            </a:r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579B8B8-D585-4527-B99D-627C3114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251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9D87B099-CE92-4D9B-B4FD-91E8A869A9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46" y="1227219"/>
            <a:ext cx="10966896" cy="4812633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E2C20AB-D7AF-422E-896E-4355C1A66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126" y="100431"/>
            <a:ext cx="10150642" cy="573338"/>
          </a:xfrm>
          <a:solidFill>
            <a:srgbClr val="FFC000"/>
          </a:solidFill>
        </p:spPr>
        <p:txBody>
          <a:bodyPr>
            <a:normAutofit fontScale="90000"/>
          </a:bodyPr>
          <a:lstStyle/>
          <a:p>
            <a:pPr algn="ctr"/>
            <a:r>
              <a:rPr lang="ja-JP" altLang="en-US" sz="4400" b="1" dirty="0">
                <a:solidFill>
                  <a:srgbClr val="FF0000"/>
                </a:solidFill>
              </a:rPr>
              <a:t>（ 　）に入る言葉を選ら んでください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4802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59942-5E5B-4150-AECE-A9834C8A4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304" y="100431"/>
            <a:ext cx="10587791" cy="924962"/>
          </a:xfrm>
          <a:solidFill>
            <a:srgbClr val="FFC000"/>
          </a:solidFill>
        </p:spPr>
        <p:txBody>
          <a:bodyPr>
            <a:noAutofit/>
          </a:bodyPr>
          <a:lstStyle/>
          <a:p>
            <a:pPr algn="ctr"/>
            <a:r>
              <a:rPr lang="ja-JP" altLang="en-US" sz="2800" b="1" dirty="0">
                <a:solidFill>
                  <a:srgbClr val="FF0000"/>
                </a:solidFill>
              </a:rPr>
              <a:t>（ 　）に入る言葉を選ら んで必 要 なら、 形 を変 えてください</a:t>
            </a:r>
            <a:endParaRPr lang="en-US" sz="2800" b="1" dirty="0">
              <a:solidFill>
                <a:srgbClr val="FF0000"/>
              </a:solidFill>
            </a:endParaRPr>
          </a:p>
        </p:txBody>
      </p:sp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7C4355A5-B9E5-4A16-B7A8-BBA96E3EEE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901" y="1127548"/>
            <a:ext cx="10943635" cy="5465757"/>
          </a:xfrm>
        </p:spPr>
      </p:pic>
    </p:spTree>
    <p:extLst>
      <p:ext uri="{BB962C8B-B14F-4D97-AF65-F5344CB8AC3E}">
        <p14:creationId xmlns:p14="http://schemas.microsoft.com/office/powerpoint/2010/main" val="871476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croll: Horizontal 11">
            <a:extLst>
              <a:ext uri="{FF2B5EF4-FFF2-40B4-BE49-F238E27FC236}">
                <a16:creationId xmlns:a16="http://schemas.microsoft.com/office/drawing/2014/main" id="{D445F4E3-AD2B-4AE0-86B9-BBD810A0A3D3}"/>
              </a:ext>
            </a:extLst>
          </p:cNvPr>
          <p:cNvSpPr/>
          <p:nvPr/>
        </p:nvSpPr>
        <p:spPr>
          <a:xfrm>
            <a:off x="1716506" y="1410846"/>
            <a:ext cx="9492915" cy="3570228"/>
          </a:xfrm>
          <a:prstGeom prst="horizontalScroll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8000" b="1" spc="50" dirty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読解練習</a:t>
            </a:r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579B8B8-D585-4527-B99D-627C3114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00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4198</TotalTime>
  <Words>504</Words>
  <Application>Microsoft Office PowerPoint</Application>
  <PresentationFormat>Widescreen</PresentationFormat>
  <Paragraphs>103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Yu Gothic UI</vt:lpstr>
      <vt:lpstr>Arial</vt:lpstr>
      <vt:lpstr>Calibri</vt:lpstr>
      <vt:lpstr>Calibri Light</vt:lpstr>
      <vt:lpstr>Times New Roman</vt:lpstr>
      <vt:lpstr>Office Theme</vt:lpstr>
      <vt:lpstr>第1課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（ 　）に入る言葉を選ら んでください</vt:lpstr>
      <vt:lpstr>（ 　）に入る言葉を選ら んで必 要 なら、 形 を変 えてください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Oanh Le</dc:creator>
  <cp:lastModifiedBy>Le Thi Kim Oanh (FE FPTU CT)</cp:lastModifiedBy>
  <cp:revision>5</cp:revision>
  <dcterms:created xsi:type="dcterms:W3CDTF">2021-07-16T02:45:36Z</dcterms:created>
  <dcterms:modified xsi:type="dcterms:W3CDTF">2021-09-13T10:47:53Z</dcterms:modified>
</cp:coreProperties>
</file>