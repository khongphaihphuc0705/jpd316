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427" r:id="rId3"/>
    <p:sldId id="507" r:id="rId4"/>
    <p:sldId id="508" r:id="rId5"/>
    <p:sldId id="414" r:id="rId6"/>
    <p:sldId id="413" r:id="rId7"/>
    <p:sldId id="495" r:id="rId8"/>
    <p:sldId id="432" r:id="rId9"/>
    <p:sldId id="496" r:id="rId10"/>
    <p:sldId id="537" r:id="rId11"/>
    <p:sldId id="497" r:id="rId12"/>
    <p:sldId id="498" r:id="rId13"/>
    <p:sldId id="499" r:id="rId14"/>
    <p:sldId id="500" r:id="rId15"/>
    <p:sldId id="538" r:id="rId16"/>
    <p:sldId id="502" r:id="rId17"/>
    <p:sldId id="501" r:id="rId18"/>
    <p:sldId id="503" r:id="rId19"/>
    <p:sldId id="504" r:id="rId20"/>
    <p:sldId id="539" r:id="rId21"/>
    <p:sldId id="506" r:id="rId22"/>
    <p:sldId id="50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OT 6" id="{8E8F08A4-40C1-4A29-B67B-EA7F47FFEA92}">
          <p14:sldIdLst>
            <p14:sldId id="256"/>
            <p14:sldId id="427"/>
            <p14:sldId id="507"/>
            <p14:sldId id="508"/>
            <p14:sldId id="414"/>
            <p14:sldId id="413"/>
            <p14:sldId id="495"/>
            <p14:sldId id="432"/>
            <p14:sldId id="496"/>
            <p14:sldId id="537"/>
            <p14:sldId id="497"/>
            <p14:sldId id="498"/>
            <p14:sldId id="499"/>
            <p14:sldId id="500"/>
            <p14:sldId id="538"/>
            <p14:sldId id="502"/>
            <p14:sldId id="501"/>
            <p14:sldId id="503"/>
            <p14:sldId id="504"/>
            <p14:sldId id="539"/>
            <p14:sldId id="506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910B"/>
    <a:srgbClr val="256766"/>
    <a:srgbClr val="1A1E3B"/>
    <a:srgbClr val="A11D2B"/>
    <a:srgbClr val="5E9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93B671-7EAD-499F-9CAF-D566D51DBBD4}" v="573" dt="2021-09-17T01:22:41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372" y="3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anh Le Thi Kim  (FE FPTU CT)" userId="33772939-cd87-45c1-be61-e0648bc25a53" providerId="ADAL" clId="{FA93B671-7EAD-499F-9CAF-D566D51DBBD4}"/>
    <pc:docChg chg="undo custSel addSld delSld modSld sldOrd delSection modSection">
      <pc:chgData name="Oanh Le Thi Kim  (FE FPTU CT)" userId="33772939-cd87-45c1-be61-e0648bc25a53" providerId="ADAL" clId="{FA93B671-7EAD-499F-9CAF-D566D51DBBD4}" dt="2021-09-08T14:33:27.553" v="802" actId="14100"/>
      <pc:docMkLst>
        <pc:docMk/>
      </pc:docMkLst>
      <pc:sldChg chg="add del">
        <pc:chgData name="Oanh Le Thi Kim  (FE FPTU CT)" userId="33772939-cd87-45c1-be61-e0648bc25a53" providerId="ADAL" clId="{FA93B671-7EAD-499F-9CAF-D566D51DBBD4}" dt="2021-08-21T06:55:41.842" v="67"/>
        <pc:sldMkLst>
          <pc:docMk/>
          <pc:sldMk cId="1809037783" sldId="256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602090843" sldId="257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4273538635" sldId="353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260844141" sldId="356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2674687173" sldId="362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4141102625" sldId="368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2104607827" sldId="371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3397200444" sldId="372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2189862289" sldId="375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3122985082" sldId="389"/>
        </pc:sldMkLst>
      </pc:sldChg>
      <pc:sldChg chg="addSp modSp mod modNotesTx">
        <pc:chgData name="Oanh Le Thi Kim  (FE FPTU CT)" userId="33772939-cd87-45c1-be61-e0648bc25a53" providerId="ADAL" clId="{FA93B671-7EAD-499F-9CAF-D566D51DBBD4}" dt="2021-09-08T14:22:36.939" v="180" actId="27636"/>
        <pc:sldMkLst>
          <pc:docMk/>
          <pc:sldMk cId="636810010" sldId="413"/>
        </pc:sldMkLst>
        <pc:spChg chg="mod">
          <ac:chgData name="Oanh Le Thi Kim  (FE FPTU CT)" userId="33772939-cd87-45c1-be61-e0648bc25a53" providerId="ADAL" clId="{FA93B671-7EAD-499F-9CAF-D566D51DBBD4}" dt="2021-09-08T14:22:36.939" v="180" actId="27636"/>
          <ac:spMkLst>
            <pc:docMk/>
            <pc:sldMk cId="636810010" sldId="413"/>
            <ac:spMk id="3" creationId="{00000000-0000-0000-0000-000000000000}"/>
          </ac:spMkLst>
        </pc:spChg>
        <pc:spChg chg="add mod">
          <ac:chgData name="Oanh Le Thi Kim  (FE FPTU CT)" userId="33772939-cd87-45c1-be61-e0648bc25a53" providerId="ADAL" clId="{FA93B671-7EAD-499F-9CAF-D566D51DBBD4}" dt="2021-08-21T03:42:42.579" v="52" actId="14100"/>
          <ac:spMkLst>
            <pc:docMk/>
            <pc:sldMk cId="636810010" sldId="413"/>
            <ac:spMk id="4" creationId="{CEA6CA56-E0C1-4B21-A9F1-52D612EFA398}"/>
          </ac:spMkLst>
        </pc:spChg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3513659411" sldId="416"/>
        </pc:sldMkLst>
      </pc:sldChg>
      <pc:sldChg chg="modSp mod">
        <pc:chgData name="Oanh Le Thi Kim  (FE FPTU CT)" userId="33772939-cd87-45c1-be61-e0648bc25a53" providerId="ADAL" clId="{FA93B671-7EAD-499F-9CAF-D566D51DBBD4}" dt="2021-09-08T14:24:28.616" v="210" actId="122"/>
        <pc:sldMkLst>
          <pc:docMk/>
          <pc:sldMk cId="1364144826" sldId="427"/>
        </pc:sldMkLst>
        <pc:spChg chg="mod">
          <ac:chgData name="Oanh Le Thi Kim  (FE FPTU CT)" userId="33772939-cd87-45c1-be61-e0648bc25a53" providerId="ADAL" clId="{FA93B671-7EAD-499F-9CAF-D566D51DBBD4}" dt="2021-09-08T14:24:28.616" v="210" actId="122"/>
          <ac:spMkLst>
            <pc:docMk/>
            <pc:sldMk cId="1364144826" sldId="427"/>
            <ac:spMk id="34" creationId="{01D98E79-DCBD-40D8-91C0-33E95A32483A}"/>
          </ac:spMkLst>
        </pc:spChg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94612983" sldId="428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88392919" sldId="429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886559900" sldId="430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920024879" sldId="431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577269292" sldId="433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4161235609" sldId="434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1809780006" sldId="435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418416491" sldId="437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2120370565" sldId="440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2055448676" sldId="452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617866419" sldId="458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888382770" sldId="460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650038349" sldId="461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976439526" sldId="462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2734768885" sldId="463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3197634967" sldId="464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3317478818" sldId="465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206096002" sldId="466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299808084" sldId="467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650478606" sldId="468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2691386198" sldId="469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4093982215" sldId="470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657811786" sldId="471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987865810" sldId="472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3369113007" sldId="473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907146089" sldId="474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2313999754" sldId="475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2327895418" sldId="476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3761256136" sldId="477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439999023" sldId="478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827843454" sldId="479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645481903" sldId="480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3155267369" sldId="481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2740189654" sldId="482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42692959" sldId="483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468109058" sldId="484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779720317" sldId="485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3538889882" sldId="486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503800742" sldId="487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305765106" sldId="488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2543563530" sldId="489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2657659426" sldId="490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742253074" sldId="491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4149734218" sldId="492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2442980429" sldId="493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634672553" sldId="494"/>
        </pc:sldMkLst>
      </pc:sldChg>
      <pc:sldChg chg="addSp modSp mod">
        <pc:chgData name="Oanh Le Thi Kim  (FE FPTU CT)" userId="33772939-cd87-45c1-be61-e0648bc25a53" providerId="ADAL" clId="{FA93B671-7EAD-499F-9CAF-D566D51DBBD4}" dt="2021-08-21T03:43:38.570" v="66" actId="14100"/>
        <pc:sldMkLst>
          <pc:docMk/>
          <pc:sldMk cId="4259931112" sldId="495"/>
        </pc:sldMkLst>
        <pc:spChg chg="mod">
          <ac:chgData name="Oanh Le Thi Kim  (FE FPTU CT)" userId="33772939-cd87-45c1-be61-e0648bc25a53" providerId="ADAL" clId="{FA93B671-7EAD-499F-9CAF-D566D51DBBD4}" dt="2021-08-21T03:43:35.114" v="65" actId="1076"/>
          <ac:spMkLst>
            <pc:docMk/>
            <pc:sldMk cId="4259931112" sldId="495"/>
            <ac:spMk id="2" creationId="{00000000-0000-0000-0000-000000000000}"/>
          </ac:spMkLst>
        </pc:spChg>
        <pc:spChg chg="mod">
          <ac:chgData name="Oanh Le Thi Kim  (FE FPTU CT)" userId="33772939-cd87-45c1-be61-e0648bc25a53" providerId="ADAL" clId="{FA93B671-7EAD-499F-9CAF-D566D51DBBD4}" dt="2021-08-21T03:43:38.570" v="66" actId="14100"/>
          <ac:spMkLst>
            <pc:docMk/>
            <pc:sldMk cId="4259931112" sldId="495"/>
            <ac:spMk id="3" creationId="{00000000-0000-0000-0000-000000000000}"/>
          </ac:spMkLst>
        </pc:spChg>
        <pc:spChg chg="add mod">
          <ac:chgData name="Oanh Le Thi Kim  (FE FPTU CT)" userId="33772939-cd87-45c1-be61-e0648bc25a53" providerId="ADAL" clId="{FA93B671-7EAD-499F-9CAF-D566D51DBBD4}" dt="2021-08-21T03:43:30.632" v="64" actId="20577"/>
          <ac:spMkLst>
            <pc:docMk/>
            <pc:sldMk cId="4259931112" sldId="495"/>
            <ac:spMk id="6" creationId="{3140863F-4385-42F2-8D84-99F93C3CA2A4}"/>
          </ac:spMkLst>
        </pc:spChg>
      </pc:sldChg>
      <pc:sldChg chg="delSp modSp add mod ord">
        <pc:chgData name="Oanh Le Thi Kim  (FE FPTU CT)" userId="33772939-cd87-45c1-be61-e0648bc25a53" providerId="ADAL" clId="{FA93B671-7EAD-499F-9CAF-D566D51DBBD4}" dt="2021-09-08T14:22:46.379" v="184"/>
        <pc:sldMkLst>
          <pc:docMk/>
          <pc:sldMk cId="1759460192" sldId="507"/>
        </pc:sldMkLst>
        <pc:spChg chg="mod">
          <ac:chgData name="Oanh Le Thi Kim  (FE FPTU CT)" userId="33772939-cd87-45c1-be61-e0648bc25a53" providerId="ADAL" clId="{FA93B671-7EAD-499F-9CAF-D566D51DBBD4}" dt="2021-09-08T14:22:40.923" v="182" actId="20577"/>
          <ac:spMkLst>
            <pc:docMk/>
            <pc:sldMk cId="1759460192" sldId="507"/>
            <ac:spMk id="3" creationId="{00000000-0000-0000-0000-000000000000}"/>
          </ac:spMkLst>
        </pc:spChg>
        <pc:picChg chg="del">
          <ac:chgData name="Oanh Le Thi Kim  (FE FPTU CT)" userId="33772939-cd87-45c1-be61-e0648bc25a53" providerId="ADAL" clId="{FA93B671-7EAD-499F-9CAF-D566D51DBBD4}" dt="2021-09-08T14:22:36.909" v="179" actId="478"/>
          <ac:picMkLst>
            <pc:docMk/>
            <pc:sldMk cId="1759460192" sldId="507"/>
            <ac:picMk id="1026" creationId="{AC1C4AD8-38B7-4459-9D6E-7C5C3FCDB9DC}"/>
          </ac:picMkLst>
        </pc:picChg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4209224733" sldId="507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122587388" sldId="508"/>
        </pc:sldMkLst>
      </pc:sldChg>
      <pc:sldChg chg="addSp delSp modSp add mod">
        <pc:chgData name="Oanh Le Thi Kim  (FE FPTU CT)" userId="33772939-cd87-45c1-be61-e0648bc25a53" providerId="ADAL" clId="{FA93B671-7EAD-499F-9CAF-D566D51DBBD4}" dt="2021-09-08T14:23:49.644" v="197" actId="14100"/>
        <pc:sldMkLst>
          <pc:docMk/>
          <pc:sldMk cId="3353632545" sldId="508"/>
        </pc:sldMkLst>
        <pc:spChg chg="del">
          <ac:chgData name="Oanh Le Thi Kim  (FE FPTU CT)" userId="33772939-cd87-45c1-be61-e0648bc25a53" providerId="ADAL" clId="{FA93B671-7EAD-499F-9CAF-D566D51DBBD4}" dt="2021-09-08T14:23:06.364" v="186" actId="478"/>
          <ac:spMkLst>
            <pc:docMk/>
            <pc:sldMk cId="3353632545" sldId="508"/>
            <ac:spMk id="3" creationId="{00000000-0000-0000-0000-000000000000}"/>
          </ac:spMkLst>
        </pc:spChg>
        <pc:spChg chg="add del mod">
          <ac:chgData name="Oanh Le Thi Kim  (FE FPTU CT)" userId="33772939-cd87-45c1-be61-e0648bc25a53" providerId="ADAL" clId="{FA93B671-7EAD-499F-9CAF-D566D51DBBD4}" dt="2021-09-08T14:23:18.434" v="187" actId="931"/>
          <ac:spMkLst>
            <pc:docMk/>
            <pc:sldMk cId="3353632545" sldId="508"/>
            <ac:spMk id="5" creationId="{7430B3D6-13ED-42CE-B9EA-DA4145D55166}"/>
          </ac:spMkLst>
        </pc:spChg>
        <pc:picChg chg="add mod">
          <ac:chgData name="Oanh Le Thi Kim  (FE FPTU CT)" userId="33772939-cd87-45c1-be61-e0648bc25a53" providerId="ADAL" clId="{FA93B671-7EAD-499F-9CAF-D566D51DBBD4}" dt="2021-09-08T14:23:49.644" v="197" actId="14100"/>
          <ac:picMkLst>
            <pc:docMk/>
            <pc:sldMk cId="3353632545" sldId="508"/>
            <ac:picMk id="8" creationId="{52E2C5D4-C446-4DB1-B5DD-2D2A4BD32AB3}"/>
          </ac:picMkLst>
        </pc:picChg>
      </pc:sldChg>
      <pc:sldChg chg="addSp delSp modSp add mod ord delAnim modAnim">
        <pc:chgData name="Oanh Le Thi Kim  (FE FPTU CT)" userId="33772939-cd87-45c1-be61-e0648bc25a53" providerId="ADAL" clId="{FA93B671-7EAD-499F-9CAF-D566D51DBBD4}" dt="2021-09-08T14:31:01.255" v="615" actId="108"/>
        <pc:sldMkLst>
          <pc:docMk/>
          <pc:sldMk cId="1583981068" sldId="509"/>
        </pc:sldMkLst>
        <pc:spChg chg="del">
          <ac:chgData name="Oanh Le Thi Kim  (FE FPTU CT)" userId="33772939-cd87-45c1-be61-e0648bc25a53" providerId="ADAL" clId="{FA93B671-7EAD-499F-9CAF-D566D51DBBD4}" dt="2021-09-08T14:26:17.907" v="229" actId="478"/>
          <ac:spMkLst>
            <pc:docMk/>
            <pc:sldMk cId="1583981068" sldId="509"/>
            <ac:spMk id="2" creationId="{197AC0A1-8F74-428A-98CE-894EFFF38381}"/>
          </ac:spMkLst>
        </pc:spChg>
        <pc:spChg chg="mod">
          <ac:chgData name="Oanh Le Thi Kim  (FE FPTU CT)" userId="33772939-cd87-45c1-be61-e0648bc25a53" providerId="ADAL" clId="{FA93B671-7EAD-499F-9CAF-D566D51DBBD4}" dt="2021-09-08T14:29:10.539" v="436" actId="20577"/>
          <ac:spMkLst>
            <pc:docMk/>
            <pc:sldMk cId="1583981068" sldId="509"/>
            <ac:spMk id="4" creationId="{9CB7EEE1-C007-45D6-9CB2-FB416E743C66}"/>
          </ac:spMkLst>
        </pc:spChg>
        <pc:spChg chg="mod">
          <ac:chgData name="Oanh Le Thi Kim  (FE FPTU CT)" userId="33772939-cd87-45c1-be61-e0648bc25a53" providerId="ADAL" clId="{FA93B671-7EAD-499F-9CAF-D566D51DBBD4}" dt="2021-09-08T14:31:01.255" v="615" actId="108"/>
          <ac:spMkLst>
            <pc:docMk/>
            <pc:sldMk cId="1583981068" sldId="509"/>
            <ac:spMk id="5" creationId="{9F4B3034-E2E3-4173-8554-B1E008035346}"/>
          </ac:spMkLst>
        </pc:spChg>
        <pc:spChg chg="del">
          <ac:chgData name="Oanh Le Thi Kim  (FE FPTU CT)" userId="33772939-cd87-45c1-be61-e0648bc25a53" providerId="ADAL" clId="{FA93B671-7EAD-499F-9CAF-D566D51DBBD4}" dt="2021-09-08T14:26:19.480" v="230" actId="478"/>
          <ac:spMkLst>
            <pc:docMk/>
            <pc:sldMk cId="1583981068" sldId="509"/>
            <ac:spMk id="6" creationId="{7D00EBE0-3D6B-45F6-BA0C-2F2FDE29FB1E}"/>
          </ac:spMkLst>
        </pc:spChg>
        <pc:spChg chg="del">
          <ac:chgData name="Oanh Le Thi Kim  (FE FPTU CT)" userId="33772939-cd87-45c1-be61-e0648bc25a53" providerId="ADAL" clId="{FA93B671-7EAD-499F-9CAF-D566D51DBBD4}" dt="2021-09-08T14:26:24.661" v="233" actId="478"/>
          <ac:spMkLst>
            <pc:docMk/>
            <pc:sldMk cId="1583981068" sldId="509"/>
            <ac:spMk id="7" creationId="{86488CB2-DE21-4148-9F68-E4CC75F4EBE6}"/>
          </ac:spMkLst>
        </pc:spChg>
        <pc:spChg chg="add mod">
          <ac:chgData name="Oanh Le Thi Kim  (FE FPTU CT)" userId="33772939-cd87-45c1-be61-e0648bc25a53" providerId="ADAL" clId="{FA93B671-7EAD-499F-9CAF-D566D51DBBD4}" dt="2021-09-08T14:26:02.703" v="227"/>
          <ac:spMkLst>
            <pc:docMk/>
            <pc:sldMk cId="1583981068" sldId="509"/>
            <ac:spMk id="8" creationId="{7D67D2D5-463D-457E-BFE7-EC586E7B2C32}"/>
          </ac:spMkLst>
        </pc:spChg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2977898121" sldId="509"/>
        </pc:sldMkLst>
      </pc:sldChg>
      <pc:sldChg chg="add">
        <pc:chgData name="Oanh Le Thi Kim  (FE FPTU CT)" userId="33772939-cd87-45c1-be61-e0648bc25a53" providerId="ADAL" clId="{FA93B671-7EAD-499F-9CAF-D566D51DBBD4}" dt="2021-09-08T14:28:38.177" v="432" actId="2890"/>
        <pc:sldMkLst>
          <pc:docMk/>
          <pc:sldMk cId="1865962615" sldId="510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2702275674" sldId="510"/>
        </pc:sldMkLst>
      </pc:sldChg>
      <pc:sldChg chg="modSp add mod ord modAnim">
        <pc:chgData name="Oanh Le Thi Kim  (FE FPTU CT)" userId="33772939-cd87-45c1-be61-e0648bc25a53" providerId="ADAL" clId="{FA93B671-7EAD-499F-9CAF-D566D51DBBD4}" dt="2021-09-08T14:33:27.553" v="802" actId="14100"/>
        <pc:sldMkLst>
          <pc:docMk/>
          <pc:sldMk cId="552507763" sldId="511"/>
        </pc:sldMkLst>
        <pc:spChg chg="mod">
          <ac:chgData name="Oanh Le Thi Kim  (FE FPTU CT)" userId="33772939-cd87-45c1-be61-e0648bc25a53" providerId="ADAL" clId="{FA93B671-7EAD-499F-9CAF-D566D51DBBD4}" dt="2021-09-08T14:31:25.005" v="620" actId="20577"/>
          <ac:spMkLst>
            <pc:docMk/>
            <pc:sldMk cId="552507763" sldId="511"/>
            <ac:spMk id="4" creationId="{9CB7EEE1-C007-45D6-9CB2-FB416E743C66}"/>
          </ac:spMkLst>
        </pc:spChg>
        <pc:spChg chg="mod">
          <ac:chgData name="Oanh Le Thi Kim  (FE FPTU CT)" userId="33772939-cd87-45c1-be61-e0648bc25a53" providerId="ADAL" clId="{FA93B671-7EAD-499F-9CAF-D566D51DBBD4}" dt="2021-09-08T14:33:27.553" v="802" actId="14100"/>
          <ac:spMkLst>
            <pc:docMk/>
            <pc:sldMk cId="552507763" sldId="511"/>
            <ac:spMk id="5" creationId="{9F4B3034-E2E3-4173-8554-B1E008035346}"/>
          </ac:spMkLst>
        </pc:spChg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3266015208" sldId="511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2419829319" sldId="512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333618400" sldId="513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1613870191" sldId="514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2577138615" sldId="515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2818405752" sldId="516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4285738145" sldId="517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311268855" sldId="518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988357671" sldId="519"/>
        </pc:sldMkLst>
      </pc:sldChg>
      <pc:sldChg chg="del">
        <pc:chgData name="Oanh Le Thi Kim  (FE FPTU CT)" userId="33772939-cd87-45c1-be61-e0648bc25a53" providerId="ADAL" clId="{FA93B671-7EAD-499F-9CAF-D566D51DBBD4}" dt="2021-08-08T08:33:02.922" v="1" actId="47"/>
        <pc:sldMkLst>
          <pc:docMk/>
          <pc:sldMk cId="4127391314" sldId="520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1898261554" sldId="521"/>
        </pc:sldMkLst>
      </pc:sldChg>
      <pc:sldChg chg="del">
        <pc:chgData name="Oanh Le Thi Kim  (FE FPTU CT)" userId="33772939-cd87-45c1-be61-e0648bc25a53" providerId="ADAL" clId="{FA93B671-7EAD-499F-9CAF-D566D51DBBD4}" dt="2021-08-08T08:32:53.526" v="0" actId="47"/>
        <pc:sldMkLst>
          <pc:docMk/>
          <pc:sldMk cId="4148253158" sldId="522"/>
        </pc:sldMkLst>
      </pc:sldChg>
    </pc:docChg>
  </pc:docChgLst>
  <pc:docChgLst>
    <pc:chgData name="Le Thi Kim Oanh (FE FPTU CT)" userId="33772939-cd87-45c1-be61-e0648bc25a53" providerId="ADAL" clId="{FA93B671-7EAD-499F-9CAF-D566D51DBBD4}"/>
    <pc:docChg chg="custSel addSld delSld modSld sldOrd modSection">
      <pc:chgData name="Le Thi Kim Oanh (FE FPTU CT)" userId="33772939-cd87-45c1-be61-e0648bc25a53" providerId="ADAL" clId="{FA93B671-7EAD-499F-9CAF-D566D51DBBD4}" dt="2021-09-17T01:22:49.134" v="44" actId="47"/>
      <pc:docMkLst>
        <pc:docMk/>
      </pc:docMkLst>
      <pc:sldChg chg="modSp mod">
        <pc:chgData name="Le Thi Kim Oanh (FE FPTU CT)" userId="33772939-cd87-45c1-be61-e0648bc25a53" providerId="ADAL" clId="{FA93B671-7EAD-499F-9CAF-D566D51DBBD4}" dt="2021-09-14T12:44:01.535" v="0" actId="207"/>
        <pc:sldMkLst>
          <pc:docMk/>
          <pc:sldMk cId="1759460192" sldId="507"/>
        </pc:sldMkLst>
        <pc:spChg chg="mod">
          <ac:chgData name="Le Thi Kim Oanh (FE FPTU CT)" userId="33772939-cd87-45c1-be61-e0648bc25a53" providerId="ADAL" clId="{FA93B671-7EAD-499F-9CAF-D566D51DBBD4}" dt="2021-09-14T12:44:01.535" v="0" actId="207"/>
          <ac:spMkLst>
            <pc:docMk/>
            <pc:sldMk cId="1759460192" sldId="507"/>
            <ac:spMk id="3" creationId="{00000000-0000-0000-0000-000000000000}"/>
          </ac:spMkLst>
        </pc:spChg>
      </pc:sldChg>
      <pc:sldChg chg="del">
        <pc:chgData name="Le Thi Kim Oanh (FE FPTU CT)" userId="33772939-cd87-45c1-be61-e0648bc25a53" providerId="ADAL" clId="{FA93B671-7EAD-499F-9CAF-D566D51DBBD4}" dt="2021-09-17T01:22:10.209" v="27" actId="47"/>
        <pc:sldMkLst>
          <pc:docMk/>
          <pc:sldMk cId="1583981068" sldId="509"/>
        </pc:sldMkLst>
      </pc:sldChg>
      <pc:sldChg chg="del">
        <pc:chgData name="Le Thi Kim Oanh (FE FPTU CT)" userId="33772939-cd87-45c1-be61-e0648bc25a53" providerId="ADAL" clId="{FA93B671-7EAD-499F-9CAF-D566D51DBBD4}" dt="2021-09-17T01:21:32.421" v="15" actId="47"/>
        <pc:sldMkLst>
          <pc:docMk/>
          <pc:sldMk cId="1865962615" sldId="510"/>
        </pc:sldMkLst>
      </pc:sldChg>
      <pc:sldChg chg="del">
        <pc:chgData name="Le Thi Kim Oanh (FE FPTU CT)" userId="33772939-cd87-45c1-be61-e0648bc25a53" providerId="ADAL" clId="{FA93B671-7EAD-499F-9CAF-D566D51DBBD4}" dt="2021-09-17T01:22:49.134" v="44" actId="47"/>
        <pc:sldMkLst>
          <pc:docMk/>
          <pc:sldMk cId="552507763" sldId="511"/>
        </pc:sldMkLst>
      </pc:sldChg>
      <pc:sldChg chg="addSp delSp modSp add mod">
        <pc:chgData name="Le Thi Kim Oanh (FE FPTU CT)" userId="33772939-cd87-45c1-be61-e0648bc25a53" providerId="ADAL" clId="{FA93B671-7EAD-499F-9CAF-D566D51DBBD4}" dt="2021-09-17T01:21:28.269" v="14" actId="14100"/>
        <pc:sldMkLst>
          <pc:docMk/>
          <pc:sldMk cId="3766553441" sldId="537"/>
        </pc:sldMkLst>
        <pc:spChg chg="mod">
          <ac:chgData name="Le Thi Kim Oanh (FE FPTU CT)" userId="33772939-cd87-45c1-be61-e0648bc25a53" providerId="ADAL" clId="{FA93B671-7EAD-499F-9CAF-D566D51DBBD4}" dt="2021-09-17T01:21:14.751" v="7"/>
          <ac:spMkLst>
            <pc:docMk/>
            <pc:sldMk cId="3766553441" sldId="537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FA93B671-7EAD-499F-9CAF-D566D51DBBD4}" dt="2021-09-17T01:21:23.118" v="9" actId="931"/>
          <ac:spMkLst>
            <pc:docMk/>
            <pc:sldMk cId="3766553441" sldId="537"/>
            <ac:spMk id="4" creationId="{F7A36C54-B5F8-496C-8F19-C020E9F9A3D3}"/>
          </ac:spMkLst>
        </pc:spChg>
        <pc:picChg chg="del">
          <ac:chgData name="Le Thi Kim Oanh (FE FPTU CT)" userId="33772939-cd87-45c1-be61-e0648bc25a53" providerId="ADAL" clId="{FA93B671-7EAD-499F-9CAF-D566D51DBBD4}" dt="2021-09-17T01:21:17.641" v="8" actId="478"/>
          <ac:picMkLst>
            <pc:docMk/>
            <pc:sldMk cId="3766553441" sldId="537"/>
            <ac:picMk id="6" creationId="{22ED5903-D9B9-4F55-AB03-F09A8F15EE13}"/>
          </ac:picMkLst>
        </pc:picChg>
        <pc:picChg chg="add mod">
          <ac:chgData name="Le Thi Kim Oanh (FE FPTU CT)" userId="33772939-cd87-45c1-be61-e0648bc25a53" providerId="ADAL" clId="{FA93B671-7EAD-499F-9CAF-D566D51DBBD4}" dt="2021-09-17T01:21:28.269" v="14" actId="14100"/>
          <ac:picMkLst>
            <pc:docMk/>
            <pc:sldMk cId="3766553441" sldId="537"/>
            <ac:picMk id="7" creationId="{EA00C94D-E390-4D6E-A82A-D4A09FD6FDD4}"/>
          </ac:picMkLst>
        </pc:picChg>
      </pc:sldChg>
      <pc:sldChg chg="addSp delSp modSp add mod ord">
        <pc:chgData name="Le Thi Kim Oanh (FE FPTU CT)" userId="33772939-cd87-45c1-be61-e0648bc25a53" providerId="ADAL" clId="{FA93B671-7EAD-499F-9CAF-D566D51DBBD4}" dt="2021-09-17T01:22:04.629" v="26" actId="1076"/>
        <pc:sldMkLst>
          <pc:docMk/>
          <pc:sldMk cId="3360819911" sldId="538"/>
        </pc:sldMkLst>
        <pc:spChg chg="add del mod">
          <ac:chgData name="Le Thi Kim Oanh (FE FPTU CT)" userId="33772939-cd87-45c1-be61-e0648bc25a53" providerId="ADAL" clId="{FA93B671-7EAD-499F-9CAF-D566D51DBBD4}" dt="2021-09-17T01:22:00.931" v="22" actId="931"/>
          <ac:spMkLst>
            <pc:docMk/>
            <pc:sldMk cId="3360819911" sldId="538"/>
            <ac:spMk id="4" creationId="{2A4D9E7F-05F4-4C25-AC0C-372D163F3F2F}"/>
          </ac:spMkLst>
        </pc:spChg>
        <pc:picChg chg="add mod">
          <ac:chgData name="Le Thi Kim Oanh (FE FPTU CT)" userId="33772939-cd87-45c1-be61-e0648bc25a53" providerId="ADAL" clId="{FA93B671-7EAD-499F-9CAF-D566D51DBBD4}" dt="2021-09-17T01:22:04.629" v="26" actId="1076"/>
          <ac:picMkLst>
            <pc:docMk/>
            <pc:sldMk cId="3360819911" sldId="538"/>
            <ac:picMk id="6" creationId="{F84D0DA2-E95E-4092-89B5-A567208B57B6}"/>
          </ac:picMkLst>
        </pc:picChg>
        <pc:picChg chg="del mod">
          <ac:chgData name="Le Thi Kim Oanh (FE FPTU CT)" userId="33772939-cd87-45c1-be61-e0648bc25a53" providerId="ADAL" clId="{FA93B671-7EAD-499F-9CAF-D566D51DBBD4}" dt="2021-09-17T01:21:44" v="21" actId="478"/>
          <ac:picMkLst>
            <pc:docMk/>
            <pc:sldMk cId="3360819911" sldId="538"/>
            <ac:picMk id="7" creationId="{EA00C94D-E390-4D6E-A82A-D4A09FD6FDD4}"/>
          </ac:picMkLst>
        </pc:picChg>
      </pc:sldChg>
      <pc:sldChg chg="addSp delSp modSp add mod">
        <pc:chgData name="Le Thi Kim Oanh (FE FPTU CT)" userId="33772939-cd87-45c1-be61-e0648bc25a53" providerId="ADAL" clId="{FA93B671-7EAD-499F-9CAF-D566D51DBBD4}" dt="2021-09-17T01:22:46.521" v="43" actId="14100"/>
        <pc:sldMkLst>
          <pc:docMk/>
          <pc:sldMk cId="2113778784" sldId="539"/>
        </pc:sldMkLst>
        <pc:spChg chg="mod">
          <ac:chgData name="Le Thi Kim Oanh (FE FPTU CT)" userId="33772939-cd87-45c1-be61-e0648bc25a53" providerId="ADAL" clId="{FA93B671-7EAD-499F-9CAF-D566D51DBBD4}" dt="2021-09-17T01:22:23.029" v="36"/>
          <ac:spMkLst>
            <pc:docMk/>
            <pc:sldMk cId="2113778784" sldId="539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FA93B671-7EAD-499F-9CAF-D566D51DBBD4}" dt="2021-09-17T01:22:41.073" v="38" actId="931"/>
          <ac:spMkLst>
            <pc:docMk/>
            <pc:sldMk cId="2113778784" sldId="539"/>
            <ac:spMk id="4" creationId="{4C0EA378-8609-40B3-B9F5-6B90E087295D}"/>
          </ac:spMkLst>
        </pc:spChg>
        <pc:picChg chg="del">
          <ac:chgData name="Le Thi Kim Oanh (FE FPTU CT)" userId="33772939-cd87-45c1-be61-e0648bc25a53" providerId="ADAL" clId="{FA93B671-7EAD-499F-9CAF-D566D51DBBD4}" dt="2021-09-17T01:22:29.560" v="37" actId="478"/>
          <ac:picMkLst>
            <pc:docMk/>
            <pc:sldMk cId="2113778784" sldId="539"/>
            <ac:picMk id="6" creationId="{22ED5903-D9B9-4F55-AB03-F09A8F15EE13}"/>
          </ac:picMkLst>
        </pc:picChg>
        <pc:picChg chg="add mod">
          <ac:chgData name="Le Thi Kim Oanh (FE FPTU CT)" userId="33772939-cd87-45c1-be61-e0648bc25a53" providerId="ADAL" clId="{FA93B671-7EAD-499F-9CAF-D566D51DBBD4}" dt="2021-09-17T01:22:46.521" v="43" actId="14100"/>
          <ac:picMkLst>
            <pc:docMk/>
            <pc:sldMk cId="2113778784" sldId="539"/>
            <ac:picMk id="7" creationId="{167158F3-4183-4DBD-89EC-A9EA59BA3CD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8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93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15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50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altLang="ja-JP" dirty="0"/>
          </a:p>
          <a:p>
            <a:r>
              <a:rPr lang="ja-JP" altLang="en-US" dirty="0"/>
              <a:t>１．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晴れるそうです。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２．見ません。デートがある時、チェックします。など。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３．土曜日です。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４．中止です。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26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Dựa vào trang 20 để trả lời câu hỏi.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91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80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17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85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273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GV có thể giới thiệu thêm về Bói tính cách theo cung Hoàng đạo của người Nhật.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70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41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皆既月食：かいきげっしょく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Nguyệt thực toàn phần</a:t>
            </a:r>
          </a:p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456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994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Cho SV điền vào chỗ trống và trao đổi theo cặp.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017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1788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65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điền, GV sửa.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88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7" y="1564330"/>
            <a:ext cx="5425646" cy="877213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第</a:t>
            </a:r>
            <a:r>
              <a:rPr lang="vi-VN" altLang="ja-JP" sz="5400" b="1" dirty="0">
                <a:solidFill>
                  <a:srgbClr val="A11D2B"/>
                </a:solidFill>
              </a:rPr>
              <a:t>1</a:t>
            </a:r>
            <a:r>
              <a:rPr lang="ja-JP" altLang="en-US" sz="5400" b="1" dirty="0">
                <a:solidFill>
                  <a:srgbClr val="A11D2B"/>
                </a:solidFill>
              </a:rPr>
              <a:t>課</a:t>
            </a:r>
            <a:endParaRPr lang="en-US" sz="5400" b="1" dirty="0">
              <a:solidFill>
                <a:srgbClr val="A11D2B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36" y="3429000"/>
            <a:ext cx="5425646" cy="1708484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vi-VN" altLang="ja-JP" sz="6600" b="1" dirty="0">
              <a:solidFill>
                <a:srgbClr val="D9910B"/>
              </a:solidFill>
            </a:endParaRPr>
          </a:p>
          <a:p>
            <a:pPr marL="0" indent="0" algn="ctr">
              <a:buNone/>
            </a:pPr>
            <a:r>
              <a:rPr lang="ja-JP" altLang="en-US" sz="6600" b="1" dirty="0">
                <a:solidFill>
                  <a:srgbClr val="D9910B"/>
                </a:solidFill>
              </a:rPr>
              <a:t>新たな出会い</a:t>
            </a:r>
            <a:endParaRPr lang="en-US" sz="6600" b="1" dirty="0">
              <a:solidFill>
                <a:srgbClr val="D9910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6129819" cy="6487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5D5EB71-9E40-41B8-A539-7F37DC5F83C5}"/>
              </a:ext>
            </a:extLst>
          </p:cNvPr>
          <p:cNvGrpSpPr/>
          <p:nvPr/>
        </p:nvGrpSpPr>
        <p:grpSpPr>
          <a:xfrm>
            <a:off x="6232358" y="196651"/>
            <a:ext cx="5527643" cy="5080567"/>
            <a:chOff x="6256420" y="196651"/>
            <a:chExt cx="5503581" cy="508056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BB626A1-D3CB-4B5B-9A46-76A25247C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54140" y="196651"/>
              <a:ext cx="2414202" cy="2414202"/>
            </a:xfrm>
            <a:prstGeom prst="rect">
              <a:avLst/>
            </a:prstGeom>
          </p:spPr>
        </p:pic>
        <p:pic>
          <p:nvPicPr>
            <p:cNvPr id="1030" name="Picture 6" descr="専業主婦だけど働きたい方へ！職場選びの決め手や人気のパート先ベスト5を紹介♪ | 在宅ワーク・内職の求人・アルバイト情報なら主婦のためのママワークス">
              <a:extLst>
                <a:ext uri="{FF2B5EF4-FFF2-40B4-BE49-F238E27FC236}">
                  <a16:creationId xmlns:a16="http://schemas.microsoft.com/office/drawing/2014/main" id="{D0CD87ED-6398-414B-87B1-5957F62205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6420" y="2941764"/>
              <a:ext cx="2802145" cy="2206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学生寮のイラスト | かわいいフリー素材集 いらすとや">
              <a:extLst>
                <a:ext uri="{FF2B5EF4-FFF2-40B4-BE49-F238E27FC236}">
                  <a16:creationId xmlns:a16="http://schemas.microsoft.com/office/drawing/2014/main" id="{D7FDA65A-86D6-43F9-A033-0C00D10FB4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601" y="3057893"/>
              <a:ext cx="2057400" cy="2219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B1E5289-BD00-44A2-8AE5-3D1611FA477F}"/>
              </a:ext>
            </a:extLst>
          </p:cNvPr>
          <p:cNvSpPr txBox="1"/>
          <p:nvPr/>
        </p:nvSpPr>
        <p:spPr>
          <a:xfrm>
            <a:off x="636536" y="6208295"/>
            <a:ext cx="1721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ighlight>
                  <a:srgbClr val="FFFF00"/>
                </a:highlight>
              </a:rPr>
              <a:t>OanhLTK18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93317" y="2088873"/>
            <a:ext cx="3954947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520723" y="3546576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387004" y="18628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520723" y="3755538"/>
            <a:ext cx="42276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使ってみよう</a:t>
            </a:r>
            <a:r>
              <a:rPr lang="en-US" altLang="ja-JP" sz="2400" b="1" dirty="0">
                <a:solidFill>
                  <a:srgbClr val="5E9C53"/>
                </a:solidFill>
                <a:cs typeface="Arial" pitchFamily="34" charset="0"/>
              </a:rPr>
              <a:t>3</a:t>
            </a:r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　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(</a:t>
            </a:r>
            <a:r>
              <a:rPr lang="en-US" altLang="ja-JP" sz="2400" b="1" dirty="0">
                <a:solidFill>
                  <a:srgbClr val="5E9C53"/>
                </a:solidFill>
                <a:cs typeface="Arial" pitchFamily="34" charset="0"/>
              </a:rPr>
              <a:t>44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)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6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575078" y="2430165"/>
            <a:ext cx="3954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耳でキャッチ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</a:t>
            </a:r>
            <a:r>
              <a:rPr lang="en-US" altLang="ja-JP" sz="2800" dirty="0">
                <a:solidFill>
                  <a:srgbClr val="1A1E3B"/>
                </a:solidFill>
                <a:cs typeface="Arial" pitchFamily="34" charset="0"/>
              </a:rPr>
              <a:t>17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)</a:t>
            </a:r>
            <a:endParaRPr lang="en-US" altLang="ja-JP" sz="2800" dirty="0">
              <a:solidFill>
                <a:srgbClr val="1A1E3B"/>
              </a:solidFill>
              <a:cs typeface="Arial" pitchFamily="34" charset="0"/>
            </a:endParaRPr>
          </a:p>
          <a:p>
            <a:pPr algn="ctr"/>
            <a:r>
              <a:rPr lang="en-US" altLang="ja-JP" sz="2800" dirty="0">
                <a:solidFill>
                  <a:srgbClr val="1A1E3B"/>
                </a:solidFill>
                <a:cs typeface="Arial" pitchFamily="34" charset="0"/>
              </a:rPr>
              <a:t>CDA02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  <p:sp>
        <p:nvSpPr>
          <p:cNvPr id="18" name="Right Arrow 31">
            <a:extLst>
              <a:ext uri="{FF2B5EF4-FFF2-40B4-BE49-F238E27FC236}">
                <a16:creationId xmlns:a16="http://schemas.microsoft.com/office/drawing/2014/main" id="{6C4580B6-FFB3-4678-A0CD-1E2BFD5E353A}"/>
              </a:ext>
            </a:extLst>
          </p:cNvPr>
          <p:cNvSpPr/>
          <p:nvPr/>
        </p:nvSpPr>
        <p:spPr>
          <a:xfrm>
            <a:off x="3502501" y="4750219"/>
            <a:ext cx="2593499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2400" b="1" dirty="0">
                <a:solidFill>
                  <a:schemeClr val="tx1"/>
                </a:solidFill>
                <a:cs typeface="Arial" pitchFamily="34" charset="0"/>
              </a:rPr>
              <a:t>文法</a:t>
            </a:r>
            <a:r>
              <a:rPr lang="ja-JP" altLang="en-US" sz="2800" b="1" dirty="0">
                <a:solidFill>
                  <a:schemeClr val="tx1"/>
                </a:solidFill>
                <a:cs typeface="Arial" pitchFamily="34" charset="0"/>
              </a:rPr>
              <a:t>：</a:t>
            </a:r>
            <a:r>
              <a:rPr lang="vi-VN" altLang="ja-JP" sz="2400" b="1" dirty="0">
                <a:solidFill>
                  <a:schemeClr val="tx1"/>
                </a:solidFill>
                <a:cs typeface="Arial" pitchFamily="34" charset="0"/>
              </a:rPr>
              <a:t>1.2.3</a:t>
            </a:r>
            <a:endParaRPr lang="ko-KR" altLang="en-US" sz="28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2" name="Right Arrow 31">
            <a:extLst>
              <a:ext uri="{FF2B5EF4-FFF2-40B4-BE49-F238E27FC236}">
                <a16:creationId xmlns:a16="http://schemas.microsoft.com/office/drawing/2014/main" id="{819A62D3-9862-4E18-94A7-64CC9638FD55}"/>
              </a:ext>
            </a:extLst>
          </p:cNvPr>
          <p:cNvSpPr/>
          <p:nvPr/>
        </p:nvSpPr>
        <p:spPr>
          <a:xfrm>
            <a:off x="3502501" y="5710639"/>
            <a:ext cx="388220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2400" b="1" dirty="0">
                <a:solidFill>
                  <a:schemeClr val="tx1"/>
                </a:solidFill>
                <a:cs typeface="Arial" pitchFamily="34" charset="0"/>
              </a:rPr>
              <a:t>伝えてみよう</a:t>
            </a:r>
            <a:r>
              <a:rPr lang="vi-VN" altLang="ja-JP" sz="2400" b="1" dirty="0">
                <a:solidFill>
                  <a:schemeClr val="tx1"/>
                </a:solidFill>
                <a:cs typeface="Arial" pitchFamily="34" charset="0"/>
              </a:rPr>
              <a:t> (17)</a:t>
            </a:r>
            <a:endParaRPr lang="ko-KR" altLang="en-US" sz="2800" b="1" dirty="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144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耳でキャッチ　（</a:t>
            </a:r>
            <a:r>
              <a:rPr lang="en-US" altLang="ja-JP" sz="4000" b="1" dirty="0">
                <a:solidFill>
                  <a:srgbClr val="C00000"/>
                </a:solidFill>
              </a:rPr>
              <a:t>P17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29265" y="2719137"/>
            <a:ext cx="10884955" cy="3380874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endParaRPr kumimoji="1" lang="en-US" altLang="ja-JP" sz="4000" b="1" dirty="0">
              <a:solidFill>
                <a:srgbClr val="002060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kumimoji="1" lang="ja-JP" altLang="en-US" sz="4000" b="1" dirty="0">
                <a:solidFill>
                  <a:srgbClr val="00206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できること</a:t>
            </a:r>
            <a:endParaRPr kumimoji="1" lang="en-US" altLang="ja-JP" sz="4000" b="1" dirty="0">
              <a:solidFill>
                <a:srgbClr val="002060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kumimoji="1" lang="ja-JP" altLang="en-US" sz="3200" b="1" dirty="0">
                <a:solidFill>
                  <a:srgbClr val="FF0000"/>
                </a:solidFill>
                <a:latin typeface="Arial" panose="020B0604020202020204" pitchFamily="34" charset="0"/>
              </a:rPr>
              <a:t>天気予報を聞き取って自分の行動を決めることができる</a:t>
            </a:r>
            <a:endParaRPr kumimoji="1" lang="en-US" altLang="ja-JP" sz="32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60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耳でキャッチ　（</a:t>
            </a:r>
            <a:r>
              <a:rPr lang="en-US" altLang="ja-JP" sz="4000" b="1" dirty="0">
                <a:solidFill>
                  <a:srgbClr val="C00000"/>
                </a:solidFill>
              </a:rPr>
              <a:t>P17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pic>
        <p:nvPicPr>
          <p:cNvPr id="8" name="Content Placeholder 7" descr="Diagram&#10;&#10;Description automatically generated">
            <a:extLst>
              <a:ext uri="{FF2B5EF4-FFF2-40B4-BE49-F238E27FC236}">
                <a16:creationId xmlns:a16="http://schemas.microsoft.com/office/drawing/2014/main" id="{52E2C5D4-C446-4DB1-B5DD-2D2A4BD32AB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54" y="2021305"/>
            <a:ext cx="11706699" cy="4471569"/>
          </a:xfrm>
        </p:spPr>
      </p:pic>
    </p:spTree>
    <p:extLst>
      <p:ext uri="{BB962C8B-B14F-4D97-AF65-F5344CB8AC3E}">
        <p14:creationId xmlns:p14="http://schemas.microsoft.com/office/powerpoint/2010/main" val="335363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耳でキャッチ　（</a:t>
            </a:r>
            <a:r>
              <a:rPr lang="en-US" altLang="ja-JP" sz="4000" b="1" dirty="0">
                <a:solidFill>
                  <a:srgbClr val="C00000"/>
                </a:solidFill>
              </a:rPr>
              <a:t>P17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29265" y="3092115"/>
            <a:ext cx="10884955" cy="2899611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3200" dirty="0">
                <a:solidFill>
                  <a:srgbClr val="A11D2B"/>
                </a:solidFill>
                <a:latin typeface="Arial" panose="020B0604020202020204" pitchFamily="34" charset="0"/>
              </a:rPr>
              <a:t>来週の土曜日、交流イベントに参加しました。</a:t>
            </a: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3200" dirty="0">
                <a:solidFill>
                  <a:srgbClr val="A11D2B"/>
                </a:solidFill>
                <a:latin typeface="Arial" panose="020B0604020202020204" pitchFamily="34" charset="0"/>
              </a:rPr>
              <a:t>このイベントは雨のとき中止になると、ポスターに書いてあったので天気予報を聞いています。</a:t>
            </a:r>
            <a:endParaRPr kumimoji="1" lang="en-US" altLang="ja-JP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pic>
        <p:nvPicPr>
          <p:cNvPr id="1026" name="Picture 2" descr="交流会」のイラスト文字 | かわいいフリー素材集 いらすとや">
            <a:extLst>
              <a:ext uri="{FF2B5EF4-FFF2-40B4-BE49-F238E27FC236}">
                <a16:creationId xmlns:a16="http://schemas.microsoft.com/office/drawing/2014/main" id="{AC1C4AD8-38B7-4459-9D6E-7C5C3FCDB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587" y="1316843"/>
            <a:ext cx="3013833" cy="1775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139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耳でキャッチ　（</a:t>
            </a:r>
            <a:r>
              <a:rPr lang="en-US" altLang="ja-JP" sz="4000" b="1" dirty="0">
                <a:solidFill>
                  <a:srgbClr val="C00000"/>
                </a:solidFill>
              </a:rPr>
              <a:t>P17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61737" y="2606225"/>
            <a:ext cx="10876547" cy="3999112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n-US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① 今朝、天気予報を見ましたか。今週の天気はどうですか。</a:t>
            </a:r>
            <a:endParaRPr lang="en-US" altLang="ja-JP" sz="3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br>
              <a:rPr lang="ja-JP" altLang="en-US" sz="3200" dirty="0"/>
            </a:br>
            <a:r>
              <a:rPr lang="ja-JP" altLang="en-US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② どんなとき天気予報を見ますか。</a:t>
            </a:r>
            <a:endParaRPr lang="en-US" altLang="ja-JP" sz="3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br>
              <a:rPr lang="ja-JP" altLang="en-US" sz="3200" dirty="0"/>
            </a:br>
            <a:r>
              <a:rPr lang="ja-JP" altLang="en-US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③ チャレンジ１のイベントに参加することになりました。</a:t>
            </a:r>
            <a:endParaRPr lang="en-US" altLang="ja-JP" sz="3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イベントはいつありますか。</a:t>
            </a:r>
            <a:endParaRPr lang="en-US" altLang="ja-JP" sz="3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br>
              <a:rPr lang="ja-JP" altLang="en-US" sz="3200" dirty="0"/>
            </a:br>
            <a:r>
              <a:rPr lang="ja-JP" altLang="en-US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④ 雨のときどうなりますか。</a:t>
            </a:r>
            <a:endParaRPr lang="en-US" altLang="ja-JP" sz="3200" i="0" dirty="0">
              <a:solidFill>
                <a:srgbClr val="256766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07" y="34836"/>
            <a:ext cx="1550255" cy="13636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A6CA56-E0C1-4B21-A9F1-52D612EFA398}"/>
              </a:ext>
            </a:extLst>
          </p:cNvPr>
          <p:cNvSpPr txBox="1"/>
          <p:nvPr/>
        </p:nvSpPr>
        <p:spPr>
          <a:xfrm>
            <a:off x="661737" y="1864425"/>
            <a:ext cx="2646947" cy="523220"/>
          </a:xfrm>
          <a:prstGeom prst="rect">
            <a:avLst/>
          </a:prstGeom>
          <a:solidFill>
            <a:srgbClr val="D9910B"/>
          </a:solidFill>
        </p:spPr>
        <p:txBody>
          <a:bodyPr wrap="square" rtlCol="0">
            <a:spAutoFit/>
          </a:bodyPr>
          <a:lstStyle/>
          <a:p>
            <a:pPr algn="l"/>
            <a:r>
              <a:rPr lang="ja-JP" altLang="en-US" sz="2800" b="1" i="0" dirty="0">
                <a:solidFill>
                  <a:srgbClr val="606060"/>
                </a:solidFill>
                <a:effectLst/>
                <a:latin typeface="Arial" panose="020B0604020202020204" pitchFamily="34" charset="0"/>
              </a:rPr>
              <a:t>タスク前作業</a:t>
            </a:r>
          </a:p>
        </p:txBody>
      </p:sp>
    </p:spTree>
    <p:extLst>
      <p:ext uri="{BB962C8B-B14F-4D97-AF65-F5344CB8AC3E}">
        <p14:creationId xmlns:p14="http://schemas.microsoft.com/office/powerpoint/2010/main" val="636810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7742" y="365126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耳でキャッチ　（</a:t>
            </a:r>
            <a:r>
              <a:rPr lang="en-US" altLang="ja-JP" sz="4000" b="1" dirty="0">
                <a:solidFill>
                  <a:srgbClr val="C00000"/>
                </a:solidFill>
              </a:rPr>
              <a:t>P17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1582" y="2081464"/>
            <a:ext cx="10984830" cy="4523873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金曜日の天気はどうですか。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この天気予報は何曜日に放送されましたか。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金曜日の気温はどうですか。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土曜日の天気はどうですか。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日曜日の朝の天気はどうですか。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日曜日の昼の天気はどうですか。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曇りときどき雨はどんな天気だと思いますか。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607" y="34836"/>
            <a:ext cx="1550255" cy="1363615"/>
          </a:xfrm>
          <a:prstGeom prst="rect">
            <a:avLst/>
          </a:prstGeom>
        </p:spPr>
      </p:pic>
      <p:pic>
        <p:nvPicPr>
          <p:cNvPr id="4" name="02 Track 2">
            <a:hlinkClick r:id="" action="ppaction://media"/>
            <a:extLst>
              <a:ext uri="{FF2B5EF4-FFF2-40B4-BE49-F238E27FC236}">
                <a16:creationId xmlns:a16="http://schemas.microsoft.com/office/drawing/2014/main" id="{982C5E30-8029-4E5D-A2A2-49C3AC5BF1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780528" y="365126"/>
            <a:ext cx="1271146" cy="12711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40863F-4385-42F2-8D84-99F93C3CA2A4}"/>
              </a:ext>
            </a:extLst>
          </p:cNvPr>
          <p:cNvSpPr txBox="1"/>
          <p:nvPr/>
        </p:nvSpPr>
        <p:spPr>
          <a:xfrm>
            <a:off x="601582" y="1478348"/>
            <a:ext cx="2646947" cy="523220"/>
          </a:xfrm>
          <a:prstGeom prst="rect">
            <a:avLst/>
          </a:prstGeom>
          <a:solidFill>
            <a:srgbClr val="D9910B"/>
          </a:solidFill>
        </p:spPr>
        <p:txBody>
          <a:bodyPr wrap="square" rtlCol="0">
            <a:spAutoFit/>
          </a:bodyPr>
          <a:lstStyle/>
          <a:p>
            <a:pPr algn="l"/>
            <a:r>
              <a:rPr lang="ja-JP" altLang="en-US" sz="2800" b="1" i="0" dirty="0">
                <a:solidFill>
                  <a:srgbClr val="606060"/>
                </a:solidFill>
                <a:effectLst/>
                <a:latin typeface="Arial" panose="020B0604020202020204" pitchFamily="34" charset="0"/>
              </a:rPr>
              <a:t>タスク後作業</a:t>
            </a:r>
          </a:p>
        </p:txBody>
      </p:sp>
    </p:spTree>
    <p:extLst>
      <p:ext uri="{BB962C8B-B14F-4D97-AF65-F5344CB8AC3E}">
        <p14:creationId xmlns:p14="http://schemas.microsoft.com/office/powerpoint/2010/main" val="425993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76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1621971"/>
            <a:ext cx="10838011" cy="368395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使ってみよう</a:t>
            </a:r>
            <a:r>
              <a:rPr lang="vi-VN" altLang="ja-JP" sz="4800" b="1" dirty="0">
                <a:solidFill>
                  <a:srgbClr val="A11D2B"/>
                </a:solidFill>
              </a:rPr>
              <a:t>3</a:t>
            </a:r>
            <a:br>
              <a:rPr lang="en-US" altLang="ja-JP" sz="4800" b="1" dirty="0">
                <a:solidFill>
                  <a:srgbClr val="A11D2B"/>
                </a:solidFill>
              </a:rPr>
            </a:br>
            <a:r>
              <a:rPr lang="ja-JP" altLang="en-US" sz="4800" b="1" dirty="0">
                <a:solidFill>
                  <a:srgbClr val="A11D2B"/>
                </a:solidFill>
              </a:rPr>
              <a:t>文法</a:t>
            </a:r>
            <a:r>
              <a:rPr lang="vi-VN" altLang="ja-JP" sz="4800" b="1" dirty="0">
                <a:solidFill>
                  <a:srgbClr val="A11D2B"/>
                </a:solidFill>
              </a:rPr>
              <a:t>  1.2.3</a:t>
            </a:r>
            <a:r>
              <a:rPr lang="ja-JP" altLang="en-US" sz="4800" b="1" dirty="0">
                <a:solidFill>
                  <a:srgbClr val="A11D2B"/>
                </a:solidFill>
              </a:rPr>
              <a:t>（</a:t>
            </a:r>
            <a:r>
              <a:rPr lang="vi-VN" altLang="ja-JP" sz="4800" b="1" dirty="0">
                <a:solidFill>
                  <a:srgbClr val="A11D2B"/>
                </a:solidFill>
              </a:rPr>
              <a:t>20</a:t>
            </a:r>
            <a:r>
              <a:rPr lang="ja-JP" altLang="en-US" sz="4800" b="1" dirty="0">
                <a:solidFill>
                  <a:srgbClr val="A11D2B"/>
                </a:solidFill>
              </a:rPr>
              <a:t>ページ）</a:t>
            </a:r>
            <a:endParaRPr lang="en-US" sz="48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72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～でしょう／～だろう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542935" cy="341453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l">
              <a:buNone/>
            </a:pPr>
            <a:endParaRPr lang="en-US" altLang="ja-JP" sz="2400" dirty="0"/>
          </a:p>
          <a:p>
            <a:pPr marL="0" indent="0" algn="l">
              <a:buNone/>
            </a:pPr>
            <a:r>
              <a:rPr lang="ja-JP" altLang="en-US" sz="2400" dirty="0"/>
              <a:t>～</a:t>
            </a:r>
            <a:r>
              <a:rPr lang="ja-JP" altLang="en-US" dirty="0"/>
              <a:t> </a:t>
            </a:r>
            <a:r>
              <a:rPr lang="ja-JP" altLang="en-US" sz="2800" dirty="0"/>
              <a:t>たぶん～ </a:t>
            </a:r>
            <a:endParaRPr lang="vi-VN" altLang="ja-JP" sz="2800" dirty="0"/>
          </a:p>
          <a:p>
            <a:pPr marL="0" indent="0" algn="l">
              <a:buNone/>
            </a:pPr>
            <a:r>
              <a:rPr lang="ja-JP" altLang="en-US" sz="2800" dirty="0"/>
              <a:t>＊はっきり言えないときに使う</a:t>
            </a:r>
            <a:endParaRPr lang="vi-VN" altLang="ja-JP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725652" y="1828800"/>
            <a:ext cx="4837083" cy="3414532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en-US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dirty="0"/>
          </a:p>
          <a:p>
            <a:pPr marL="0" indent="0" algn="ctr">
              <a:buNone/>
            </a:pPr>
            <a:r>
              <a:rPr lang="ja-JP" altLang="en-US" sz="3200" dirty="0"/>
              <a:t>普 通 形 ＋でしょう </a:t>
            </a:r>
            <a:endParaRPr lang="vi-VN" altLang="ja-JP" sz="3200" dirty="0"/>
          </a:p>
          <a:p>
            <a:pPr marL="0" indent="0" algn="ctr">
              <a:buNone/>
            </a:pPr>
            <a:r>
              <a:rPr lang="ja-JP" altLang="en-US" sz="3200" dirty="0"/>
              <a:t>＊ナＡ</a:t>
            </a:r>
            <a:r>
              <a:rPr lang="en-US" altLang="ja-JP" sz="3200" dirty="0"/>
              <a:t>/</a:t>
            </a:r>
            <a:r>
              <a:rPr lang="ja-JP" altLang="en-US" sz="3200" dirty="0"/>
              <a:t>Ｎ</a:t>
            </a:r>
            <a:endParaRPr lang="vi-VN" altLang="ja-JP" sz="4000" dirty="0"/>
          </a:p>
        </p:txBody>
      </p:sp>
    </p:spTree>
    <p:extLst>
      <p:ext uri="{BB962C8B-B14F-4D97-AF65-F5344CB8AC3E}">
        <p14:creationId xmlns:p14="http://schemas.microsoft.com/office/powerpoint/2010/main" val="3741788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vi-VN" altLang="ja-JP" dirty="0">
                <a:highlight>
                  <a:srgbClr val="FFFF00"/>
                </a:highlight>
              </a:rPr>
              <a:t>P20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EA00C94D-E390-4D6E-A82A-D4A09FD6FDD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4" y="1918326"/>
            <a:ext cx="10917213" cy="2882273"/>
          </a:xfrm>
        </p:spPr>
      </p:pic>
    </p:spTree>
    <p:extLst>
      <p:ext uri="{BB962C8B-B14F-4D97-AF65-F5344CB8AC3E}">
        <p14:creationId xmlns:p14="http://schemas.microsoft.com/office/powerpoint/2010/main" val="3766553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100527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～でしょう／～だろう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pic>
        <p:nvPicPr>
          <p:cNvPr id="11" name="Picture 2" descr="気象予報士のイラスト（男性）">
            <a:extLst>
              <a:ext uri="{FF2B5EF4-FFF2-40B4-BE49-F238E27FC236}">
                <a16:creationId xmlns:a16="http://schemas.microsoft.com/office/drawing/2014/main" id="{EBAEE829-9AB3-4C9A-9253-5916647EF5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"/>
          <a:stretch/>
        </p:blipFill>
        <p:spPr bwMode="auto">
          <a:xfrm>
            <a:off x="7371583" y="1482361"/>
            <a:ext cx="4262954" cy="5157945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9322C-72EB-4A00-ABB3-29DCC5CB77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7463" y="1816768"/>
            <a:ext cx="6814119" cy="4331369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b="1" dirty="0">
                <a:solidFill>
                  <a:srgbClr val="FF0000"/>
                </a:solidFill>
              </a:rPr>
              <a:t>気象予報士</a:t>
            </a:r>
            <a:endParaRPr lang="vi-VN" altLang="ja-JP" sz="2800" b="1" dirty="0">
              <a:solidFill>
                <a:srgbClr val="FF0000"/>
              </a:solidFill>
            </a:endParaRPr>
          </a:p>
          <a:p>
            <a:endParaRPr lang="vi-VN" altLang="ja-JP" dirty="0"/>
          </a:p>
          <a:p>
            <a:pPr marL="0" indent="0">
              <a:buNone/>
            </a:pPr>
            <a:r>
              <a:rPr lang="ja-JP" altLang="en-US" sz="3200" dirty="0"/>
              <a:t>東京は明日も</a:t>
            </a:r>
            <a:r>
              <a:rPr lang="vi-VN" altLang="ja-JP" sz="3200" dirty="0"/>
              <a:t>_________</a:t>
            </a:r>
            <a:r>
              <a:rPr lang="ja-JP" altLang="en-US" sz="3200" dirty="0"/>
              <a:t>でしょう。</a:t>
            </a:r>
            <a:endParaRPr lang="vi-VN" altLang="ja-JP" sz="3200" dirty="0"/>
          </a:p>
          <a:p>
            <a:pPr marL="0" indent="0">
              <a:buNone/>
            </a:pPr>
            <a:endParaRPr lang="vi-VN" altLang="ja-JP" sz="3200" dirty="0"/>
          </a:p>
          <a:p>
            <a:pPr marL="0" indent="0">
              <a:buNone/>
            </a:pPr>
            <a:r>
              <a:rPr lang="ja-JP" altLang="en-US" sz="3200" dirty="0"/>
              <a:t>あさってもいい天気に なって、 </a:t>
            </a:r>
            <a:endParaRPr lang="vi-VN" altLang="ja-JP" sz="3200" dirty="0"/>
          </a:p>
          <a:p>
            <a:pPr marL="0" indent="0">
              <a:buNone/>
            </a:pPr>
            <a:endParaRPr lang="vi-VN" altLang="ja-JP" sz="3200" dirty="0"/>
          </a:p>
          <a:p>
            <a:pPr marL="0" indent="0">
              <a:buNone/>
            </a:pPr>
            <a:r>
              <a:rPr lang="ja-JP" altLang="en-US" sz="3200" dirty="0"/>
              <a:t>あたた かく</a:t>
            </a:r>
            <a:r>
              <a:rPr lang="vi-VN" altLang="ja-JP" sz="3200" dirty="0"/>
              <a:t>_________</a:t>
            </a:r>
            <a:r>
              <a:rPr lang="ja-JP" altLang="en-US" sz="3200" dirty="0"/>
              <a:t>でしょう。 </a:t>
            </a:r>
            <a:endParaRPr 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301219-49F8-4CD9-813C-75562E893404}"/>
              </a:ext>
            </a:extLst>
          </p:cNvPr>
          <p:cNvSpPr txBox="1"/>
          <p:nvPr/>
        </p:nvSpPr>
        <p:spPr>
          <a:xfrm>
            <a:off x="3651583" y="260666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highlight>
                  <a:srgbClr val="FFFF00"/>
                </a:highlight>
              </a:rPr>
              <a:t>晴れ</a:t>
            </a:r>
            <a:endParaRPr lang="en-US" sz="2800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3758A4-2FF3-40C9-8690-E003C33B76F3}"/>
              </a:ext>
            </a:extLst>
          </p:cNvPr>
          <p:cNvSpPr txBox="1"/>
          <p:nvPr/>
        </p:nvSpPr>
        <p:spPr>
          <a:xfrm>
            <a:off x="3290636" y="4746304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highlight>
                  <a:srgbClr val="FFFF00"/>
                </a:highlight>
              </a:rPr>
              <a:t>なる</a:t>
            </a:r>
            <a:endParaRPr lang="en-US" sz="2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5827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100527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～でしょう／～だろう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9322C-72EB-4A00-ABB3-29DCC5CB77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4" y="1624264"/>
            <a:ext cx="6469367" cy="4523874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2800" b="1" dirty="0">
                <a:solidFill>
                  <a:srgbClr val="FF0000"/>
                </a:solidFill>
              </a:rPr>
              <a:t>〈</a:t>
            </a:r>
            <a:r>
              <a:rPr lang="ja-JP" altLang="en-US" sz="2800" b="1" dirty="0">
                <a:solidFill>
                  <a:srgbClr val="FF0000"/>
                </a:solidFill>
              </a:rPr>
              <a:t>ニュース番組 で</a:t>
            </a:r>
            <a:r>
              <a:rPr lang="en-US" altLang="ja-JP" sz="2800" b="1" dirty="0">
                <a:solidFill>
                  <a:srgbClr val="FF0000"/>
                </a:solidFill>
              </a:rPr>
              <a:t>〉</a:t>
            </a:r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en-US" altLang="ja-JP" sz="3200" dirty="0"/>
              <a:t> </a:t>
            </a:r>
            <a:r>
              <a:rPr lang="ja-JP" altLang="en-US" sz="3200" dirty="0"/>
              <a:t>専 門家：これからも日本に来る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 留 学  生の数は＿＿＿＿＿＿＿</a:t>
            </a:r>
            <a:endParaRPr lang="en-US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3758A4-2FF3-40C9-8690-E003C33B76F3}"/>
              </a:ext>
            </a:extLst>
          </p:cNvPr>
          <p:cNvSpPr txBox="1"/>
          <p:nvPr/>
        </p:nvSpPr>
        <p:spPr>
          <a:xfrm>
            <a:off x="3863947" y="4289699"/>
            <a:ext cx="2693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highlight>
                  <a:srgbClr val="FFFF00"/>
                </a:highlight>
              </a:rPr>
              <a:t>増えるでしょう。</a:t>
            </a:r>
            <a:endParaRPr lang="en-US" sz="2800" dirty="0">
              <a:highlight>
                <a:srgbClr val="FFFF00"/>
              </a:highlight>
            </a:endParaRPr>
          </a:p>
        </p:txBody>
      </p:sp>
      <p:pic>
        <p:nvPicPr>
          <p:cNvPr id="2050" name="Picture 2" descr="ニュース番組イラスト／無料イラストなら「イラストAC」">
            <a:extLst>
              <a:ext uri="{FF2B5EF4-FFF2-40B4-BE49-F238E27FC236}">
                <a16:creationId xmlns:a16="http://schemas.microsoft.com/office/drawing/2014/main" id="{4E5E58A9-493B-40B5-A005-78EC83C3A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305" y="1519903"/>
            <a:ext cx="3898231" cy="276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60B4328-7417-43BA-B5B4-521F3B48EF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300" y="4629731"/>
            <a:ext cx="3147436" cy="19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10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100527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～でしょう／～だろう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9322C-72EB-4A00-ABB3-29DCC5CB77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4" y="1624264"/>
            <a:ext cx="6264831" cy="4523874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b="1" dirty="0">
                <a:solidFill>
                  <a:srgbClr val="FF0000"/>
                </a:solidFill>
              </a:rPr>
              <a:t>今日の星占 （ほしうらな い</a:t>
            </a:r>
            <a:r>
              <a:rPr lang="en-US" altLang="ja-JP" sz="2800" b="1" dirty="0">
                <a:solidFill>
                  <a:srgbClr val="FF0000"/>
                </a:solidFill>
              </a:rPr>
              <a:t>〉 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かに座 のあなた、今日は人とのコミュニケーションがとてもうまくいくでしょう。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まわ りの人と 将来の夢 について話してみてください。 </a:t>
            </a:r>
            <a:endParaRPr lang="en-US" sz="3200" dirty="0"/>
          </a:p>
        </p:txBody>
      </p:sp>
      <p:pic>
        <p:nvPicPr>
          <p:cNvPr id="3074" name="Picture 2" descr="星座と星占いの円、占星術、神秘的な記号。ベクターイラスト。」のベクター画像素材（ロイヤリティフリー） 1034313562">
            <a:extLst>
              <a:ext uri="{FF2B5EF4-FFF2-40B4-BE49-F238E27FC236}">
                <a16:creationId xmlns:a16="http://schemas.microsoft.com/office/drawing/2014/main" id="{DC5F8BDD-AF7D-434F-A46A-6915143EA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142" y="1708485"/>
            <a:ext cx="4384983" cy="452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67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41063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～から～にかけて、</a:t>
            </a:r>
            <a:r>
              <a:rPr lang="en-US" altLang="ja-JP" sz="4000" b="1" dirty="0">
                <a:solidFill>
                  <a:srgbClr val="A11D2B"/>
                </a:solidFill>
              </a:rPr>
              <a:t>…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542935" cy="341453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l">
              <a:buNone/>
            </a:pPr>
            <a:r>
              <a:rPr lang="ja-JP" altLang="en-US" sz="2000" dirty="0"/>
              <a:t>～</a:t>
            </a:r>
            <a:r>
              <a:rPr lang="ja-JP" altLang="en-US" sz="2800" dirty="0"/>
              <a:t>から～までの間 </a:t>
            </a:r>
            <a:endParaRPr lang="vi-VN" altLang="ja-JP" sz="2800" dirty="0"/>
          </a:p>
          <a:p>
            <a:pPr marL="0" indent="0" algn="l">
              <a:buNone/>
            </a:pPr>
            <a:r>
              <a:rPr lang="ja-JP" altLang="en-US" sz="2800" dirty="0"/>
              <a:t>＊時間や場所を 表す言 葉 と一緒 に使う </a:t>
            </a:r>
            <a:endParaRPr lang="vi-VN" altLang="ja-JP" sz="2800" dirty="0"/>
          </a:p>
          <a:p>
            <a:pPr marL="0" indent="0" algn="l">
              <a:buNone/>
            </a:pPr>
            <a:r>
              <a:rPr lang="ja-JP" altLang="en-US" sz="2800" dirty="0"/>
              <a:t>＊始まりと終わりがはっきりしないことに使う</a:t>
            </a:r>
            <a:endParaRPr lang="en-US" altLang="ja-JP" sz="2800" dirty="0"/>
          </a:p>
          <a:p>
            <a:pPr marL="0" indent="0" algn="l">
              <a:buNone/>
            </a:pPr>
            <a:r>
              <a:rPr lang="ja-JP" altLang="vi-VN" sz="2800" dirty="0"/>
              <a:t>＊</a:t>
            </a:r>
            <a:r>
              <a:rPr lang="vi-VN" altLang="ja-JP" sz="2800" dirty="0"/>
              <a:t>Từ ~ đến 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725652" y="1828800"/>
            <a:ext cx="4837083" cy="3414532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en-US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dirty="0"/>
          </a:p>
          <a:p>
            <a:pPr marL="0" indent="0" algn="ctr">
              <a:buNone/>
            </a:pPr>
            <a:r>
              <a:rPr lang="ja-JP" altLang="en-US" sz="2800" dirty="0"/>
              <a:t>ＮからＮにかけて、</a:t>
            </a:r>
            <a:endParaRPr lang="vi-VN" altLang="ja-JP" sz="4000" dirty="0"/>
          </a:p>
        </p:txBody>
      </p:sp>
    </p:spTree>
    <p:extLst>
      <p:ext uri="{BB962C8B-B14F-4D97-AF65-F5344CB8AC3E}">
        <p14:creationId xmlns:p14="http://schemas.microsoft.com/office/powerpoint/2010/main" val="797964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vi-VN" altLang="ja-JP" dirty="0">
                <a:highlight>
                  <a:srgbClr val="FFFF00"/>
                </a:highlight>
              </a:rPr>
              <a:t>P20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Content Placeholder 5" descr="Text, letter&#10;&#10;Description automatically generated">
            <a:extLst>
              <a:ext uri="{FF2B5EF4-FFF2-40B4-BE49-F238E27FC236}">
                <a16:creationId xmlns:a16="http://schemas.microsoft.com/office/drawing/2014/main" id="{F84D0DA2-E95E-4092-89B5-A567208B57B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25" y="2261415"/>
            <a:ext cx="11893675" cy="2411370"/>
          </a:xfrm>
        </p:spPr>
      </p:pic>
    </p:spTree>
    <p:extLst>
      <p:ext uri="{BB962C8B-B14F-4D97-AF65-F5344CB8AC3E}">
        <p14:creationId xmlns:p14="http://schemas.microsoft.com/office/powerpoint/2010/main" val="3360819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100527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～から～にかけて、</a:t>
            </a:r>
            <a:r>
              <a:rPr lang="en-US" altLang="ja-JP" sz="4800" b="1" dirty="0">
                <a:solidFill>
                  <a:srgbClr val="A11D2B"/>
                </a:solidFill>
              </a:rPr>
              <a:t>…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9322C-72EB-4A00-ABB3-29DCC5CB77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4" y="1624264"/>
            <a:ext cx="6264831" cy="4523874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明日は夕方から夜にかけて、＿＿＿＿そうだ。 </a:t>
            </a:r>
            <a:endParaRPr lang="en-US" altLang="ja-JP" sz="2800" dirty="0"/>
          </a:p>
        </p:txBody>
      </p:sp>
      <p:pic>
        <p:nvPicPr>
          <p:cNvPr id="4098" name="Picture 2" descr="皆既月食 イラスト素材 - iStock">
            <a:extLst>
              <a:ext uri="{FF2B5EF4-FFF2-40B4-BE49-F238E27FC236}">
                <a16:creationId xmlns:a16="http://schemas.microsoft.com/office/drawing/2014/main" id="{2BB21B8E-C8CC-4FF7-8778-93436680F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463" y="1624264"/>
            <a:ext cx="4415589" cy="441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E26433-FCBF-4376-A3FB-DF97DBBAAD3B}"/>
              </a:ext>
            </a:extLst>
          </p:cNvPr>
          <p:cNvSpPr txBox="1"/>
          <p:nvPr/>
        </p:nvSpPr>
        <p:spPr>
          <a:xfrm>
            <a:off x="5185610" y="2905780"/>
            <a:ext cx="1624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highlight>
                  <a:srgbClr val="FFFF00"/>
                </a:highlight>
              </a:rPr>
              <a:t>皆既月食</a:t>
            </a:r>
            <a:endParaRPr lang="en-US" sz="2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6672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44" y="174170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～から～にかけて、</a:t>
            </a:r>
            <a:r>
              <a:rPr lang="en-US" altLang="ja-JP" sz="4000" b="1" dirty="0">
                <a:solidFill>
                  <a:srgbClr val="A11D2B"/>
                </a:solidFill>
              </a:rPr>
              <a:t>…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175658"/>
            <a:ext cx="11053398" cy="535748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① 東京は </a:t>
            </a:r>
            <a:r>
              <a:rPr lang="en-US" altLang="ja-JP" sz="2800" dirty="0"/>
              <a:t>6 </a:t>
            </a:r>
            <a:r>
              <a:rPr lang="ja-JP" altLang="en-US" sz="2800" dirty="0"/>
              <a:t>月下旬 から </a:t>
            </a:r>
            <a:r>
              <a:rPr lang="en-US" altLang="ja-JP" sz="2800" dirty="0"/>
              <a:t>7 </a:t>
            </a:r>
            <a:r>
              <a:rPr lang="ja-JP" altLang="en-US" sz="2800" dirty="0"/>
              <a:t>月下 旬 にかけて、</a:t>
            </a:r>
            <a:r>
              <a:rPr lang="vi-VN" altLang="ja-JP" sz="2800" dirty="0"/>
              <a:t>______</a:t>
            </a:r>
            <a:r>
              <a:rPr lang="ja-JP" altLang="en-US" sz="2800" dirty="0"/>
              <a:t> の日が続きます。この時期を「梅雨 </a:t>
            </a:r>
            <a:r>
              <a:rPr lang="vi-VN" altLang="ja-JP" sz="2800" dirty="0"/>
              <a:t>(</a:t>
            </a:r>
            <a:r>
              <a:rPr lang="ja-JP" altLang="en-US" sz="2800" dirty="0"/>
              <a:t>つ ゆ </a:t>
            </a:r>
            <a:r>
              <a:rPr lang="vi-VN" altLang="ja-JP" sz="2800" dirty="0"/>
              <a:t>)</a:t>
            </a:r>
            <a:r>
              <a:rPr lang="ja-JP" altLang="en-US" sz="2800" dirty="0"/>
              <a:t>」と言います。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② 私の町では</a:t>
            </a:r>
            <a:r>
              <a:rPr lang="en-US" altLang="ja-JP" sz="2800" dirty="0"/>
              <a:t>10</a:t>
            </a:r>
            <a:r>
              <a:rPr lang="ja-JP" altLang="en-US" sz="2800" dirty="0"/>
              <a:t>月から</a:t>
            </a:r>
            <a:r>
              <a:rPr lang="en-US" altLang="ja-JP" sz="2800" dirty="0"/>
              <a:t>12</a:t>
            </a:r>
            <a:r>
              <a:rPr lang="ja-JP" altLang="en-US" sz="2800" dirty="0"/>
              <a:t>月にかけて、</a:t>
            </a:r>
            <a:r>
              <a:rPr lang="vi-VN" altLang="ja-JP" sz="2800" dirty="0"/>
              <a:t>_____</a:t>
            </a:r>
            <a:r>
              <a:rPr lang="ja-JP" altLang="en-US" sz="2800" dirty="0"/>
              <a:t>が多いです。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</a:t>
            </a: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④ 日本では３月中旬から４月の終わりにかけて 、</a:t>
            </a:r>
            <a:r>
              <a:rPr lang="vi-VN" altLang="ja-JP" sz="2800" dirty="0"/>
              <a:t>_____</a:t>
            </a:r>
            <a:r>
              <a:rPr lang="ja-JP" altLang="en-US" sz="2800" dirty="0"/>
              <a:t>が見られるでしょう。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7AC0A1-8F74-428A-98CE-894EFFF38381}"/>
              </a:ext>
            </a:extLst>
          </p:cNvPr>
          <p:cNvSpPr txBox="1"/>
          <p:nvPr/>
        </p:nvSpPr>
        <p:spPr>
          <a:xfrm flipH="1">
            <a:off x="8043110" y="1612231"/>
            <a:ext cx="812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雨</a:t>
            </a:r>
            <a:endParaRPr lang="en-US" sz="28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0EBE0-3D6B-45F6-BA0C-2F2FDE29FB1E}"/>
              </a:ext>
            </a:extLst>
          </p:cNvPr>
          <p:cNvSpPr txBox="1"/>
          <p:nvPr/>
        </p:nvSpPr>
        <p:spPr>
          <a:xfrm flipH="1">
            <a:off x="6954252" y="2926153"/>
            <a:ext cx="1287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台風</a:t>
            </a:r>
            <a:endParaRPr lang="en-US" sz="28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488CB2-DE21-4148-9F68-E4CC75F4EBE6}"/>
              </a:ext>
            </a:extLst>
          </p:cNvPr>
          <p:cNvSpPr txBox="1"/>
          <p:nvPr/>
        </p:nvSpPr>
        <p:spPr>
          <a:xfrm flipH="1">
            <a:off x="8566482" y="4457854"/>
            <a:ext cx="1287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さくら</a:t>
            </a:r>
            <a:endParaRPr lang="en-US" sz="28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42910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100527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～から～にかけて、</a:t>
            </a:r>
            <a:r>
              <a:rPr lang="en-US" altLang="ja-JP" sz="4800" b="1" dirty="0">
                <a:solidFill>
                  <a:srgbClr val="A11D2B"/>
                </a:solidFill>
              </a:rPr>
              <a:t>…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9322C-72EB-4A00-ABB3-29DCC5CB77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3" y="1624264"/>
            <a:ext cx="6373115" cy="4523874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>
                <a:highlight>
                  <a:srgbClr val="FFFF00"/>
                </a:highlight>
              </a:rPr>
              <a:t>Ａ</a:t>
            </a:r>
            <a:r>
              <a:rPr lang="ja-JP" altLang="en-US" sz="2800" dirty="0"/>
              <a:t>：（あなたの国、町）に行きたいと思っているんですが、いつがいちばんいいですか。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>
                <a:highlight>
                  <a:srgbClr val="FFFF00"/>
                </a:highlight>
              </a:rPr>
              <a:t>Ｂ</a:t>
            </a:r>
            <a:r>
              <a:rPr lang="ja-JP" altLang="en-US" sz="2800" dirty="0"/>
              <a:t>：そうですね。</a:t>
            </a:r>
            <a:r>
              <a:rPr lang="en-US" altLang="ja-JP" sz="2800" dirty="0"/>
              <a:t>____</a:t>
            </a:r>
            <a:r>
              <a:rPr lang="ja-JP" altLang="en-US" sz="2800" dirty="0"/>
              <a:t>月から</a:t>
            </a:r>
            <a:r>
              <a:rPr lang="en-US" altLang="ja-JP" sz="2800" dirty="0"/>
              <a:t>_____</a:t>
            </a:r>
            <a:r>
              <a:rPr lang="ja-JP" altLang="en-US" sz="2800" dirty="0"/>
              <a:t>月にかけてがお勧 めですよ。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＿＿＿＿＿＿＿から。</a:t>
            </a:r>
            <a:endParaRPr lang="en-US" altLang="ja-JP" sz="2800" dirty="0"/>
          </a:p>
        </p:txBody>
      </p:sp>
      <p:pic>
        <p:nvPicPr>
          <p:cNvPr id="5122" name="Picture 2" descr="４７エッセイ24 47都道府県 イラストで名所巡り♪">
            <a:extLst>
              <a:ext uri="{FF2B5EF4-FFF2-40B4-BE49-F238E27FC236}">
                <a16:creationId xmlns:a16="http://schemas.microsoft.com/office/drawing/2014/main" id="{65ADE9DE-B595-4546-80E5-00FDE04A9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905" y="1624264"/>
            <a:ext cx="4551947" cy="452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06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41063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～と、Ａ／Ｖ</a:t>
            </a:r>
            <a:r>
              <a:rPr lang="en-US" altLang="ja-JP" sz="4000" b="1" dirty="0">
                <a:solidFill>
                  <a:srgbClr val="A11D2B"/>
                </a:solidFill>
              </a:rPr>
              <a:t>…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1453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2800" dirty="0"/>
              <a:t>～と、いつも</a:t>
            </a:r>
            <a:r>
              <a:rPr lang="en-US" altLang="ja-JP" sz="2800" dirty="0"/>
              <a:t>… </a:t>
            </a:r>
          </a:p>
          <a:p>
            <a:pPr marL="0" indent="0" algn="ctr">
              <a:buNone/>
            </a:pPr>
            <a:r>
              <a:rPr lang="ja-JP" altLang="en-US" sz="2800" dirty="0"/>
              <a:t>＊「</a:t>
            </a:r>
            <a:r>
              <a:rPr lang="en-US" altLang="ja-JP" sz="2800" dirty="0"/>
              <a:t>…</a:t>
            </a:r>
            <a:r>
              <a:rPr lang="ja-JP" altLang="en-US" sz="2800" dirty="0"/>
              <a:t>」には評価や気持ちなど</a:t>
            </a:r>
            <a:endParaRPr lang="en-US" altLang="ja-JP" sz="32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533148" y="1828800"/>
            <a:ext cx="5029588" cy="3414532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en-US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dirty="0"/>
          </a:p>
          <a:p>
            <a:pPr marL="0" indent="0" algn="ctr">
              <a:buNone/>
            </a:pPr>
            <a:r>
              <a:rPr lang="ja-JP" altLang="en-US" sz="2800" dirty="0"/>
              <a:t>普 通形（現在形 ＋ と、Ａ／Ｖ</a:t>
            </a:r>
            <a:endParaRPr lang="vi-VN" altLang="ja-JP" sz="4400" dirty="0"/>
          </a:p>
        </p:txBody>
      </p:sp>
    </p:spTree>
    <p:extLst>
      <p:ext uri="{BB962C8B-B14F-4D97-AF65-F5344CB8AC3E}">
        <p14:creationId xmlns:p14="http://schemas.microsoft.com/office/powerpoint/2010/main" val="3330583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vi-VN" altLang="ja-JP" dirty="0">
                <a:highlight>
                  <a:srgbClr val="FFFF00"/>
                </a:highlight>
              </a:rPr>
              <a:t>P20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167158F3-4183-4DBD-89EC-A9EA59BA3C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11" y="2013409"/>
            <a:ext cx="11177996" cy="2871412"/>
          </a:xfrm>
        </p:spPr>
      </p:pic>
    </p:spTree>
    <p:extLst>
      <p:ext uri="{BB962C8B-B14F-4D97-AF65-F5344CB8AC3E}">
        <p14:creationId xmlns:p14="http://schemas.microsoft.com/office/powerpoint/2010/main" val="2113778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44" y="174170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～と、Ａ／Ｖ</a:t>
            </a:r>
            <a:r>
              <a:rPr lang="en-US" altLang="ja-JP" sz="4000" b="1" dirty="0">
                <a:solidFill>
                  <a:srgbClr val="A11D2B"/>
                </a:solidFill>
              </a:rPr>
              <a:t>…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175658"/>
            <a:ext cx="10943610" cy="535748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vi-VN" altLang="ja-JP" sz="2800" dirty="0"/>
          </a:p>
          <a:p>
            <a:pPr marL="514350" indent="-514350">
              <a:buAutoNum type="circleNumDbPlain"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１．現 代 社会では＿＿＿＿＿＿＿＿＿＿ がないと、不 便です。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２． 彼 </a:t>
            </a:r>
            <a:r>
              <a:rPr lang="en-US" altLang="ja-JP" sz="2800" dirty="0"/>
              <a:t>/</a:t>
            </a:r>
            <a:r>
              <a:rPr lang="ja-JP" altLang="en-US" sz="2800" dirty="0"/>
              <a:t>彼女の誕生日に ＿＿＿＿＿＿＿＿＿＿と、彼</a:t>
            </a:r>
            <a:r>
              <a:rPr lang="en-US" altLang="ja-JP" sz="2800" dirty="0"/>
              <a:t>/</a:t>
            </a:r>
            <a:r>
              <a:rPr lang="ja-JP" altLang="en-US" sz="2800" dirty="0"/>
              <a:t>彼女は喜ぶと思います。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３． ここに自転車を＿＿＿＿＿＿＿ と、みんなの迷惑になります。</a:t>
            </a:r>
            <a:endParaRPr lang="en-US" altLang="ja-JP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0EBE0-3D6B-45F6-BA0C-2F2FDE29FB1E}"/>
              </a:ext>
            </a:extLst>
          </p:cNvPr>
          <p:cNvSpPr txBox="1"/>
          <p:nvPr/>
        </p:nvSpPr>
        <p:spPr>
          <a:xfrm flipH="1">
            <a:off x="4162926" y="2041103"/>
            <a:ext cx="3092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インターネット</a:t>
            </a:r>
            <a:endParaRPr lang="en-US" sz="28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488CB2-DE21-4148-9F68-E4CC75F4EBE6}"/>
              </a:ext>
            </a:extLst>
          </p:cNvPr>
          <p:cNvSpPr txBox="1"/>
          <p:nvPr/>
        </p:nvSpPr>
        <p:spPr>
          <a:xfrm flipH="1">
            <a:off x="4736433" y="4505980"/>
            <a:ext cx="12994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止める</a:t>
            </a:r>
            <a:endParaRPr lang="en-US" sz="28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91D08E-9E05-4EBF-8E45-335EEB8A726E}"/>
              </a:ext>
            </a:extLst>
          </p:cNvPr>
          <p:cNvSpPr txBox="1"/>
          <p:nvPr/>
        </p:nvSpPr>
        <p:spPr>
          <a:xfrm flipH="1">
            <a:off x="4981071" y="2943880"/>
            <a:ext cx="3753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好きなものをあげる</a:t>
            </a:r>
            <a:endParaRPr lang="en-US" sz="28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5684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44" y="174170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～と、Ａ／Ｖ</a:t>
            </a:r>
            <a:r>
              <a:rPr lang="en-US" altLang="ja-JP" sz="4000" b="1" dirty="0">
                <a:solidFill>
                  <a:srgbClr val="A11D2B"/>
                </a:solidFill>
              </a:rPr>
              <a:t>…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4" y="1175658"/>
            <a:ext cx="6709999" cy="532139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Ａ：私、海外旅行、初めて。何を持っていけばいいんだろう。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　　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Ｂ：ああ、＿＿＿＿＿＿＿を持っていくと、便利だよ。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3200" dirty="0"/>
          </a:p>
        </p:txBody>
      </p:sp>
      <p:pic>
        <p:nvPicPr>
          <p:cNvPr id="6146" name="Picture 2" descr="海外旅行イラスト - No: 1180599／無料イラストなら「イラストAC」">
            <a:extLst>
              <a:ext uri="{FF2B5EF4-FFF2-40B4-BE49-F238E27FC236}">
                <a16:creationId xmlns:a16="http://schemas.microsoft.com/office/drawing/2014/main" id="{7DFB93B5-C70D-4BCD-B89A-C1707E195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1175" y="1754516"/>
            <a:ext cx="4163677" cy="4163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965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3715</TotalTime>
  <Words>1374</Words>
  <Application>Microsoft Office PowerPoint</Application>
  <PresentationFormat>Widescreen</PresentationFormat>
  <Paragraphs>171</Paragraphs>
  <Slides>22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第1課</vt:lpstr>
      <vt:lpstr>PowerPoint Presentation</vt:lpstr>
      <vt:lpstr> 耳でキャッチ　（P17）</vt:lpstr>
      <vt:lpstr> 耳でキャッチ　（P17）</vt:lpstr>
      <vt:lpstr> 耳でキャッチ　（P17）</vt:lpstr>
      <vt:lpstr> 耳でキャッチ　（P17）</vt:lpstr>
      <vt:lpstr> 耳でキャッチ　（P17）</vt:lpstr>
      <vt:lpstr>使ってみよう3 文法  1.2.3（20ページ）</vt:lpstr>
      <vt:lpstr>～でしょう／～だろう</vt:lpstr>
      <vt:lpstr>例文（P20）</vt:lpstr>
      <vt:lpstr>～でしょう／～だろう</vt:lpstr>
      <vt:lpstr>～でしょう／～だろう</vt:lpstr>
      <vt:lpstr>～でしょう／～だろう</vt:lpstr>
      <vt:lpstr>～から～にかけて、…</vt:lpstr>
      <vt:lpstr>例文（P20）</vt:lpstr>
      <vt:lpstr>～から～にかけて、…</vt:lpstr>
      <vt:lpstr>～から～にかけて、…</vt:lpstr>
      <vt:lpstr>～から～にかけて、…</vt:lpstr>
      <vt:lpstr>～と、Ａ／Ｖ…</vt:lpstr>
      <vt:lpstr>例文（P20）</vt:lpstr>
      <vt:lpstr>～と、Ａ／Ｖ…</vt:lpstr>
      <vt:lpstr>～と、Ａ／Ｖ…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3</cp:revision>
  <dcterms:created xsi:type="dcterms:W3CDTF">2021-07-16T02:45:36Z</dcterms:created>
  <dcterms:modified xsi:type="dcterms:W3CDTF">2021-09-17T01:22:53Z</dcterms:modified>
</cp:coreProperties>
</file>