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71" r:id="rId3"/>
    <p:sldId id="368" r:id="rId4"/>
    <p:sldId id="465" r:id="rId5"/>
    <p:sldId id="537" r:id="rId6"/>
    <p:sldId id="440" r:id="rId7"/>
    <p:sldId id="466" r:id="rId8"/>
    <p:sldId id="375" r:id="rId9"/>
    <p:sldId id="471" r:id="rId10"/>
    <p:sldId id="362" r:id="rId11"/>
    <p:sldId id="538" r:id="rId12"/>
    <p:sldId id="473" r:id="rId13"/>
    <p:sldId id="472" r:id="rId14"/>
    <p:sldId id="474" r:id="rId15"/>
    <p:sldId id="480" r:id="rId16"/>
    <p:sldId id="452" r:id="rId17"/>
    <p:sldId id="498" r:id="rId18"/>
    <p:sldId id="494" r:id="rId19"/>
    <p:sldId id="475" r:id="rId20"/>
    <p:sldId id="476" r:id="rId21"/>
    <p:sldId id="477" r:id="rId22"/>
    <p:sldId id="497" r:id="rId23"/>
    <p:sldId id="4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D9910B"/>
    <a:srgbClr val="A11D2B"/>
    <a:srgbClr val="256766"/>
    <a:srgbClr val="5E9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627BD-E885-4945-9121-7F4759905DE9}" v="770" dt="2021-09-17T01:18:45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92" y="3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anh Le Thi Kim  (FE FPTU CT)" userId="33772939-cd87-45c1-be61-e0648bc25a53" providerId="ADAL" clId="{001627BD-E885-4945-9121-7F4759905DE9}"/>
    <pc:docChg chg="undo custSel addSld delSld modSld sldOrd delSection modSection">
      <pc:chgData name="Oanh Le Thi Kim  (FE FPTU CT)" userId="33772939-cd87-45c1-be61-e0648bc25a53" providerId="ADAL" clId="{001627BD-E885-4945-9121-7F4759905DE9}" dt="2021-09-08T13:39:52.037" v="1414" actId="14100"/>
      <pc:docMkLst>
        <pc:docMk/>
      </pc:docMkLst>
      <pc:sldChg chg="add del">
        <pc:chgData name="Oanh Le Thi Kim  (FE FPTU CT)" userId="33772939-cd87-45c1-be61-e0648bc25a53" providerId="ADAL" clId="{001627BD-E885-4945-9121-7F4759905DE9}" dt="2021-08-21T06:55:14.143" v="417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602090843" sldId="257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4273538635" sldId="353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1260844141" sldId="356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2373456421" sldId="358"/>
        </pc:sldMkLst>
      </pc:sldChg>
      <pc:sldChg chg="modSp mod">
        <pc:chgData name="Oanh Le Thi Kim  (FE FPTU CT)" userId="33772939-cd87-45c1-be61-e0648bc25a53" providerId="ADAL" clId="{001627BD-E885-4945-9121-7F4759905DE9}" dt="2021-08-21T03:27:20.299" v="38" actId="20577"/>
        <pc:sldMkLst>
          <pc:docMk/>
          <pc:sldMk cId="2674687173" sldId="362"/>
        </pc:sldMkLst>
        <pc:spChg chg="mod">
          <ac:chgData name="Oanh Le Thi Kim  (FE FPTU CT)" userId="33772939-cd87-45c1-be61-e0648bc25a53" providerId="ADAL" clId="{001627BD-E885-4945-9121-7F4759905DE9}" dt="2021-08-21T03:27:20.299" v="38" actId="20577"/>
          <ac:spMkLst>
            <pc:docMk/>
            <pc:sldMk cId="2674687173" sldId="362"/>
            <ac:spMk id="5" creationId="{9F4B3034-E2E3-4173-8554-B1E008035346}"/>
          </ac:spMkLst>
        </pc:spChg>
      </pc:sldChg>
      <pc:sldChg chg="modSp mod">
        <pc:chgData name="Oanh Le Thi Kim  (FE FPTU CT)" userId="33772939-cd87-45c1-be61-e0648bc25a53" providerId="ADAL" clId="{001627BD-E885-4945-9121-7F4759905DE9}" dt="2021-09-08T13:08:09.776" v="432" actId="403"/>
        <pc:sldMkLst>
          <pc:docMk/>
          <pc:sldMk cId="2104607827" sldId="371"/>
        </pc:sldMkLst>
        <pc:spChg chg="mod">
          <ac:chgData name="Oanh Le Thi Kim  (FE FPTU CT)" userId="33772939-cd87-45c1-be61-e0648bc25a53" providerId="ADAL" clId="{001627BD-E885-4945-9121-7F4759905DE9}" dt="2021-09-08T13:08:01.367" v="430" actId="403"/>
          <ac:spMkLst>
            <pc:docMk/>
            <pc:sldMk cId="2104607827" sldId="371"/>
            <ac:spMk id="65" creationId="{2429D96E-5F83-4BC8-AAF6-1C5FFF81E153}"/>
          </ac:spMkLst>
        </pc:spChg>
        <pc:spChg chg="mod">
          <ac:chgData name="Oanh Le Thi Kim  (FE FPTU CT)" userId="33772939-cd87-45c1-be61-e0648bc25a53" providerId="ADAL" clId="{001627BD-E885-4945-9121-7F4759905DE9}" dt="2021-09-08T13:08:09.776" v="432" actId="403"/>
          <ac:spMkLst>
            <pc:docMk/>
            <pc:sldMk cId="2104607827" sldId="371"/>
            <ac:spMk id="76" creationId="{5488B2A3-09E1-4ED9-8CB5-A06EA337ED44}"/>
          </ac:spMkLst>
        </pc:spChg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3122985082" sldId="389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636810010" sldId="413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671139041" sldId="414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513659411" sldId="416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94612983" sldId="428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920024879" sldId="431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016727121" sldId="432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4161235609" sldId="434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809780006" sldId="435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418416491" sldId="437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650038349" sldId="461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976439526" sldId="462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2734768885" sldId="463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3197634967" sldId="464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1299808084" sldId="467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650478606" sldId="468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2691386198" sldId="469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4093982215" sldId="470"/>
        </pc:sldMkLst>
      </pc:sldChg>
      <pc:sldChg chg="addSp delSp modSp mod">
        <pc:chgData name="Oanh Le Thi Kim  (FE FPTU CT)" userId="33772939-cd87-45c1-be61-e0648bc25a53" providerId="ADAL" clId="{001627BD-E885-4945-9121-7F4759905DE9}" dt="2021-09-08T13:30:20.773" v="1396"/>
        <pc:sldMkLst>
          <pc:docMk/>
          <pc:sldMk cId="2327895418" sldId="476"/>
        </pc:sldMkLst>
        <pc:spChg chg="mod">
          <ac:chgData name="Oanh Le Thi Kim  (FE FPTU CT)" userId="33772939-cd87-45c1-be61-e0648bc25a53" providerId="ADAL" clId="{001627BD-E885-4945-9121-7F4759905DE9}" dt="2021-09-08T13:30:18.197" v="1394" actId="20577"/>
          <ac:spMkLst>
            <pc:docMk/>
            <pc:sldMk cId="2327895418" sldId="476"/>
            <ac:spMk id="3" creationId="{00000000-0000-0000-0000-000000000000}"/>
          </ac:spMkLst>
        </pc:spChg>
        <pc:spChg chg="add del mod">
          <ac:chgData name="Oanh Le Thi Kim  (FE FPTU CT)" userId="33772939-cd87-45c1-be61-e0648bc25a53" providerId="ADAL" clId="{001627BD-E885-4945-9121-7F4759905DE9}" dt="2021-09-08T13:30:20.773" v="1396"/>
          <ac:spMkLst>
            <pc:docMk/>
            <pc:sldMk cId="2327895418" sldId="476"/>
            <ac:spMk id="4" creationId="{33C19EF6-03FC-4146-8EC8-4B99B3B9BE2C}"/>
          </ac:spMkLst>
        </pc:spChg>
      </pc:sldChg>
      <pc:sldChg chg="addSp delSp modSp mod">
        <pc:chgData name="Oanh Le Thi Kim  (FE FPTU CT)" userId="33772939-cd87-45c1-be61-e0648bc25a53" providerId="ADAL" clId="{001627BD-E885-4945-9121-7F4759905DE9}" dt="2021-09-08T13:39:52.037" v="1414" actId="14100"/>
        <pc:sldMkLst>
          <pc:docMk/>
          <pc:sldMk cId="3761256136" sldId="477"/>
        </pc:sldMkLst>
        <pc:spChg chg="mod">
          <ac:chgData name="Oanh Le Thi Kim  (FE FPTU CT)" userId="33772939-cd87-45c1-be61-e0648bc25a53" providerId="ADAL" clId="{001627BD-E885-4945-9121-7F4759905DE9}" dt="2021-09-08T13:39:37.270" v="1405" actId="962"/>
          <ac:spMkLst>
            <pc:docMk/>
            <pc:sldMk cId="3761256136" sldId="477"/>
            <ac:spMk id="2" creationId="{00000000-0000-0000-0000-000000000000}"/>
          </ac:spMkLst>
        </pc:spChg>
        <pc:spChg chg="del">
          <ac:chgData name="Oanh Le Thi Kim  (FE FPTU CT)" userId="33772939-cd87-45c1-be61-e0648bc25a53" providerId="ADAL" clId="{001627BD-E885-4945-9121-7F4759905DE9}" dt="2021-09-08T13:39:05.427" v="1398" actId="478"/>
          <ac:spMkLst>
            <pc:docMk/>
            <pc:sldMk cId="3761256136" sldId="477"/>
            <ac:spMk id="3" creationId="{00000000-0000-0000-0000-000000000000}"/>
          </ac:spMkLst>
        </pc:spChg>
        <pc:spChg chg="add del mod">
          <ac:chgData name="Oanh Le Thi Kim  (FE FPTU CT)" userId="33772939-cd87-45c1-be61-e0648bc25a53" providerId="ADAL" clId="{001627BD-E885-4945-9121-7F4759905DE9}" dt="2021-09-08T13:39:30.876" v="1401" actId="931"/>
          <ac:spMkLst>
            <pc:docMk/>
            <pc:sldMk cId="3761256136" sldId="477"/>
            <ac:spMk id="5" creationId="{5429544B-7BCB-4C1C-BA9D-949D82649575}"/>
          </ac:spMkLst>
        </pc:spChg>
        <pc:spChg chg="add del mod">
          <ac:chgData name="Oanh Le Thi Kim  (FE FPTU CT)" userId="33772939-cd87-45c1-be61-e0648bc25a53" providerId="ADAL" clId="{001627BD-E885-4945-9121-7F4759905DE9}" dt="2021-09-08T13:39:39.101" v="1407" actId="478"/>
          <ac:spMkLst>
            <pc:docMk/>
            <pc:sldMk cId="3761256136" sldId="477"/>
            <ac:spMk id="8" creationId="{9BC233DA-EEA4-4BC6-B3B9-658E6A150FD6}"/>
          </ac:spMkLst>
        </pc:spChg>
        <pc:grpChg chg="del">
          <ac:chgData name="Oanh Le Thi Kim  (FE FPTU CT)" userId="33772939-cd87-45c1-be61-e0648bc25a53" providerId="ADAL" clId="{001627BD-E885-4945-9121-7F4759905DE9}" dt="2021-09-08T13:39:07.156" v="1399" actId="478"/>
          <ac:grpSpMkLst>
            <pc:docMk/>
            <pc:sldMk cId="3761256136" sldId="477"/>
            <ac:grpSpMk id="6" creationId="{E82D7FF4-D782-4D82-B18B-CDE760AEE316}"/>
          </ac:grpSpMkLst>
        </pc:grpChg>
        <pc:picChg chg="add mod">
          <ac:chgData name="Oanh Le Thi Kim  (FE FPTU CT)" userId="33772939-cd87-45c1-be61-e0648bc25a53" providerId="ADAL" clId="{001627BD-E885-4945-9121-7F4759905DE9}" dt="2021-09-08T13:39:52.037" v="1414" actId="14100"/>
          <ac:picMkLst>
            <pc:docMk/>
            <pc:sldMk cId="3761256136" sldId="477"/>
            <ac:picMk id="9" creationId="{AE8B8B2D-4EF5-484A-8734-AAE2EAA2C2C2}"/>
          </ac:picMkLst>
        </pc:picChg>
        <pc:picChg chg="del">
          <ac:chgData name="Oanh Le Thi Kim  (FE FPTU CT)" userId="33772939-cd87-45c1-be61-e0648bc25a53" providerId="ADAL" clId="{001627BD-E885-4945-9121-7F4759905DE9}" dt="2021-09-08T13:39:41.602" v="1408" actId="478"/>
          <ac:picMkLst>
            <pc:docMk/>
            <pc:sldMk cId="3761256136" sldId="477"/>
            <ac:picMk id="3074" creationId="{56E42CE6-F030-40FA-919B-033467AFCB60}"/>
          </ac:picMkLst>
        </pc:picChg>
      </pc:sldChg>
      <pc:sldChg chg="addSp modSp mod">
        <pc:chgData name="Oanh Le Thi Kim  (FE FPTU CT)" userId="33772939-cd87-45c1-be61-e0648bc25a53" providerId="ADAL" clId="{001627BD-E885-4945-9121-7F4759905DE9}" dt="2021-08-21T11:32:48.697" v="428" actId="1076"/>
        <pc:sldMkLst>
          <pc:docMk/>
          <pc:sldMk cId="1439999023" sldId="478"/>
        </pc:sldMkLst>
        <pc:spChg chg="mod">
          <ac:chgData name="Oanh Le Thi Kim  (FE FPTU CT)" userId="33772939-cd87-45c1-be61-e0648bc25a53" providerId="ADAL" clId="{001627BD-E885-4945-9121-7F4759905DE9}" dt="2021-08-21T11:32:36.358" v="423" actId="14100"/>
          <ac:spMkLst>
            <pc:docMk/>
            <pc:sldMk cId="1439999023" sldId="478"/>
            <ac:spMk id="3" creationId="{00000000-0000-0000-0000-000000000000}"/>
          </ac:spMkLst>
        </pc:spChg>
        <pc:spChg chg="add mod">
          <ac:chgData name="Oanh Le Thi Kim  (FE FPTU CT)" userId="33772939-cd87-45c1-be61-e0648bc25a53" providerId="ADAL" clId="{001627BD-E885-4945-9121-7F4759905DE9}" dt="2021-08-21T11:32:48.697" v="428" actId="1076"/>
          <ac:spMkLst>
            <pc:docMk/>
            <pc:sldMk cId="1439999023" sldId="478"/>
            <ac:spMk id="6" creationId="{8F90112F-A04E-4B00-A7F0-9429D77F9EF3}"/>
          </ac:spMkLst>
        </pc:spChg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827843454" sldId="479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155267369" sldId="481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740189654" sldId="482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42692959" sldId="483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468109058" sldId="484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779720317" sldId="485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538889882" sldId="486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503800742" sldId="487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305765106" sldId="488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543563530" sldId="489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657659426" sldId="490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742253074" sldId="491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4149734218" sldId="492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442980429" sldId="493"/>
        </pc:sldMkLst>
      </pc:sldChg>
      <pc:sldChg chg="addSp delSp modSp add del mod">
        <pc:chgData name="Oanh Le Thi Kim  (FE FPTU CT)" userId="33772939-cd87-45c1-be61-e0648bc25a53" providerId="ADAL" clId="{001627BD-E885-4945-9121-7F4759905DE9}" dt="2021-08-21T12:11:44.249" v="429" actId="47"/>
        <pc:sldMkLst>
          <pc:docMk/>
          <pc:sldMk cId="62756865" sldId="495"/>
        </pc:sldMkLst>
        <pc:spChg chg="mod">
          <ac:chgData name="Oanh Le Thi Kim  (FE FPTU CT)" userId="33772939-cd87-45c1-be61-e0648bc25a53" providerId="ADAL" clId="{001627BD-E885-4945-9121-7F4759905DE9}" dt="2021-08-21T03:29:58.635" v="296" actId="20577"/>
          <ac:spMkLst>
            <pc:docMk/>
            <pc:sldMk cId="62756865" sldId="495"/>
            <ac:spMk id="3" creationId="{00000000-0000-0000-0000-000000000000}"/>
          </ac:spMkLst>
        </pc:spChg>
        <pc:spChg chg="add mod">
          <ac:chgData name="Oanh Le Thi Kim  (FE FPTU CT)" userId="33772939-cd87-45c1-be61-e0648bc25a53" providerId="ADAL" clId="{001627BD-E885-4945-9121-7F4759905DE9}" dt="2021-08-21T03:31:12.377" v="416" actId="14100"/>
          <ac:spMkLst>
            <pc:docMk/>
            <pc:sldMk cId="62756865" sldId="495"/>
            <ac:spMk id="8" creationId="{49833313-025C-44DC-A8FB-CB5AD90CFCFF}"/>
          </ac:spMkLst>
        </pc:spChg>
        <pc:grpChg chg="del">
          <ac:chgData name="Oanh Le Thi Kim  (FE FPTU CT)" userId="33772939-cd87-45c1-be61-e0648bc25a53" providerId="ADAL" clId="{001627BD-E885-4945-9121-7F4759905DE9}" dt="2021-08-21T03:28:26.235" v="75" actId="478"/>
          <ac:grpSpMkLst>
            <pc:docMk/>
            <pc:sldMk cId="62756865" sldId="495"/>
            <ac:grpSpMk id="6" creationId="{E82D7FF4-D782-4D82-B18B-CDE760AEE316}"/>
          </ac:grpSpMkLst>
        </pc:grpChg>
      </pc:sldChg>
      <pc:sldChg chg="addSp delSp modSp add mod ord delAnim modAnim">
        <pc:chgData name="Oanh Le Thi Kim  (FE FPTU CT)" userId="33772939-cd87-45c1-be61-e0648bc25a53" providerId="ADAL" clId="{001627BD-E885-4945-9121-7F4759905DE9}" dt="2021-09-08T13:12:42.042" v="781" actId="1076"/>
        <pc:sldMkLst>
          <pc:docMk/>
          <pc:sldMk cId="1530517533" sldId="495"/>
        </pc:sldMkLst>
        <pc:spChg chg="del">
          <ac:chgData name="Oanh Le Thi Kim  (FE FPTU CT)" userId="33772939-cd87-45c1-be61-e0648bc25a53" providerId="ADAL" clId="{001627BD-E885-4945-9121-7F4759905DE9}" dt="2021-09-08T13:08:46.825" v="438" actId="478"/>
          <ac:spMkLst>
            <pc:docMk/>
            <pc:sldMk cId="1530517533" sldId="495"/>
            <ac:spMk id="2" creationId="{25F2B96B-6F47-43D5-AAE2-919014598F99}"/>
          </ac:spMkLst>
        </pc:spChg>
        <pc:spChg chg="mod">
          <ac:chgData name="Oanh Le Thi Kim  (FE FPTU CT)" userId="33772939-cd87-45c1-be61-e0648bc25a53" providerId="ADAL" clId="{001627BD-E885-4945-9121-7F4759905DE9}" dt="2021-09-08T13:12:42.042" v="781" actId="1076"/>
          <ac:spMkLst>
            <pc:docMk/>
            <pc:sldMk cId="1530517533" sldId="495"/>
            <ac:spMk id="5" creationId="{9F4B3034-E2E3-4173-8554-B1E008035346}"/>
          </ac:spMkLst>
        </pc:spChg>
        <pc:spChg chg="add mod">
          <ac:chgData name="Oanh Le Thi Kim  (FE FPTU CT)" userId="33772939-cd87-45c1-be61-e0648bc25a53" providerId="ADAL" clId="{001627BD-E885-4945-9121-7F4759905DE9}" dt="2021-09-08T13:09:28.728" v="454"/>
          <ac:spMkLst>
            <pc:docMk/>
            <pc:sldMk cId="1530517533" sldId="495"/>
            <ac:spMk id="6" creationId="{187DC088-A223-42DE-A120-083895D658FB}"/>
          </ac:spMkLst>
        </pc:spChg>
        <pc:spChg chg="del">
          <ac:chgData name="Oanh Le Thi Kim  (FE FPTU CT)" userId="33772939-cd87-45c1-be61-e0648bc25a53" providerId="ADAL" clId="{001627BD-E885-4945-9121-7F4759905DE9}" dt="2021-09-08T13:08:49.427" v="439" actId="478"/>
          <ac:spMkLst>
            <pc:docMk/>
            <pc:sldMk cId="1530517533" sldId="495"/>
            <ac:spMk id="8" creationId="{C1071CDB-4760-4798-B567-407BF6AA8FC8}"/>
          </ac:spMkLst>
        </pc:spChg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4259931112" sldId="495"/>
        </pc:sldMkLst>
      </pc:sldChg>
      <pc:sldChg chg="modSp add mod ord modAnim">
        <pc:chgData name="Oanh Le Thi Kim  (FE FPTU CT)" userId="33772939-cd87-45c1-be61-e0648bc25a53" providerId="ADAL" clId="{001627BD-E885-4945-9121-7F4759905DE9}" dt="2021-09-08T13:26:24.144" v="1255" actId="113"/>
        <pc:sldMkLst>
          <pc:docMk/>
          <pc:sldMk cId="1495803801" sldId="496"/>
        </pc:sldMkLst>
        <pc:spChg chg="mod">
          <ac:chgData name="Oanh Le Thi Kim  (FE FPTU CT)" userId="33772939-cd87-45c1-be61-e0648bc25a53" providerId="ADAL" clId="{001627BD-E885-4945-9121-7F4759905DE9}" dt="2021-09-08T13:21:20.951" v="829" actId="14100"/>
          <ac:spMkLst>
            <pc:docMk/>
            <pc:sldMk cId="1495803801" sldId="496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001627BD-E885-4945-9121-7F4759905DE9}" dt="2021-09-08T13:26:24.144" v="1255" actId="113"/>
          <ac:spMkLst>
            <pc:docMk/>
            <pc:sldMk cId="1495803801" sldId="496"/>
            <ac:spMk id="5" creationId="{9F4B3034-E2E3-4173-8554-B1E008035346}"/>
          </ac:spMkLst>
        </pc:spChg>
        <pc:spChg chg="mod">
          <ac:chgData name="Oanh Le Thi Kim  (FE FPTU CT)" userId="33772939-cd87-45c1-be61-e0648bc25a53" providerId="ADAL" clId="{001627BD-E885-4945-9121-7F4759905DE9}" dt="2021-09-08T13:20:52.904" v="824" actId="1076"/>
          <ac:spMkLst>
            <pc:docMk/>
            <pc:sldMk cId="1495803801" sldId="496"/>
            <ac:spMk id="6" creationId="{187DC088-A223-42DE-A120-083895D658FB}"/>
          </ac:spMkLst>
        </pc:spChg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741788040" sldId="496"/>
        </pc:sldMkLst>
      </pc:sldChg>
      <pc:sldChg chg="add">
        <pc:chgData name="Oanh Le Thi Kim  (FE FPTU CT)" userId="33772939-cd87-45c1-be61-e0648bc25a53" providerId="ADAL" clId="{001627BD-E885-4945-9121-7F4759905DE9}" dt="2021-09-08T13:39:01.605" v="1397" actId="2890"/>
        <pc:sldMkLst>
          <pc:docMk/>
          <pc:sldMk cId="1909124613" sldId="497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958271465" sldId="497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751100020" sldId="498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912670926" sldId="499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797964670" sldId="500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4142910932" sldId="501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066729684" sldId="502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52006646" sldId="503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330583441" sldId="504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509656281" sldId="505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856847072" sldId="506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4209224733" sldId="507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22587388" sldId="508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977898121" sldId="509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702275674" sldId="510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266015208" sldId="511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419829319" sldId="512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33618400" sldId="513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1613870191" sldId="514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577138615" sldId="515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2818405752" sldId="516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4285738145" sldId="517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311268855" sldId="518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988357671" sldId="519"/>
        </pc:sldMkLst>
      </pc:sldChg>
      <pc:sldChg chg="del">
        <pc:chgData name="Oanh Le Thi Kim  (FE FPTU CT)" userId="33772939-cd87-45c1-be61-e0648bc25a53" providerId="ADAL" clId="{001627BD-E885-4945-9121-7F4759905DE9}" dt="2021-08-08T08:28:51.018" v="3" actId="47"/>
        <pc:sldMkLst>
          <pc:docMk/>
          <pc:sldMk cId="4127391314" sldId="520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1898261554" sldId="521"/>
        </pc:sldMkLst>
      </pc:sldChg>
      <pc:sldChg chg="del">
        <pc:chgData name="Oanh Le Thi Kim  (FE FPTU CT)" userId="33772939-cd87-45c1-be61-e0648bc25a53" providerId="ADAL" clId="{001627BD-E885-4945-9121-7F4759905DE9}" dt="2021-08-08T08:28:30.091" v="0" actId="47"/>
        <pc:sldMkLst>
          <pc:docMk/>
          <pc:sldMk cId="4148253158" sldId="522"/>
        </pc:sldMkLst>
      </pc:sldChg>
    </pc:docChg>
  </pc:docChgLst>
  <pc:docChgLst>
    <pc:chgData name="Le Thi Kim Oanh (FE FPTU CT)" userId="33772939-cd87-45c1-be61-e0648bc25a53" providerId="ADAL" clId="{001627BD-E885-4945-9121-7F4759905DE9}"/>
    <pc:docChg chg="undo custSel addSld delSld modSld sldOrd">
      <pc:chgData name="Le Thi Kim Oanh (FE FPTU CT)" userId="33772939-cd87-45c1-be61-e0648bc25a53" providerId="ADAL" clId="{001627BD-E885-4945-9121-7F4759905DE9}" dt="2021-09-17T01:19:00.797" v="43" actId="47"/>
      <pc:docMkLst>
        <pc:docMk/>
      </pc:docMkLst>
      <pc:sldChg chg="addSp delSp modSp mod">
        <pc:chgData name="Le Thi Kim Oanh (FE FPTU CT)" userId="33772939-cd87-45c1-be61-e0648bc25a53" providerId="ADAL" clId="{001627BD-E885-4945-9121-7F4759905DE9}" dt="2021-09-13T10:50:54.439" v="1" actId="478"/>
        <pc:sldMkLst>
          <pc:docMk/>
          <pc:sldMk cId="3761256136" sldId="477"/>
        </pc:sldMkLst>
        <pc:spChg chg="add del mod">
          <ac:chgData name="Le Thi Kim Oanh (FE FPTU CT)" userId="33772939-cd87-45c1-be61-e0648bc25a53" providerId="ADAL" clId="{001627BD-E885-4945-9121-7F4759905DE9}" dt="2021-09-13T10:50:54.439" v="1" actId="478"/>
          <ac:spMkLst>
            <pc:docMk/>
            <pc:sldMk cId="3761256136" sldId="477"/>
            <ac:spMk id="4" creationId="{076A93E8-B17E-4A90-B276-9417BB062A53}"/>
          </ac:spMkLst>
        </pc:spChg>
        <pc:picChg chg="add del">
          <ac:chgData name="Le Thi Kim Oanh (FE FPTU CT)" userId="33772939-cd87-45c1-be61-e0648bc25a53" providerId="ADAL" clId="{001627BD-E885-4945-9121-7F4759905DE9}" dt="2021-09-13T10:50:54.439" v="1" actId="478"/>
          <ac:picMkLst>
            <pc:docMk/>
            <pc:sldMk cId="3761256136" sldId="477"/>
            <ac:picMk id="9" creationId="{AE8B8B2D-4EF5-484A-8734-AAE2EAA2C2C2}"/>
          </ac:picMkLst>
        </pc:picChg>
      </pc:sldChg>
      <pc:sldChg chg="del ord">
        <pc:chgData name="Le Thi Kim Oanh (FE FPTU CT)" userId="33772939-cd87-45c1-be61-e0648bc25a53" providerId="ADAL" clId="{001627BD-E885-4945-9121-7F4759905DE9}" dt="2021-09-17T01:17:47.055" v="19" actId="47"/>
        <pc:sldMkLst>
          <pc:docMk/>
          <pc:sldMk cId="1530517533" sldId="495"/>
        </pc:sldMkLst>
      </pc:sldChg>
      <pc:sldChg chg="del">
        <pc:chgData name="Le Thi Kim Oanh (FE FPTU CT)" userId="33772939-cd87-45c1-be61-e0648bc25a53" providerId="ADAL" clId="{001627BD-E885-4945-9121-7F4759905DE9}" dt="2021-09-17T01:19:00.797" v="43" actId="47"/>
        <pc:sldMkLst>
          <pc:docMk/>
          <pc:sldMk cId="1495803801" sldId="496"/>
        </pc:sldMkLst>
      </pc:sldChg>
      <pc:sldChg chg="addSp delSp modSp new mod setBg modClrScheme chgLayout">
        <pc:chgData name="Le Thi Kim Oanh (FE FPTU CT)" userId="33772939-cd87-45c1-be61-e0648bc25a53" providerId="ADAL" clId="{001627BD-E885-4945-9121-7F4759905DE9}" dt="2021-09-14T12:43:05.753" v="9" actId="14100"/>
        <pc:sldMkLst>
          <pc:docMk/>
          <pc:sldMk cId="117416157" sldId="498"/>
        </pc:sldMkLst>
        <pc:spChg chg="del">
          <ac:chgData name="Le Thi Kim Oanh (FE FPTU CT)" userId="33772939-cd87-45c1-be61-e0648bc25a53" providerId="ADAL" clId="{001627BD-E885-4945-9121-7F4759905DE9}" dt="2021-09-14T12:42:45.401" v="3" actId="700"/>
          <ac:spMkLst>
            <pc:docMk/>
            <pc:sldMk cId="117416157" sldId="498"/>
            <ac:spMk id="2" creationId="{F689CED2-5B3F-489C-952B-204DE023A1AF}"/>
          </ac:spMkLst>
        </pc:spChg>
        <pc:spChg chg="del">
          <ac:chgData name="Le Thi Kim Oanh (FE FPTU CT)" userId="33772939-cd87-45c1-be61-e0648bc25a53" providerId="ADAL" clId="{001627BD-E885-4945-9121-7F4759905DE9}" dt="2021-09-14T12:42:45.401" v="3" actId="700"/>
          <ac:spMkLst>
            <pc:docMk/>
            <pc:sldMk cId="117416157" sldId="498"/>
            <ac:spMk id="3" creationId="{762C6407-1892-438D-9DBD-5F2DF8D3DF11}"/>
          </ac:spMkLst>
        </pc:spChg>
        <pc:spChg chg="del">
          <ac:chgData name="Le Thi Kim Oanh (FE FPTU CT)" userId="33772939-cd87-45c1-be61-e0648bc25a53" providerId="ADAL" clId="{001627BD-E885-4945-9121-7F4759905DE9}" dt="2021-09-14T12:42:45.401" v="3" actId="700"/>
          <ac:spMkLst>
            <pc:docMk/>
            <pc:sldMk cId="117416157" sldId="498"/>
            <ac:spMk id="4" creationId="{4B605FA0-A016-4009-8B77-8EFF5CD30B18}"/>
          </ac:spMkLst>
        </pc:spChg>
        <pc:spChg chg="add">
          <ac:chgData name="Le Thi Kim Oanh (FE FPTU CT)" userId="33772939-cd87-45c1-be61-e0648bc25a53" providerId="ADAL" clId="{001627BD-E885-4945-9121-7F4759905DE9}" dt="2021-09-14T12:43:00.512" v="7" actId="26606"/>
          <ac:spMkLst>
            <pc:docMk/>
            <pc:sldMk cId="117416157" sldId="498"/>
            <ac:spMk id="11" creationId="{69D184B2-2226-4E31-BCCB-444330767440}"/>
          </ac:spMkLst>
        </pc:spChg>
        <pc:spChg chg="add">
          <ac:chgData name="Le Thi Kim Oanh (FE FPTU CT)" userId="33772939-cd87-45c1-be61-e0648bc25a53" providerId="ADAL" clId="{001627BD-E885-4945-9121-7F4759905DE9}" dt="2021-09-14T12:43:00.512" v="7" actId="26606"/>
          <ac:spMkLst>
            <pc:docMk/>
            <pc:sldMk cId="117416157" sldId="498"/>
            <ac:spMk id="13" creationId="{1AC4D4E3-486A-464A-8EC8-D44881097267}"/>
          </ac:spMkLst>
        </pc:spChg>
        <pc:spChg chg="add">
          <ac:chgData name="Le Thi Kim Oanh (FE FPTU CT)" userId="33772939-cd87-45c1-be61-e0648bc25a53" providerId="ADAL" clId="{001627BD-E885-4945-9121-7F4759905DE9}" dt="2021-09-14T12:43:00.512" v="7" actId="26606"/>
          <ac:spMkLst>
            <pc:docMk/>
            <pc:sldMk cId="117416157" sldId="498"/>
            <ac:spMk id="15" creationId="{864DE13E-58EB-4475-B79C-0D4FC651239B}"/>
          </ac:spMkLst>
        </pc:spChg>
        <pc:picChg chg="add mod">
          <ac:chgData name="Le Thi Kim Oanh (FE FPTU CT)" userId="33772939-cd87-45c1-be61-e0648bc25a53" providerId="ADAL" clId="{001627BD-E885-4945-9121-7F4759905DE9}" dt="2021-09-14T12:43:05.753" v="9" actId="14100"/>
          <ac:picMkLst>
            <pc:docMk/>
            <pc:sldMk cId="117416157" sldId="498"/>
            <ac:picMk id="6" creationId="{9F0C3747-FB86-4EC2-A5AC-EFA84BF24CD8}"/>
          </ac:picMkLst>
        </pc:picChg>
      </pc:sldChg>
      <pc:sldChg chg="addSp delSp modSp add mod">
        <pc:chgData name="Le Thi Kim Oanh (FE FPTU CT)" userId="33772939-cd87-45c1-be61-e0648bc25a53" providerId="ADAL" clId="{001627BD-E885-4945-9121-7F4759905DE9}" dt="2021-09-17T01:18:22.002" v="27" actId="14100"/>
        <pc:sldMkLst>
          <pc:docMk/>
          <pc:sldMk cId="3766553441" sldId="537"/>
        </pc:sldMkLst>
        <pc:spChg chg="mod">
          <ac:chgData name="Le Thi Kim Oanh (FE FPTU CT)" userId="33772939-cd87-45c1-be61-e0648bc25a53" providerId="ADAL" clId="{001627BD-E885-4945-9121-7F4759905DE9}" dt="2021-09-17T01:17:45.944" v="18"/>
          <ac:spMkLst>
            <pc:docMk/>
            <pc:sldMk cId="3766553441" sldId="537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001627BD-E885-4945-9121-7F4759905DE9}" dt="2021-09-17T01:18:14.795" v="21" actId="931"/>
          <ac:spMkLst>
            <pc:docMk/>
            <pc:sldMk cId="3766553441" sldId="537"/>
            <ac:spMk id="4" creationId="{5460A8EB-0DD8-4E13-A93E-38BCDBCA119B}"/>
          </ac:spMkLst>
        </pc:spChg>
        <pc:picChg chg="add mod">
          <ac:chgData name="Le Thi Kim Oanh (FE FPTU CT)" userId="33772939-cd87-45c1-be61-e0648bc25a53" providerId="ADAL" clId="{001627BD-E885-4945-9121-7F4759905DE9}" dt="2021-09-17T01:18:22.002" v="27" actId="14100"/>
          <ac:picMkLst>
            <pc:docMk/>
            <pc:sldMk cId="3766553441" sldId="537"/>
            <ac:picMk id="6" creationId="{3F6AE37A-2F8B-42A8-A082-2AB6A64E2091}"/>
          </ac:picMkLst>
        </pc:picChg>
        <pc:picChg chg="del">
          <ac:chgData name="Le Thi Kim Oanh (FE FPTU CT)" userId="33772939-cd87-45c1-be61-e0648bc25a53" providerId="ADAL" clId="{001627BD-E885-4945-9121-7F4759905DE9}" dt="2021-09-17T01:17:49.821" v="20" actId="478"/>
          <ac:picMkLst>
            <pc:docMk/>
            <pc:sldMk cId="3766553441" sldId="537"/>
            <ac:picMk id="7" creationId="{8DAB2762-EB10-4FCE-BA21-01813B72B44D}"/>
          </ac:picMkLst>
        </pc:picChg>
      </pc:sldChg>
      <pc:sldChg chg="addSp delSp modSp add mod">
        <pc:chgData name="Le Thi Kim Oanh (FE FPTU CT)" userId="33772939-cd87-45c1-be61-e0648bc25a53" providerId="ADAL" clId="{001627BD-E885-4945-9121-7F4759905DE9}" dt="2021-09-17T01:18:52.968" v="42" actId="1076"/>
        <pc:sldMkLst>
          <pc:docMk/>
          <pc:sldMk cId="2012664358" sldId="538"/>
        </pc:sldMkLst>
        <pc:spChg chg="mod">
          <ac:chgData name="Le Thi Kim Oanh (FE FPTU CT)" userId="33772939-cd87-45c1-be61-e0648bc25a53" providerId="ADAL" clId="{001627BD-E885-4945-9121-7F4759905DE9}" dt="2021-09-17T01:18:34.108" v="34"/>
          <ac:spMkLst>
            <pc:docMk/>
            <pc:sldMk cId="2012664358" sldId="538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001627BD-E885-4945-9121-7F4759905DE9}" dt="2021-09-17T01:18:45.205" v="36" actId="931"/>
          <ac:spMkLst>
            <pc:docMk/>
            <pc:sldMk cId="2012664358" sldId="538"/>
            <ac:spMk id="4" creationId="{72F4B34D-2D0D-412E-8FD4-5AFE36316A51}"/>
          </ac:spMkLst>
        </pc:spChg>
        <pc:picChg chg="add mod">
          <ac:chgData name="Le Thi Kim Oanh (FE FPTU CT)" userId="33772939-cd87-45c1-be61-e0648bc25a53" providerId="ADAL" clId="{001627BD-E885-4945-9121-7F4759905DE9}" dt="2021-09-17T01:18:52.968" v="42" actId="1076"/>
          <ac:picMkLst>
            <pc:docMk/>
            <pc:sldMk cId="2012664358" sldId="538"/>
            <ac:picMk id="6" creationId="{C9841CFA-27DA-437C-886F-FEA8C9818435}"/>
          </ac:picMkLst>
        </pc:picChg>
        <pc:picChg chg="del">
          <ac:chgData name="Le Thi Kim Oanh (FE FPTU CT)" userId="33772939-cd87-45c1-be61-e0648bc25a53" providerId="ADAL" clId="{001627BD-E885-4945-9121-7F4759905DE9}" dt="2021-09-17T01:18:35.704" v="35" actId="478"/>
          <ac:picMkLst>
            <pc:docMk/>
            <pc:sldMk cId="2012664358" sldId="538"/>
            <ac:picMk id="7" creationId="{8DAB2762-EB10-4FCE-BA21-01813B72B44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7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67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92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82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2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56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SV tự điền 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28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08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18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41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SV tự điền 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92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viết-GV sửa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74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1.C</a:t>
            </a:r>
          </a:p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2.F</a:t>
            </a:r>
          </a:p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3.G</a:t>
            </a:r>
          </a:p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4.D </a:t>
            </a:r>
          </a:p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5.A  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83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33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34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92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95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15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48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37" y="1564330"/>
            <a:ext cx="5425646" cy="87721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1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36" y="3429000"/>
            <a:ext cx="5425646" cy="1708484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vi-VN" altLang="ja-JP" sz="6600" b="1" dirty="0">
              <a:solidFill>
                <a:srgbClr val="D9910B"/>
              </a:solidFill>
            </a:endParaRPr>
          </a:p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新たな出会い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5D5EB71-9E40-41B8-A539-7F37DC5F83C5}"/>
              </a:ext>
            </a:extLst>
          </p:cNvPr>
          <p:cNvGrpSpPr/>
          <p:nvPr/>
        </p:nvGrpSpPr>
        <p:grpSpPr>
          <a:xfrm>
            <a:off x="6232358" y="196651"/>
            <a:ext cx="5527643" cy="5080567"/>
            <a:chOff x="6256420" y="196651"/>
            <a:chExt cx="5503581" cy="50805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BB626A1-D3CB-4B5B-9A46-76A25247C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4140" y="196651"/>
              <a:ext cx="2414202" cy="2414202"/>
            </a:xfrm>
            <a:prstGeom prst="rect">
              <a:avLst/>
            </a:prstGeom>
          </p:spPr>
        </p:pic>
        <p:pic>
          <p:nvPicPr>
            <p:cNvPr id="1030" name="Picture 6" descr="専業主婦だけど働きたい方へ！職場選びの決め手や人気のパート先ベスト5を紹介♪ | 在宅ワーク・内職の求人・アルバイト情報なら主婦のためのママワークス">
              <a:extLst>
                <a:ext uri="{FF2B5EF4-FFF2-40B4-BE49-F238E27FC236}">
                  <a16:creationId xmlns:a16="http://schemas.microsoft.com/office/drawing/2014/main" id="{D0CD87ED-6398-414B-87B1-5957F6220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6420" y="2941764"/>
              <a:ext cx="2802145" cy="2206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学生寮のイラスト | かわいいフリー素材集 いらすとや">
              <a:extLst>
                <a:ext uri="{FF2B5EF4-FFF2-40B4-BE49-F238E27FC236}">
                  <a16:creationId xmlns:a16="http://schemas.microsoft.com/office/drawing/2014/main" id="{D7FDA65A-86D6-43F9-A033-0C00D10FB4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601" y="3057893"/>
              <a:ext cx="2057400" cy="2219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1E5289-BD00-44A2-8AE5-3D1611FA477F}"/>
              </a:ext>
            </a:extLst>
          </p:cNvPr>
          <p:cNvSpPr txBox="1"/>
          <p:nvPr/>
        </p:nvSpPr>
        <p:spPr>
          <a:xfrm>
            <a:off x="636536" y="6208295"/>
            <a:ext cx="172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OanhLTK18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5" name="Right Arrow 32">
            <a:extLst>
              <a:ext uri="{FF2B5EF4-FFF2-40B4-BE49-F238E27FC236}">
                <a16:creationId xmlns:a16="http://schemas.microsoft.com/office/drawing/2014/main" id="{2429D96E-5F83-4BC8-AAF6-1C5FFF81E153}"/>
              </a:ext>
            </a:extLst>
          </p:cNvPr>
          <p:cNvSpPr/>
          <p:nvPr/>
        </p:nvSpPr>
        <p:spPr>
          <a:xfrm>
            <a:off x="3456782" y="2623642"/>
            <a:ext cx="398355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256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2800" dirty="0">
                <a:solidFill>
                  <a:srgbClr val="D9910B"/>
                </a:solidFill>
              </a:rPr>
              <a:t>文法説明：</a:t>
            </a:r>
            <a:r>
              <a:rPr lang="en-US" altLang="ja-JP" sz="2800" dirty="0">
                <a:solidFill>
                  <a:srgbClr val="D9910B"/>
                </a:solidFill>
              </a:rPr>
              <a:t>2&amp;3</a:t>
            </a:r>
            <a:endParaRPr lang="ko-KR" altLang="en-US" sz="2800" dirty="0">
              <a:solidFill>
                <a:srgbClr val="D9910B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02501" y="3658252"/>
            <a:ext cx="442966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9" y="3784096"/>
            <a:ext cx="4107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こんなときどうする（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17</a:t>
            </a:r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）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</a:t>
            </a:r>
            <a:r>
              <a:rPr lang="en-US" altLang="ja-JP" sz="5400" dirty="0">
                <a:solidFill>
                  <a:srgbClr val="A11D2B"/>
                </a:solidFill>
              </a:rPr>
              <a:t>3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782735" y="1657918"/>
            <a:ext cx="509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使ってみよう１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(18)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6BF7583E-452A-4C00-808D-3A5A371B53AA}"/>
              </a:ext>
            </a:extLst>
          </p:cNvPr>
          <p:cNvSpPr/>
          <p:nvPr/>
        </p:nvSpPr>
        <p:spPr>
          <a:xfrm>
            <a:off x="3502500" y="4618295"/>
            <a:ext cx="3750139" cy="941145"/>
          </a:xfrm>
          <a:prstGeom prst="rightArrow">
            <a:avLst>
              <a:gd name="adj1" fmla="val 52251"/>
              <a:gd name="adj2" fmla="val 6627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vi-VN" altLang="ko-KR" sz="2400" dirty="0">
                <a:solidFill>
                  <a:schemeClr val="accent2"/>
                </a:solidFill>
              </a:rPr>
              <a:t>CD A01</a:t>
            </a:r>
            <a:endParaRPr lang="ko-KR" alt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607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621971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使ってみよう１</a:t>
            </a:r>
            <a:br>
              <a:rPr lang="en-US" altLang="ja-JP" sz="4400" b="1" dirty="0">
                <a:solidFill>
                  <a:srgbClr val="A11D2B"/>
                </a:solidFill>
              </a:rPr>
            </a:br>
            <a:r>
              <a:rPr lang="ja-JP" altLang="en-US" sz="4400" b="1" dirty="0">
                <a:solidFill>
                  <a:srgbClr val="A11D2B"/>
                </a:solidFill>
              </a:rPr>
              <a:t>文法</a:t>
            </a:r>
            <a:r>
              <a:rPr lang="vi-VN" altLang="ja-JP" sz="4400" b="1" dirty="0">
                <a:solidFill>
                  <a:srgbClr val="A11D2B"/>
                </a:solidFill>
              </a:rPr>
              <a:t>2</a:t>
            </a:r>
            <a:r>
              <a:rPr lang="en-US" altLang="ja-JP" sz="4400" b="1" dirty="0">
                <a:solidFill>
                  <a:srgbClr val="A11D2B"/>
                </a:solidFill>
              </a:rPr>
              <a:t>&amp;</a:t>
            </a:r>
            <a:r>
              <a:rPr lang="vi-VN" altLang="ja-JP" sz="4400" b="1" dirty="0">
                <a:solidFill>
                  <a:srgbClr val="A11D2B"/>
                </a:solidFill>
              </a:rPr>
              <a:t>3</a:t>
            </a:r>
            <a:r>
              <a:rPr lang="ja-JP" altLang="en-US" sz="4400" b="1" dirty="0">
                <a:solidFill>
                  <a:srgbClr val="A11D2B"/>
                </a:solidFill>
              </a:rPr>
              <a:t>（</a:t>
            </a:r>
            <a:r>
              <a:rPr lang="vi-VN" altLang="ja-JP" sz="4400" b="1" dirty="0">
                <a:solidFill>
                  <a:srgbClr val="A11D2B"/>
                </a:solidFill>
              </a:rPr>
              <a:t>18</a:t>
            </a:r>
            <a:r>
              <a:rPr lang="ja-JP" altLang="en-US" sz="4400" b="1" dirty="0">
                <a:solidFill>
                  <a:srgbClr val="A11D2B"/>
                </a:solidFill>
              </a:rPr>
              <a:t>ページ）</a:t>
            </a:r>
            <a:endParaRPr lang="en-US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10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～</a:t>
            </a:r>
            <a:r>
              <a:rPr lang="ja-JP" altLang="en-US" sz="2000" dirty="0"/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上（で）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6" y="1828800"/>
            <a:ext cx="5145892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en-US" altLang="ja-JP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〜</a:t>
            </a:r>
            <a:r>
              <a:rPr lang="ja-JP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」をした後で、それに基づき「・・・」という次の行動をとる。</a:t>
            </a:r>
            <a:r>
              <a:rPr lang="ja-JP" altLang="en-US" sz="2400" dirty="0"/>
              <a:t>少し硬 かた い言い方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>
                <a:solidFill>
                  <a:srgbClr val="000000"/>
                </a:solidFill>
                <a:latin typeface="Arial" panose="020B0604020202020204" pitchFamily="34" charset="0"/>
              </a:rPr>
              <a:t>Trước tiên </a:t>
            </a:r>
            <a:r>
              <a:rPr lang="vi-VN" sz="2400" dirty="0"/>
              <a:t>phải làm A trước, dựa trên kết quả đó để làm B.</a:t>
            </a:r>
            <a:endParaRPr lang="vi-VN" altLang="ja-JP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096001" y="1828800"/>
            <a:ext cx="5476874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接続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Ｖ</a:t>
            </a:r>
            <a:r>
              <a:rPr lang="en-US" altLang="ja-JP" sz="2400" dirty="0"/>
              <a:t>‐ </a:t>
            </a:r>
            <a:r>
              <a:rPr lang="ja-JP" altLang="en-US" sz="2400" dirty="0"/>
              <a:t>タ形／Ｎの＋上で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＊Ｎは「Ｎ</a:t>
            </a:r>
            <a:r>
              <a:rPr lang="en-US" altLang="ja-JP" sz="2400" dirty="0"/>
              <a:t>-</a:t>
            </a:r>
            <a:r>
              <a:rPr lang="ja-JP" altLang="en-US" sz="2400" dirty="0"/>
              <a:t>する」の形で使われるもの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1747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P18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3F6AE37A-2F8B-42A8-A082-2AB6A64E209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4" y="1667900"/>
            <a:ext cx="11698499" cy="2795815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C00000"/>
                </a:solidFill>
              </a:rPr>
              <a:t>～</a:t>
            </a:r>
            <a:r>
              <a:rPr lang="ja-JP" altLang="en-US" sz="2800" dirty="0"/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上（で）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2779294"/>
            <a:ext cx="10820582" cy="388620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800" b="1" dirty="0">
                <a:solidFill>
                  <a:srgbClr val="C0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イベント案 内 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注意事項 をよく＿＿＿＿＿＿ 、お申し込みください。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こちらのイベントに参 加 希望の方は、申し込み用紙に住所、氏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名を＿＿＿＿＿＿＿ 、こちらのアドレスまでお送りください。</a:t>
            </a:r>
            <a:endParaRPr lang="en-US" altLang="ja-JP" sz="3200" dirty="0"/>
          </a:p>
        </p:txBody>
      </p:sp>
      <p:pic>
        <p:nvPicPr>
          <p:cNvPr id="6146" name="Picture 2" descr="「地域交流イベント」のイラスト文字">
            <a:extLst>
              <a:ext uri="{FF2B5EF4-FFF2-40B4-BE49-F238E27FC236}">
                <a16:creationId xmlns:a16="http://schemas.microsoft.com/office/drawing/2014/main" id="{3CB730BB-C17A-44DC-9B4C-0104C44F4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664" y="1071585"/>
            <a:ext cx="2104525" cy="210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3456072" y="3633538"/>
            <a:ext cx="1837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読んだ上で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71CDB-4760-4798-B567-407BF6AA8FC8}"/>
              </a:ext>
            </a:extLst>
          </p:cNvPr>
          <p:cNvSpPr txBox="1"/>
          <p:nvPr/>
        </p:nvSpPr>
        <p:spPr>
          <a:xfrm>
            <a:off x="1618247" y="5694626"/>
            <a:ext cx="2231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記入した上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2037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C00000"/>
                </a:solidFill>
              </a:rPr>
              <a:t>～</a:t>
            </a:r>
            <a:r>
              <a:rPr lang="ja-JP" altLang="en-US" sz="2800" dirty="0"/>
              <a:t> </a:t>
            </a:r>
            <a:r>
              <a:rPr lang="ja-JP" altLang="en-US" sz="4800" b="1" dirty="0">
                <a:solidFill>
                  <a:srgbClr val="C00000"/>
                </a:solidFill>
              </a:rPr>
              <a:t>上（で）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840832"/>
            <a:ext cx="10921051" cy="482466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3200" b="1" dirty="0">
                <a:solidFill>
                  <a:srgbClr val="C00000"/>
                </a:solidFill>
              </a:rPr>
              <a:t>〈</a:t>
            </a:r>
            <a:r>
              <a:rPr lang="ja-JP" altLang="en-US" sz="3200" b="1" dirty="0">
                <a:solidFill>
                  <a:srgbClr val="C00000"/>
                </a:solidFill>
              </a:rPr>
              <a:t>アルバイト募 集</a:t>
            </a:r>
            <a:r>
              <a:rPr lang="en-US" altLang="ja-JP" sz="32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r>
              <a:rPr lang="ja-JP" altLang="en-US" sz="3200" dirty="0"/>
              <a:t>電話でお問い合わせの上、＿＿＿ を持って面 接に来てください。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en-US" altLang="ja-JP" sz="3200" b="1" dirty="0">
                <a:solidFill>
                  <a:srgbClr val="C00000"/>
                </a:solidFill>
              </a:rPr>
              <a:t>〈</a:t>
            </a:r>
            <a:r>
              <a:rPr lang="ja-JP" altLang="en-US" sz="3200" b="1" dirty="0">
                <a:solidFill>
                  <a:srgbClr val="C00000"/>
                </a:solidFill>
              </a:rPr>
              <a:t>不動 産 屋 で</a:t>
            </a:r>
            <a:r>
              <a:rPr lang="en-US" altLang="ja-JP" sz="32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endParaRPr lang="en-US" altLang="ja-JP" sz="32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書 類の内 容 を＿＿＿＿＿＿ 、サインをお願いします。</a:t>
            </a: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5633788" y="2346159"/>
            <a:ext cx="158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履歴書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71CDB-4760-4798-B567-407BF6AA8FC8}"/>
              </a:ext>
            </a:extLst>
          </p:cNvPr>
          <p:cNvSpPr txBox="1"/>
          <p:nvPr/>
        </p:nvSpPr>
        <p:spPr>
          <a:xfrm>
            <a:off x="3603162" y="4987090"/>
            <a:ext cx="2231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確認した上で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0609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6179" y="228601"/>
            <a:ext cx="5660857" cy="1143000"/>
          </a:xfrm>
          <a:solidFill>
            <a:schemeClr val="accent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kumimoji="1" lang="ja-JP" altLang="en-US" sz="4400" b="1" dirty="0">
                <a:solidFill>
                  <a:srgbClr val="000000"/>
                </a:solidFill>
                <a:latin typeface="Arial" panose="020B0604020202020204" pitchFamily="34" charset="0"/>
              </a:rPr>
              <a:t>○ですか</a:t>
            </a:r>
            <a:r>
              <a:rPr kumimoji="1" lang="en-US" altLang="ja-JP" sz="4400" b="1" dirty="0">
                <a:solidFill>
                  <a:srgbClr val="000000"/>
                </a:solidFill>
                <a:latin typeface="Arial" panose="020B0604020202020204" pitchFamily="34" charset="0"/>
              </a:rPr>
              <a:t>X</a:t>
            </a:r>
            <a:r>
              <a:rPr kumimoji="1" lang="ja-JP" altLang="en-US" sz="4400" b="1" dirty="0">
                <a:solidFill>
                  <a:srgbClr val="000000"/>
                </a:solidFill>
                <a:latin typeface="Arial" panose="020B0604020202020204" pitchFamily="34" charset="0"/>
              </a:rPr>
              <a:t>ですか。</a:t>
            </a:r>
            <a:br>
              <a:rPr kumimoji="1" lang="en-US" altLang="ja-JP" sz="4400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kumimoji="1" lang="en-US" altLang="ja-JP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9496" y="1583703"/>
            <a:ext cx="7447546" cy="4532616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kumimoji="1" lang="en-US" altLang="ja-JP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1" lang="ja-JP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　　</a:t>
            </a:r>
            <a:endParaRPr kumimoji="1" lang="en-US" altLang="ja-JP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ja-JP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</a:t>
            </a:r>
            <a:r>
              <a:rPr lang="ja-JP" altLang="en-US" sz="32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シャワーを浴びた上で、寝る」</a:t>
            </a:r>
            <a:endParaRPr lang="en-US" altLang="ja-JP" sz="3200" b="0" i="0" dirty="0">
              <a:solidFill>
                <a:srgbClr val="00000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　　　　　　</a:t>
            </a:r>
            <a:r>
              <a:rPr kumimoji="1" lang="ja-JP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　</a:t>
            </a:r>
            <a:endParaRPr kumimoji="1" lang="en-US" altLang="ja-JP" sz="20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sz="2000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シャワーを浴びなければ、寝ることができないというニュアンスになり、少し変な意味の日本語になる。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kumimoji="1" lang="ja-JP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　　　　　</a:t>
            </a:r>
            <a:r>
              <a:rPr lang="ja-JP" altLang="en-US" sz="32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シャワーを浴びてから、寝る　</a:t>
            </a:r>
            <a:r>
              <a:rPr kumimoji="1" lang="ja-JP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　　　　　　　　　　</a:t>
            </a:r>
            <a:endParaRPr kumimoji="1" lang="en-US" altLang="ja-JP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2" descr="温かいシャワーを浴びる人のイラスト">
            <a:extLst>
              <a:ext uri="{FF2B5EF4-FFF2-40B4-BE49-F238E27FC236}">
                <a16:creationId xmlns:a16="http://schemas.microsoft.com/office/drawing/2014/main" id="{5161BA2D-E456-4F5E-8E08-134425FF01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7"/>
          <a:stretch/>
        </p:blipFill>
        <p:spPr bwMode="auto">
          <a:xfrm>
            <a:off x="535673" y="1251560"/>
            <a:ext cx="3758690" cy="3934051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450CE1-2E7B-495F-98D4-5C3DDD27D6FB}"/>
              </a:ext>
            </a:extLst>
          </p:cNvPr>
          <p:cNvSpPr txBox="1"/>
          <p:nvPr/>
        </p:nvSpPr>
        <p:spPr>
          <a:xfrm>
            <a:off x="8614610" y="2114891"/>
            <a:ext cx="1323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olidFill>
                  <a:srgbClr val="C00000"/>
                </a:solidFill>
              </a:rPr>
              <a:t>X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86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4000" b="1" dirty="0">
                <a:solidFill>
                  <a:srgbClr val="C00000"/>
                </a:solidFill>
              </a:rPr>
              <a:t>どっちがいい？！</a:t>
            </a:r>
            <a:endParaRPr lang="en-US" altLang="ja-JP" sz="4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175658"/>
            <a:ext cx="10943611" cy="547551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3200" dirty="0"/>
              <a:t>①</a:t>
            </a:r>
            <a:r>
              <a:rPr lang="en-US" altLang="ja-JP" sz="3200" dirty="0"/>
              <a:t> </a:t>
            </a:r>
            <a:r>
              <a:rPr lang="ja-JP" altLang="en-US" sz="3200" dirty="0"/>
              <a:t>私はいつも次の日の服を</a:t>
            </a:r>
            <a:r>
              <a:rPr lang="ja-JP" altLang="en-US" sz="3200" dirty="0">
                <a:highlight>
                  <a:srgbClr val="FFFF00"/>
                </a:highlight>
              </a:rPr>
              <a:t>［ 用意した上で ・ 用意してから ］</a:t>
            </a:r>
            <a:r>
              <a:rPr lang="ja-JP" altLang="en-US" sz="3200" dirty="0"/>
              <a:t>、寝ます。</a:t>
            </a:r>
            <a:endParaRPr lang="vi-VN" altLang="ja-JP" sz="3200" dirty="0"/>
          </a:p>
          <a:p>
            <a:pPr marL="0" indent="0">
              <a:buNone/>
            </a:pPr>
            <a:endParaRPr lang="vi-VN" altLang="ja-JP" sz="3200" dirty="0"/>
          </a:p>
          <a:p>
            <a:pPr marL="0" indent="0">
              <a:buNone/>
            </a:pPr>
            <a:endParaRPr lang="vi-VN" altLang="ja-JP" sz="3200" dirty="0"/>
          </a:p>
          <a:p>
            <a:pPr marL="0" indent="0">
              <a:buNone/>
            </a:pPr>
            <a:r>
              <a:rPr lang="ja-JP" altLang="en-US" sz="3200" dirty="0"/>
              <a:t> </a:t>
            </a:r>
            <a:r>
              <a:rPr lang="en-US" sz="3200" dirty="0"/>
              <a:t>②</a:t>
            </a:r>
            <a:r>
              <a:rPr lang="en-US" altLang="ja-JP" sz="3200" dirty="0"/>
              <a:t> </a:t>
            </a:r>
            <a:r>
              <a:rPr lang="ja-JP" altLang="en-US" sz="3200" dirty="0"/>
              <a:t>テストはチャイムが</a:t>
            </a:r>
            <a:r>
              <a:rPr lang="ja-JP" altLang="en-US" sz="3200" dirty="0">
                <a:highlight>
                  <a:srgbClr val="FFFF00"/>
                </a:highlight>
              </a:rPr>
              <a:t>［ 鳴 った上で ・ 鳴 ってから ］</a:t>
            </a:r>
            <a:r>
              <a:rPr lang="ja-JP" altLang="en-US" sz="3200" dirty="0"/>
              <a:t>、始めてください。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BFBF3-5094-4585-A45E-412501D63A82}"/>
              </a:ext>
            </a:extLst>
          </p:cNvPr>
          <p:cNvSpPr txBox="1"/>
          <p:nvPr/>
        </p:nvSpPr>
        <p:spPr>
          <a:xfrm>
            <a:off x="7646068" y="1997241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C00000"/>
                </a:solidFill>
              </a:rPr>
              <a:t>X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660CD-B2A8-4953-B95D-4963FDAF6F82}"/>
              </a:ext>
            </a:extLst>
          </p:cNvPr>
          <p:cNvSpPr txBox="1"/>
          <p:nvPr/>
        </p:nvSpPr>
        <p:spPr>
          <a:xfrm>
            <a:off x="6198074" y="4149019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C00000"/>
                </a:solidFill>
              </a:rPr>
              <a:t>X</a:t>
            </a:r>
            <a:endParaRPr lang="en-US" sz="4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81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41062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～てほしい／～てもらいたい</a:t>
            </a:r>
            <a:endParaRPr lang="en-US" sz="66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828800"/>
            <a:ext cx="5326368" cy="34145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l">
              <a:buNone/>
            </a:pPr>
            <a:endParaRPr lang="vi-VN" altLang="ja-JP" sz="2800" dirty="0"/>
          </a:p>
          <a:p>
            <a:pPr marL="0" indent="0" algn="l">
              <a:buNone/>
            </a:pPr>
            <a:r>
              <a:rPr lang="ja-JP" altLang="en-US" sz="2800" dirty="0"/>
              <a:t>ほかの人や物 事 に何かをする</a:t>
            </a:r>
            <a:r>
              <a:rPr lang="en-US" altLang="ja-JP" sz="2800" dirty="0"/>
              <a:t>/</a:t>
            </a:r>
            <a:r>
              <a:rPr lang="ja-JP" altLang="en-US" sz="2800" dirty="0"/>
              <a:t>しないことを希 望 する</a:t>
            </a:r>
            <a:endParaRPr lang="vi-VN" altLang="ja-JP" sz="2800" dirty="0"/>
          </a:p>
          <a:p>
            <a:pPr marL="0" indent="0" algn="l">
              <a:buNone/>
            </a:pPr>
            <a:r>
              <a:rPr lang="vi-VN" sz="2800" dirty="0"/>
              <a:t>~Mong muốn ai đó làm gì/ hoặc không làm gì</a:t>
            </a:r>
            <a:endParaRPr lang="en-US" sz="36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558600" y="1828800"/>
            <a:ext cx="5014275" cy="3414532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接続</a:t>
            </a:r>
            <a:endParaRPr lang="vi-VN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Ｖ</a:t>
            </a:r>
            <a:r>
              <a:rPr lang="en-US" altLang="ja-JP" sz="2800" dirty="0"/>
              <a:t>‐ </a:t>
            </a:r>
            <a:r>
              <a:rPr lang="ja-JP" altLang="en-US" sz="2800" dirty="0"/>
              <a:t>テ形＋ほしい </a:t>
            </a:r>
            <a:endParaRPr lang="en-US" altLang="ja-JP" sz="2800" dirty="0"/>
          </a:p>
          <a:p>
            <a:pPr marL="0" indent="0" algn="ctr">
              <a:buNone/>
            </a:pPr>
            <a:r>
              <a:rPr lang="ja-JP" altLang="en-US" sz="2800" dirty="0"/>
              <a:t>ナイ形ないで＋ほしい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74687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vi-VN" altLang="ja-JP" dirty="0">
                <a:highlight>
                  <a:srgbClr val="FFFF00"/>
                </a:highlight>
              </a:rPr>
              <a:t>P18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A picture containing text, document&#10;&#10;Description automatically generated">
            <a:extLst>
              <a:ext uri="{FF2B5EF4-FFF2-40B4-BE49-F238E27FC236}">
                <a16:creationId xmlns:a16="http://schemas.microsoft.com/office/drawing/2014/main" id="{C9841CFA-27DA-437C-886F-FEA8C981843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1653444"/>
            <a:ext cx="10809963" cy="4290156"/>
          </a:xfrm>
        </p:spPr>
      </p:pic>
    </p:spTree>
    <p:extLst>
      <p:ext uri="{BB962C8B-B14F-4D97-AF65-F5344CB8AC3E}">
        <p14:creationId xmlns:p14="http://schemas.microsoft.com/office/powerpoint/2010/main" val="201266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C00000"/>
                </a:solidFill>
              </a:rPr>
              <a:t>～てほしい／～てもらいたい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876927"/>
            <a:ext cx="6746094" cy="378994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Ａ</a:t>
            </a:r>
            <a:r>
              <a:rPr lang="ja-JP" altLang="en-US" sz="2800" dirty="0"/>
              <a:t>：明日のイベントにたくさん人が来るといいね。 　　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Ｂ：うん。あちこちでこのイベンのことを 紹介したから、たくさんの人に ＿＿＿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＿＿＿＿＿＿＿＿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906379" y="4160306"/>
            <a:ext cx="2691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来てほしいよ。</a:t>
            </a:r>
            <a:endParaRPr lang="en-US" sz="2400" dirty="0">
              <a:highlight>
                <a:srgbClr val="FFFF00"/>
              </a:highligh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4A2CA3-44BE-4688-B726-615FEAF326F4}"/>
              </a:ext>
            </a:extLst>
          </p:cNvPr>
          <p:cNvGrpSpPr/>
          <p:nvPr/>
        </p:nvGrpSpPr>
        <p:grpSpPr>
          <a:xfrm>
            <a:off x="8121316" y="1599813"/>
            <a:ext cx="3164305" cy="4680671"/>
            <a:chOff x="7721662" y="1590782"/>
            <a:chExt cx="2597643" cy="4893061"/>
          </a:xfrm>
        </p:grpSpPr>
        <p:pic>
          <p:nvPicPr>
            <p:cNvPr id="6146" name="Picture 2" descr="「地域交流イベント」のイラスト文字">
              <a:extLst>
                <a:ext uri="{FF2B5EF4-FFF2-40B4-BE49-F238E27FC236}">
                  <a16:creationId xmlns:a16="http://schemas.microsoft.com/office/drawing/2014/main" id="{3CB730BB-C17A-44DC-9B4C-0104C44F48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2559" y="1590782"/>
              <a:ext cx="2406315" cy="2406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0" name="Picture 2" descr="手をつないだ世界の人々のイラスト">
              <a:extLst>
                <a:ext uri="{FF2B5EF4-FFF2-40B4-BE49-F238E27FC236}">
                  <a16:creationId xmlns:a16="http://schemas.microsoft.com/office/drawing/2014/main" id="{457988F6-5BCA-402D-9DA7-80B8FE130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21662" y="3886200"/>
              <a:ext cx="2597643" cy="2597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6911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820582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C00000"/>
                </a:solidFill>
              </a:rPr>
              <a:t>～てほしい／～てもらいたい</a:t>
            </a:r>
            <a:endParaRPr lang="en-US" altLang="ja-JP" sz="5400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7040" y="1708485"/>
            <a:ext cx="7205834" cy="492091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Ａ：Ｂさん、どうぞ。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 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Ｂ：わあ、おいしそう。ありがとう。Ａさんが作ったの？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Ａ：うん。みんなに＿＿＿＿＿＿＿＿と思って。 </a:t>
            </a:r>
            <a:endParaRPr lang="en-US" altLang="ja-JP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2B96B-6F47-43D5-AAE2-919014598F99}"/>
              </a:ext>
            </a:extLst>
          </p:cNvPr>
          <p:cNvSpPr txBox="1"/>
          <p:nvPr/>
        </p:nvSpPr>
        <p:spPr>
          <a:xfrm>
            <a:off x="4465803" y="4352813"/>
            <a:ext cx="3487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食べてもらいたい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9218" name="Picture 2" descr="料理研究家のイラスト（男性）">
            <a:extLst>
              <a:ext uri="{FF2B5EF4-FFF2-40B4-BE49-F238E27FC236}">
                <a16:creationId xmlns:a16="http://schemas.microsoft.com/office/drawing/2014/main" id="{B2090A08-1CAC-4CEF-829D-0BDB51100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874" y="1973180"/>
            <a:ext cx="3920372" cy="439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86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kumimoji="1" lang="ja-JP" altLang="en-US" sz="4000" b="1" dirty="0">
                <a:solidFill>
                  <a:srgbClr val="C00000"/>
                </a:solidFill>
              </a:rPr>
              <a:t>どんな動詞・形容詞がいい？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75658"/>
            <a:ext cx="10943610" cy="547551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 algn="just">
              <a:buNone/>
            </a:pPr>
            <a:r>
              <a:rPr kumimoji="1"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1.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自分の部屋をきれいに</a:t>
            </a:r>
            <a:r>
              <a:rPr kumimoji="1" lang="ja-JP" altLang="en-US" sz="2800" dirty="0">
                <a:solidFill>
                  <a:srgbClr val="C00000"/>
                </a:solidFill>
                <a:latin typeface="Arial" panose="020B0604020202020204" pitchFamily="34" charset="0"/>
              </a:rPr>
              <a:t>＿＿＿＿＿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ほしい。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kumimoji="1"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2.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夕べここで起きたことはすべて</a:t>
            </a:r>
            <a:r>
              <a:rPr kumimoji="1" lang="ja-JP" altLang="en-US" sz="2800" dirty="0">
                <a:solidFill>
                  <a:srgbClr val="C00000"/>
                </a:solidFill>
                <a:latin typeface="Arial" panose="020B0604020202020204" pitchFamily="34" charset="0"/>
              </a:rPr>
              <a:t>＿＿＿＿＿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ほしい。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kumimoji="1"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3.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毎日寒い日が続いています。早く＿＿＿＿＿ほしいですね。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kumimoji="1"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4.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お母さんに</a:t>
            </a:r>
            <a:r>
              <a:rPr kumimoji="1" lang="ja-JP" altLang="en-US" sz="2800" dirty="0">
                <a:solidFill>
                  <a:srgbClr val="C00000"/>
                </a:solidFill>
                <a:latin typeface="Arial" panose="020B0604020202020204" pitchFamily="34" charset="0"/>
              </a:rPr>
              <a:t>＿＿＿＿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ほしい料理はなんですか。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kumimoji="1"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5.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昨日話したことはほかの人に</a:t>
            </a:r>
            <a:r>
              <a:rPr kumimoji="1" lang="ja-JP" altLang="en-US" sz="2800" dirty="0">
                <a:solidFill>
                  <a:srgbClr val="C00000"/>
                </a:solidFill>
                <a:latin typeface="Arial" panose="020B0604020202020204" pitchFamily="34" charset="0"/>
              </a:rPr>
              <a:t>＿＿＿＿＿</a:t>
            </a:r>
            <a:r>
              <a:rPr kumimoji="1" lang="ja-JP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ほしいです。</a:t>
            </a:r>
            <a:endParaRPr kumimoji="1" lang="en-US" altLang="ja-JP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1A1E3B"/>
              </a:solidFill>
            </a:endParaRP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30D8F-C4CF-4719-A411-0A2AC64E040C}"/>
              </a:ext>
            </a:extLst>
          </p:cNvPr>
          <p:cNvSpPr txBox="1"/>
          <p:nvPr/>
        </p:nvSpPr>
        <p:spPr>
          <a:xfrm>
            <a:off x="4560970" y="1584615"/>
            <a:ext cx="2032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片付けて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49512-5A3E-4BE8-9481-594147CD84EB}"/>
              </a:ext>
            </a:extLst>
          </p:cNvPr>
          <p:cNvSpPr txBox="1"/>
          <p:nvPr/>
        </p:nvSpPr>
        <p:spPr>
          <a:xfrm>
            <a:off x="6041856" y="2547585"/>
            <a:ext cx="1429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話して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D7E7C-7EDC-4ECE-A03E-8D9A08332EC7}"/>
              </a:ext>
            </a:extLst>
          </p:cNvPr>
          <p:cNvSpPr txBox="1"/>
          <p:nvPr/>
        </p:nvSpPr>
        <p:spPr>
          <a:xfrm>
            <a:off x="6270456" y="3682582"/>
            <a:ext cx="2187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暖かくなって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A8BD3-0F29-4EA9-9281-60CE8FBD801A}"/>
              </a:ext>
            </a:extLst>
          </p:cNvPr>
          <p:cNvSpPr txBox="1"/>
          <p:nvPr/>
        </p:nvSpPr>
        <p:spPr>
          <a:xfrm>
            <a:off x="2781298" y="4681202"/>
            <a:ext cx="1369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作って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6CF0B-5329-4462-BD3C-5A6A3B2EA722}"/>
              </a:ext>
            </a:extLst>
          </p:cNvPr>
          <p:cNvSpPr txBox="1"/>
          <p:nvPr/>
        </p:nvSpPr>
        <p:spPr>
          <a:xfrm>
            <a:off x="5717003" y="5682342"/>
            <a:ext cx="1754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言わないで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0714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44" y="174170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書きましょう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75658"/>
            <a:ext cx="10943610" cy="547551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3200" dirty="0"/>
              <a:t>① </a:t>
            </a:r>
            <a:r>
              <a:rPr lang="vi-VN" altLang="ja-JP" sz="3200" dirty="0"/>
              <a:t>9</a:t>
            </a:r>
            <a:r>
              <a:rPr lang="ja-JP" altLang="en-US" sz="3200" dirty="0"/>
              <a:t>月の 入 学 式 は</a:t>
            </a:r>
            <a:r>
              <a:rPr lang="vi-VN" altLang="ja-JP" sz="3200" dirty="0"/>
              <a:t>______________</a:t>
            </a:r>
            <a:r>
              <a:rPr lang="ja-JP" altLang="en-US" sz="3200" dirty="0"/>
              <a:t>行われます。</a:t>
            </a:r>
            <a:endParaRPr lang="vi-VN" altLang="ja-JP" sz="3200" dirty="0"/>
          </a:p>
          <a:p>
            <a:pPr marL="0" indent="0">
              <a:buNone/>
            </a:pPr>
            <a:endParaRPr lang="vi-VN" altLang="ja-JP" sz="3200" dirty="0"/>
          </a:p>
          <a:p>
            <a:pPr marL="0" indent="0">
              <a:buNone/>
            </a:pPr>
            <a:r>
              <a:rPr lang="ja-JP" altLang="en-US" sz="3200" dirty="0"/>
              <a:t> ② Ａ：次 の会議 はいつにしますか。</a:t>
            </a:r>
            <a:endParaRPr lang="vi-VN" altLang="ja-JP" sz="3200" dirty="0"/>
          </a:p>
          <a:p>
            <a:pPr marL="0" indent="0">
              <a:buNone/>
            </a:pPr>
            <a:r>
              <a:rPr lang="vi-VN" altLang="ja-JP" sz="3200" dirty="0"/>
              <a:t>    </a:t>
            </a:r>
            <a:r>
              <a:rPr lang="ja-JP" altLang="en-US" sz="3200" dirty="0"/>
              <a:t> Ｂ ：そうですね。みなさんの意 見 を</a:t>
            </a:r>
            <a:r>
              <a:rPr lang="vi-VN" altLang="ja-JP" sz="3200" dirty="0"/>
              <a:t>_____________</a:t>
            </a:r>
            <a:r>
              <a:rPr lang="ja-JP" altLang="en-US" sz="3200" dirty="0"/>
              <a:t> 。</a:t>
            </a:r>
            <a:endParaRPr lang="vi-VN" altLang="ja-JP" sz="3200" dirty="0"/>
          </a:p>
          <a:p>
            <a:pPr marL="0" indent="0">
              <a:buNone/>
            </a:pPr>
            <a:endParaRPr lang="vi-VN" altLang="ja-JP" sz="3200" dirty="0"/>
          </a:p>
          <a:p>
            <a:pPr marL="0" indent="0">
              <a:buNone/>
            </a:pPr>
            <a:r>
              <a:rPr lang="ja-JP" altLang="en-US" sz="3200" dirty="0"/>
              <a:t> ③ 私は父に</a:t>
            </a:r>
            <a:r>
              <a:rPr lang="vi-VN" altLang="ja-JP" sz="3200" dirty="0"/>
              <a:t>_______________</a:t>
            </a:r>
            <a:r>
              <a:rPr lang="ja-JP" altLang="en-US" sz="3200" dirty="0"/>
              <a:t> てほしいです。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45481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58" y="276583"/>
            <a:ext cx="10703889" cy="517502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b="1" dirty="0">
                <a:solidFill>
                  <a:srgbClr val="C00000"/>
                </a:solidFill>
              </a:rPr>
              <a:t>（　 ）に入る言葉を選ら んでください。</a:t>
            </a:r>
            <a:endParaRPr lang="en-US" sz="60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0053" y="1137371"/>
            <a:ext cx="3236494" cy="356697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altLang="ja-JP" sz="2400" dirty="0"/>
              <a:t>a.</a:t>
            </a:r>
            <a:r>
              <a:rPr lang="ja-JP" altLang="en-US" sz="2400" dirty="0"/>
              <a:t>問 い合 わせ </a:t>
            </a:r>
            <a:endParaRPr lang="en-US" altLang="ja-JP" sz="2400" dirty="0"/>
          </a:p>
          <a:p>
            <a:pPr marL="0" indent="0">
              <a:buNone/>
            </a:pPr>
            <a:r>
              <a:rPr lang="vi-VN" altLang="ja-JP" sz="2400" dirty="0"/>
              <a:t>b.</a:t>
            </a:r>
            <a:r>
              <a:rPr lang="ja-JP" altLang="en-US" sz="2400" dirty="0"/>
              <a:t>掲 示 板 </a:t>
            </a:r>
            <a:endParaRPr lang="en-US" altLang="ja-JP" sz="2400" dirty="0"/>
          </a:p>
          <a:p>
            <a:pPr marL="0" indent="0">
              <a:buNone/>
            </a:pPr>
            <a:r>
              <a:rPr lang="vi-VN" altLang="ja-JP" sz="2400" dirty="0"/>
              <a:t>c.</a:t>
            </a:r>
            <a:r>
              <a:rPr lang="ja-JP" altLang="en-US" sz="2400" dirty="0"/>
              <a:t>交 流 </a:t>
            </a:r>
            <a:endParaRPr lang="en-US" altLang="ja-JP" sz="2400" dirty="0"/>
          </a:p>
          <a:p>
            <a:pPr marL="0" indent="0">
              <a:buNone/>
            </a:pPr>
            <a:r>
              <a:rPr lang="vi-VN" altLang="ja-JP" sz="2400" dirty="0"/>
              <a:t>d.</a:t>
            </a:r>
            <a:r>
              <a:rPr lang="ja-JP" altLang="en-US" sz="2400" dirty="0"/>
              <a:t>広場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 </a:t>
            </a:r>
            <a:r>
              <a:rPr lang="vi-VN" altLang="ja-JP" sz="2400" dirty="0"/>
              <a:t>e.</a:t>
            </a:r>
            <a:r>
              <a:rPr lang="ja-JP" altLang="en-US" sz="2400" dirty="0"/>
              <a:t>締 切 </a:t>
            </a:r>
            <a:endParaRPr lang="en-US" altLang="ja-JP" sz="2400" dirty="0"/>
          </a:p>
          <a:p>
            <a:pPr marL="0" indent="0">
              <a:buNone/>
            </a:pPr>
            <a:r>
              <a:rPr lang="vi-VN" altLang="ja-JP" sz="2400" dirty="0"/>
              <a:t>f.</a:t>
            </a:r>
            <a:r>
              <a:rPr lang="ja-JP" altLang="en-US" sz="2400" dirty="0"/>
              <a:t>日 時 </a:t>
            </a:r>
            <a:endParaRPr lang="en-US" altLang="ja-JP" sz="2400" dirty="0"/>
          </a:p>
          <a:p>
            <a:pPr marL="0" indent="0">
              <a:buNone/>
            </a:pPr>
            <a:r>
              <a:rPr lang="vi-VN" altLang="ja-JP" sz="2400" dirty="0"/>
              <a:t>g.</a:t>
            </a:r>
            <a:r>
              <a:rPr lang="ja-JP" altLang="en-US" sz="2400" dirty="0"/>
              <a:t>または</a:t>
            </a:r>
            <a:endParaRPr lang="en-US" altLang="ja-JP" sz="2800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F60A4130-7D3D-4564-BE8E-B813C09E0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38" y="825977"/>
            <a:ext cx="6368668" cy="578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48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9F0C3747-FB86-4EC2-A5AC-EFA84BF24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2349262"/>
            <a:ext cx="9664846" cy="198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6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1621971"/>
            <a:ext cx="10789884" cy="307142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イベントのお知らせでよく見る言葉</a:t>
            </a:r>
            <a:br>
              <a:rPr lang="en-US" altLang="ja-JP" sz="4400" b="1" dirty="0">
                <a:solidFill>
                  <a:srgbClr val="A11D2B"/>
                </a:solidFill>
              </a:rPr>
            </a:br>
            <a:r>
              <a:rPr lang="ja-JP" altLang="en-US" sz="4400" b="1" dirty="0">
                <a:solidFill>
                  <a:srgbClr val="A11D2B"/>
                </a:solidFill>
              </a:rPr>
              <a:t>　</a:t>
            </a:r>
            <a:r>
              <a:rPr lang="ja-JP" altLang="en-US" sz="32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3200" b="1" dirty="0">
                <a:solidFill>
                  <a:srgbClr val="A11D2B"/>
                </a:solidFill>
              </a:rPr>
              <a:t>―02</a:t>
            </a:r>
            <a:r>
              <a:rPr lang="ja-JP" altLang="en-US" sz="3200" b="1" dirty="0">
                <a:solidFill>
                  <a:srgbClr val="A11D2B"/>
                </a:solidFill>
              </a:rPr>
              <a:t>ページ）　</a:t>
            </a:r>
            <a:endParaRPr lang="en-US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672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1335505"/>
            <a:ext cx="10838011" cy="3357891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こんなときどうする？</a:t>
            </a:r>
            <a:br>
              <a:rPr lang="en-US" altLang="ja-JP" sz="4800" b="1" dirty="0">
                <a:solidFill>
                  <a:srgbClr val="A11D2B"/>
                </a:solidFill>
              </a:rPr>
            </a:br>
            <a:r>
              <a:rPr lang="en-US" altLang="ja-JP" sz="4800" b="1" dirty="0">
                <a:solidFill>
                  <a:srgbClr val="A11D2B"/>
                </a:solidFill>
              </a:rPr>
              <a:t>CD</a:t>
            </a:r>
            <a:r>
              <a:rPr lang="ja-JP" altLang="en-US" sz="4800" b="1" dirty="0">
                <a:solidFill>
                  <a:srgbClr val="A11D2B"/>
                </a:solidFill>
              </a:rPr>
              <a:t>ー</a:t>
            </a:r>
            <a:r>
              <a:rPr lang="en-US" altLang="ja-JP" sz="4800" b="1" dirty="0">
                <a:solidFill>
                  <a:srgbClr val="A11D2B"/>
                </a:solidFill>
              </a:rPr>
              <a:t>A01</a:t>
            </a:r>
            <a:endParaRPr lang="en-US" sz="48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999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627" y="271105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89547" y="2550695"/>
            <a:ext cx="6485021" cy="274319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ja-JP" altLang="en-US" sz="3200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できること</a:t>
            </a:r>
            <a:endParaRPr kumimoji="1" lang="en-US" altLang="ja-JP" sz="3200" dirty="0">
              <a:solidFill>
                <a:srgbClr val="A11D2B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3200" b="1" dirty="0">
                <a:solidFill>
                  <a:srgbClr val="00B0F0"/>
                </a:solidFill>
                <a:latin typeface="Arial" panose="020B0604020202020204" pitchFamily="34" charset="0"/>
              </a:rPr>
              <a:t>参加するイベントの内容を話して友達を誘うことができる。</a:t>
            </a:r>
            <a:endParaRPr kumimoji="1" lang="en-US" altLang="ja-JP" sz="3200" b="1" dirty="0">
              <a:solidFill>
                <a:srgbClr val="00B0F0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82D7FF4-D782-4D82-B18B-CDE760AEE316}"/>
              </a:ext>
            </a:extLst>
          </p:cNvPr>
          <p:cNvGrpSpPr/>
          <p:nvPr/>
        </p:nvGrpSpPr>
        <p:grpSpPr>
          <a:xfrm>
            <a:off x="7318042" y="1528011"/>
            <a:ext cx="3871326" cy="4957010"/>
            <a:chOff x="7195886" y="1587165"/>
            <a:chExt cx="2781300" cy="3870660"/>
          </a:xfrm>
        </p:grpSpPr>
        <p:pic>
          <p:nvPicPr>
            <p:cNvPr id="10242" name="Picture 2" descr="交流会」のイラスト文字 | かわいいフリー素材集 いらすとや">
              <a:extLst>
                <a:ext uri="{FF2B5EF4-FFF2-40B4-BE49-F238E27FC236}">
                  <a16:creationId xmlns:a16="http://schemas.microsoft.com/office/drawing/2014/main" id="{446BD6A4-2E9A-49FD-98EE-F0A869892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5886" y="1587165"/>
              <a:ext cx="2781300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44" name="Picture 4" descr="異業種交流会 ロゴソフィア仙台 第14回交流会 2016年11月10日（宮城県） - こくちーずプロ">
              <a:extLst>
                <a:ext uri="{FF2B5EF4-FFF2-40B4-BE49-F238E27FC236}">
                  <a16:creationId xmlns:a16="http://schemas.microsoft.com/office/drawing/2014/main" id="{E606B600-D757-4D94-88DB-4E5B14FEE0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7824" y="3429000"/>
              <a:ext cx="2257425" cy="2028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27895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627" y="271105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9" name="Content Placeholder 8" descr="Table&#10;&#10;Description automatically generated">
            <a:extLst>
              <a:ext uri="{FF2B5EF4-FFF2-40B4-BE49-F238E27FC236}">
                <a16:creationId xmlns:a16="http://schemas.microsoft.com/office/drawing/2014/main" id="{AE8B8B2D-4EF5-484A-8734-AAE2EAA2C2C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29" y="1335506"/>
            <a:ext cx="11762146" cy="5251390"/>
          </a:xfrm>
        </p:spPr>
      </p:pic>
    </p:spTree>
    <p:extLst>
      <p:ext uri="{BB962C8B-B14F-4D97-AF65-F5344CB8AC3E}">
        <p14:creationId xmlns:p14="http://schemas.microsoft.com/office/powerpoint/2010/main" val="3761256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627" y="271105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20703" y="2646947"/>
            <a:ext cx="7544989" cy="256272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</a:rPr>
              <a:t>① 日本人が参加する交流イベントに参加したことがありますか。</a:t>
            </a:r>
            <a:endParaRPr lang="vi-VN" altLang="ja-JP" sz="2800" b="0" i="0" dirty="0">
              <a:solidFill>
                <a:srgbClr val="383838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br>
              <a:rPr lang="ja-JP" altLang="en-US" sz="2800" dirty="0"/>
            </a:br>
            <a:r>
              <a:rPr lang="ja-JP" altLang="en-US" sz="28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</a:rPr>
              <a:t>② １人で行きましたか？誰と行きましたか。</a:t>
            </a:r>
            <a:endParaRPr kumimoji="1" lang="vi-VN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82D7FF4-D782-4D82-B18B-CDE760AEE316}"/>
              </a:ext>
            </a:extLst>
          </p:cNvPr>
          <p:cNvGrpSpPr/>
          <p:nvPr/>
        </p:nvGrpSpPr>
        <p:grpSpPr>
          <a:xfrm>
            <a:off x="8795083" y="1479884"/>
            <a:ext cx="2927685" cy="4475747"/>
            <a:chOff x="7195886" y="1587165"/>
            <a:chExt cx="2781300" cy="3870660"/>
          </a:xfrm>
        </p:grpSpPr>
        <p:pic>
          <p:nvPicPr>
            <p:cNvPr id="10242" name="Picture 2" descr="交流会」のイラスト文字 | かわいいフリー素材集 いらすとや">
              <a:extLst>
                <a:ext uri="{FF2B5EF4-FFF2-40B4-BE49-F238E27FC236}">
                  <a16:creationId xmlns:a16="http://schemas.microsoft.com/office/drawing/2014/main" id="{446BD6A4-2E9A-49FD-98EE-F0A869892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5886" y="1587165"/>
              <a:ext cx="2781300" cy="1638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44" name="Picture 4" descr="異業種交流会 ロゴソフィア仙台 第14回交流会 2016年11月10日（宮城県） - こくちーずプロ">
              <a:extLst>
                <a:ext uri="{FF2B5EF4-FFF2-40B4-BE49-F238E27FC236}">
                  <a16:creationId xmlns:a16="http://schemas.microsoft.com/office/drawing/2014/main" id="{E606B600-D757-4D94-88DB-4E5B14FEE0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57824" y="3429000"/>
              <a:ext cx="2257425" cy="2028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C233DA-EEA4-4BC6-B3B9-658E6A150FD6}"/>
              </a:ext>
            </a:extLst>
          </p:cNvPr>
          <p:cNvSpPr txBox="1"/>
          <p:nvPr/>
        </p:nvSpPr>
        <p:spPr>
          <a:xfrm>
            <a:off x="796906" y="2032867"/>
            <a:ext cx="2646947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タスク前作業</a:t>
            </a:r>
          </a:p>
        </p:txBody>
      </p:sp>
    </p:spTree>
    <p:extLst>
      <p:ext uri="{BB962C8B-B14F-4D97-AF65-F5344CB8AC3E}">
        <p14:creationId xmlns:p14="http://schemas.microsoft.com/office/powerpoint/2010/main" val="1909124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7330" y="51539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61737" y="2683042"/>
            <a:ext cx="10948737" cy="376588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32500" lnSpcReduction="20000"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6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</a:t>
            </a:r>
            <a:r>
              <a:rPr lang="ja-JP" altLang="en-US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おもしろそうなイベント」と「おもしろいイベント」はどう違いますか。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「交流会があるんだって」と「交流会があるよ」はどう違います。</a:t>
            </a:r>
          </a:p>
          <a:p>
            <a:pPr algn="l">
              <a:buFont typeface="+mj-lt"/>
              <a:buAutoNum type="arabicPeriod"/>
            </a:pPr>
            <a:r>
              <a:rPr lang="ja-JP" altLang="en-US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「日本人と友達になりたい」と言っていたのは誰ですか。</a:t>
            </a:r>
            <a:endParaRPr lang="en-US" altLang="ja-JP" sz="7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</a:t>
            </a:r>
            <a:r>
              <a:rPr lang="en-US" altLang="ja-JP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〜</a:t>
            </a:r>
            <a:r>
              <a:rPr lang="ja-JP" altLang="en-US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て言ってたよね」の「よね」はどんな意味だと思いますか。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交流会でどんなことをしますか。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「とか」はどんな意味だと思いますか。</a:t>
            </a:r>
          </a:p>
          <a:p>
            <a:pPr algn="l">
              <a:buFont typeface="+mj-lt"/>
              <a:buAutoNum type="arabicPeriod"/>
            </a:pPr>
            <a:r>
              <a:rPr lang="ja-JP" altLang="en-US" sz="7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「できるだけ早く」はどのぐらい早くですか。</a:t>
            </a:r>
          </a:p>
          <a:p>
            <a:pPr algn="l">
              <a:buFont typeface="+mj-lt"/>
              <a:buAutoNum type="arabicPeriod"/>
            </a:pPr>
            <a:endParaRPr lang="ja-JP" alt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vi-VN" altLang="ja-JP" sz="28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</a:rPr>
              <a:t>.</a:t>
            </a:r>
            <a:endParaRPr kumimoji="1" lang="vi-VN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01 Track 1">
            <a:hlinkClick r:id="" action="ppaction://media"/>
            <a:extLst>
              <a:ext uri="{FF2B5EF4-FFF2-40B4-BE49-F238E27FC236}">
                <a16:creationId xmlns:a16="http://schemas.microsoft.com/office/drawing/2014/main" id="{65591140-77AD-461F-A4A5-F1181AE099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85572" y="281434"/>
            <a:ext cx="1282670" cy="12826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90112F-A04E-4B00-A7F0-9429D77F9EF3}"/>
              </a:ext>
            </a:extLst>
          </p:cNvPr>
          <p:cNvSpPr txBox="1"/>
          <p:nvPr/>
        </p:nvSpPr>
        <p:spPr>
          <a:xfrm>
            <a:off x="806116" y="2074134"/>
            <a:ext cx="2646947" cy="523220"/>
          </a:xfrm>
          <a:prstGeom prst="rect">
            <a:avLst/>
          </a:prstGeom>
          <a:solidFill>
            <a:srgbClr val="D9910B"/>
          </a:solidFill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b="1" i="0" dirty="0">
                <a:solidFill>
                  <a:srgbClr val="606060"/>
                </a:solidFill>
                <a:effectLst/>
                <a:latin typeface="Arial" panose="020B0604020202020204" pitchFamily="34" charset="0"/>
              </a:rPr>
              <a:t>タスク後作業</a:t>
            </a:r>
          </a:p>
        </p:txBody>
      </p:sp>
    </p:spTree>
    <p:extLst>
      <p:ext uri="{BB962C8B-B14F-4D97-AF65-F5344CB8AC3E}">
        <p14:creationId xmlns:p14="http://schemas.microsoft.com/office/powerpoint/2010/main" val="143999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7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3735</TotalTime>
  <Words>1456</Words>
  <Application>Microsoft Office PowerPoint</Application>
  <PresentationFormat>Widescreen</PresentationFormat>
  <Paragraphs>176</Paragraphs>
  <Slides>23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第1課</vt:lpstr>
      <vt:lpstr>PowerPoint Presentation</vt:lpstr>
      <vt:lpstr>使ってみよう１ 文法2&amp;3（18ページ）</vt:lpstr>
      <vt:lpstr>～ 上（で）</vt:lpstr>
      <vt:lpstr>例文（P18）</vt:lpstr>
      <vt:lpstr>～ 上（で）</vt:lpstr>
      <vt:lpstr>～ 上（で）</vt:lpstr>
      <vt:lpstr>○ですかXですか。 </vt:lpstr>
      <vt:lpstr>どっちがいい？！</vt:lpstr>
      <vt:lpstr>～てほしい／～てもらいたい</vt:lpstr>
      <vt:lpstr>例文（P18）</vt:lpstr>
      <vt:lpstr>～てほしい／～てもらいたい</vt:lpstr>
      <vt:lpstr>～てほしい／～てもらいたい</vt:lpstr>
      <vt:lpstr>どんな動詞・形容詞がいい？</vt:lpstr>
      <vt:lpstr>書きましょう</vt:lpstr>
      <vt:lpstr>（　 ）に入る言葉を選ら んでください。</vt:lpstr>
      <vt:lpstr>PowerPoint Presentation</vt:lpstr>
      <vt:lpstr>イベントのお知らせでよく見る言葉 　（ワークブック―02ページ）　</vt:lpstr>
      <vt:lpstr>こんなときどうする？ CDーA01</vt:lpstr>
      <vt:lpstr> こんなときどうする？</vt:lpstr>
      <vt:lpstr> こんなときどうする？</vt:lpstr>
      <vt:lpstr> こんなときどうする？</vt:lpstr>
      <vt:lpstr> こんなときどうする？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2021-09-17T01:19:06Z</dcterms:modified>
</cp:coreProperties>
</file>