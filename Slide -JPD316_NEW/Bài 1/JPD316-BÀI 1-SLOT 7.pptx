
<file path=[Content_Types].xml><?xml version="1.0" encoding="utf-8"?>
<Types xmlns="http://schemas.openxmlformats.org/package/2006/content-types">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430" r:id="rId3"/>
    <p:sldId id="431" r:id="rId4"/>
    <p:sldId id="518" r:id="rId5"/>
    <p:sldId id="517" r:id="rId6"/>
    <p:sldId id="434" r:id="rId7"/>
    <p:sldId id="433" r:id="rId8"/>
    <p:sldId id="507" r:id="rId9"/>
    <p:sldId id="435" r:id="rId10"/>
    <p:sldId id="537" r:id="rId11"/>
    <p:sldId id="509" r:id="rId12"/>
    <p:sldId id="508" r:id="rId13"/>
    <p:sldId id="510" r:id="rId14"/>
    <p:sldId id="538" r:id="rId15"/>
    <p:sldId id="511" r:id="rId16"/>
    <p:sldId id="512" r:id="rId17"/>
    <p:sldId id="513" r:id="rId18"/>
    <p:sldId id="437" r:id="rId19"/>
    <p:sldId id="539" r:id="rId20"/>
    <p:sldId id="516" r:id="rId21"/>
    <p:sldId id="514" r:id="rId22"/>
    <p:sldId id="51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1E3B"/>
    <a:srgbClr val="D9910B"/>
    <a:srgbClr val="A11D2B"/>
    <a:srgbClr val="256766"/>
    <a:srgbClr val="5E9C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AC12DA-AE6B-48F4-BD48-0E5A663F287C}" v="597" dt="2021-09-17T01:25:46.89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82603" autoAdjust="0"/>
  </p:normalViewPr>
  <p:slideViewPr>
    <p:cSldViewPr snapToGrid="0" showGuides="1">
      <p:cViewPr varScale="1">
        <p:scale>
          <a:sx n="53" d="100"/>
          <a:sy n="53" d="100"/>
        </p:scale>
        <p:origin x="372" y="36"/>
      </p:cViewPr>
      <p:guideLst>
        <p:guide orient="horz" pos="2184"/>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anh Le Thi Kim  (FE FPTU CT)" userId="33772939-cd87-45c1-be61-e0648bc25a53" providerId="ADAL" clId="{A6AC12DA-AE6B-48F4-BD48-0E5A663F287C}"/>
    <pc:docChg chg="undo custSel addSld delSld modSld sldOrd delSection modSection">
      <pc:chgData name="Oanh Le Thi Kim  (FE FPTU CT)" userId="33772939-cd87-45c1-be61-e0648bc25a53" providerId="ADAL" clId="{A6AC12DA-AE6B-48F4-BD48-0E5A663F287C}" dt="2021-09-08T14:49:53.278" v="766" actId="20577"/>
      <pc:docMkLst>
        <pc:docMk/>
      </pc:docMkLst>
      <pc:sldChg chg="add del">
        <pc:chgData name="Oanh Le Thi Kim  (FE FPTU CT)" userId="33772939-cd87-45c1-be61-e0648bc25a53" providerId="ADAL" clId="{A6AC12DA-AE6B-48F4-BD48-0E5A663F287C}" dt="2021-08-21T06:55:51.753" v="9"/>
        <pc:sldMkLst>
          <pc:docMk/>
          <pc:sldMk cId="1809037783" sldId="256"/>
        </pc:sldMkLst>
      </pc:sldChg>
      <pc:sldChg chg="del">
        <pc:chgData name="Oanh Le Thi Kim  (FE FPTU CT)" userId="33772939-cd87-45c1-be61-e0648bc25a53" providerId="ADAL" clId="{A6AC12DA-AE6B-48F4-BD48-0E5A663F287C}" dt="2021-08-08T08:34:17.143" v="0" actId="47"/>
        <pc:sldMkLst>
          <pc:docMk/>
          <pc:sldMk cId="602090843" sldId="257"/>
        </pc:sldMkLst>
      </pc:sldChg>
      <pc:sldChg chg="del">
        <pc:chgData name="Oanh Le Thi Kim  (FE FPTU CT)" userId="33772939-cd87-45c1-be61-e0648bc25a53" providerId="ADAL" clId="{A6AC12DA-AE6B-48F4-BD48-0E5A663F287C}" dt="2021-08-08T08:34:17.143" v="0" actId="47"/>
        <pc:sldMkLst>
          <pc:docMk/>
          <pc:sldMk cId="1275143594" sldId="258"/>
        </pc:sldMkLst>
      </pc:sldChg>
      <pc:sldChg chg="del">
        <pc:chgData name="Oanh Le Thi Kim  (FE FPTU CT)" userId="33772939-cd87-45c1-be61-e0648bc25a53" providerId="ADAL" clId="{A6AC12DA-AE6B-48F4-BD48-0E5A663F287C}" dt="2021-08-08T08:34:17.143" v="0" actId="47"/>
        <pc:sldMkLst>
          <pc:docMk/>
          <pc:sldMk cId="1378875007" sldId="351"/>
        </pc:sldMkLst>
      </pc:sldChg>
      <pc:sldChg chg="del">
        <pc:chgData name="Oanh Le Thi Kim  (FE FPTU CT)" userId="33772939-cd87-45c1-be61-e0648bc25a53" providerId="ADAL" clId="{A6AC12DA-AE6B-48F4-BD48-0E5A663F287C}" dt="2021-08-08T08:34:17.143" v="0" actId="47"/>
        <pc:sldMkLst>
          <pc:docMk/>
          <pc:sldMk cId="1502880382" sldId="352"/>
        </pc:sldMkLst>
      </pc:sldChg>
      <pc:sldChg chg="del">
        <pc:chgData name="Oanh Le Thi Kim  (FE FPTU CT)" userId="33772939-cd87-45c1-be61-e0648bc25a53" providerId="ADAL" clId="{A6AC12DA-AE6B-48F4-BD48-0E5A663F287C}" dt="2021-08-08T08:34:17.143" v="0" actId="47"/>
        <pc:sldMkLst>
          <pc:docMk/>
          <pc:sldMk cId="4273538635" sldId="353"/>
        </pc:sldMkLst>
      </pc:sldChg>
      <pc:sldChg chg="del">
        <pc:chgData name="Oanh Le Thi Kim  (FE FPTU CT)" userId="33772939-cd87-45c1-be61-e0648bc25a53" providerId="ADAL" clId="{A6AC12DA-AE6B-48F4-BD48-0E5A663F287C}" dt="2021-08-08T08:34:17.143" v="0" actId="47"/>
        <pc:sldMkLst>
          <pc:docMk/>
          <pc:sldMk cId="1260844141" sldId="356"/>
        </pc:sldMkLst>
      </pc:sldChg>
      <pc:sldChg chg="del">
        <pc:chgData name="Oanh Le Thi Kim  (FE FPTU CT)" userId="33772939-cd87-45c1-be61-e0648bc25a53" providerId="ADAL" clId="{A6AC12DA-AE6B-48F4-BD48-0E5A663F287C}" dt="2021-08-08T08:34:17.143" v="0" actId="47"/>
        <pc:sldMkLst>
          <pc:docMk/>
          <pc:sldMk cId="2396949239" sldId="357"/>
        </pc:sldMkLst>
      </pc:sldChg>
      <pc:sldChg chg="del">
        <pc:chgData name="Oanh Le Thi Kim  (FE FPTU CT)" userId="33772939-cd87-45c1-be61-e0648bc25a53" providerId="ADAL" clId="{A6AC12DA-AE6B-48F4-BD48-0E5A663F287C}" dt="2021-08-08T08:34:17.143" v="0" actId="47"/>
        <pc:sldMkLst>
          <pc:docMk/>
          <pc:sldMk cId="2373456421" sldId="358"/>
        </pc:sldMkLst>
      </pc:sldChg>
      <pc:sldChg chg="del">
        <pc:chgData name="Oanh Le Thi Kim  (FE FPTU CT)" userId="33772939-cd87-45c1-be61-e0648bc25a53" providerId="ADAL" clId="{A6AC12DA-AE6B-48F4-BD48-0E5A663F287C}" dt="2021-08-08T08:34:17.143" v="0" actId="47"/>
        <pc:sldMkLst>
          <pc:docMk/>
          <pc:sldMk cId="2674687173" sldId="362"/>
        </pc:sldMkLst>
      </pc:sldChg>
      <pc:sldChg chg="del">
        <pc:chgData name="Oanh Le Thi Kim  (FE FPTU CT)" userId="33772939-cd87-45c1-be61-e0648bc25a53" providerId="ADAL" clId="{A6AC12DA-AE6B-48F4-BD48-0E5A663F287C}" dt="2021-08-08T08:34:17.143" v="0" actId="47"/>
        <pc:sldMkLst>
          <pc:docMk/>
          <pc:sldMk cId="4141102625" sldId="368"/>
        </pc:sldMkLst>
      </pc:sldChg>
      <pc:sldChg chg="del">
        <pc:chgData name="Oanh Le Thi Kim  (FE FPTU CT)" userId="33772939-cd87-45c1-be61-e0648bc25a53" providerId="ADAL" clId="{A6AC12DA-AE6B-48F4-BD48-0E5A663F287C}" dt="2021-08-08T08:34:17.143" v="0" actId="47"/>
        <pc:sldMkLst>
          <pc:docMk/>
          <pc:sldMk cId="2104607827" sldId="371"/>
        </pc:sldMkLst>
      </pc:sldChg>
      <pc:sldChg chg="del">
        <pc:chgData name="Oanh Le Thi Kim  (FE FPTU CT)" userId="33772939-cd87-45c1-be61-e0648bc25a53" providerId="ADAL" clId="{A6AC12DA-AE6B-48F4-BD48-0E5A663F287C}" dt="2021-08-08T08:34:17.143" v="0" actId="47"/>
        <pc:sldMkLst>
          <pc:docMk/>
          <pc:sldMk cId="3397200444" sldId="372"/>
        </pc:sldMkLst>
      </pc:sldChg>
      <pc:sldChg chg="del">
        <pc:chgData name="Oanh Le Thi Kim  (FE FPTU CT)" userId="33772939-cd87-45c1-be61-e0648bc25a53" providerId="ADAL" clId="{A6AC12DA-AE6B-48F4-BD48-0E5A663F287C}" dt="2021-08-08T08:34:17.143" v="0" actId="47"/>
        <pc:sldMkLst>
          <pc:docMk/>
          <pc:sldMk cId="2189862289" sldId="375"/>
        </pc:sldMkLst>
      </pc:sldChg>
      <pc:sldChg chg="del">
        <pc:chgData name="Oanh Le Thi Kim  (FE FPTU CT)" userId="33772939-cd87-45c1-be61-e0648bc25a53" providerId="ADAL" clId="{A6AC12DA-AE6B-48F4-BD48-0E5A663F287C}" dt="2021-08-08T08:34:17.143" v="0" actId="47"/>
        <pc:sldMkLst>
          <pc:docMk/>
          <pc:sldMk cId="3122985082" sldId="389"/>
        </pc:sldMkLst>
      </pc:sldChg>
      <pc:sldChg chg="del">
        <pc:chgData name="Oanh Le Thi Kim  (FE FPTU CT)" userId="33772939-cd87-45c1-be61-e0648bc25a53" providerId="ADAL" clId="{A6AC12DA-AE6B-48F4-BD48-0E5A663F287C}" dt="2021-08-08T08:34:17.143" v="0" actId="47"/>
        <pc:sldMkLst>
          <pc:docMk/>
          <pc:sldMk cId="636810010" sldId="413"/>
        </pc:sldMkLst>
      </pc:sldChg>
      <pc:sldChg chg="del">
        <pc:chgData name="Oanh Le Thi Kim  (FE FPTU CT)" userId="33772939-cd87-45c1-be61-e0648bc25a53" providerId="ADAL" clId="{A6AC12DA-AE6B-48F4-BD48-0E5A663F287C}" dt="2021-08-08T08:34:17.143" v="0" actId="47"/>
        <pc:sldMkLst>
          <pc:docMk/>
          <pc:sldMk cId="1671139041" sldId="414"/>
        </pc:sldMkLst>
      </pc:sldChg>
      <pc:sldChg chg="del">
        <pc:chgData name="Oanh Le Thi Kim  (FE FPTU CT)" userId="33772939-cd87-45c1-be61-e0648bc25a53" providerId="ADAL" clId="{A6AC12DA-AE6B-48F4-BD48-0E5A663F287C}" dt="2021-08-08T08:34:17.143" v="0" actId="47"/>
        <pc:sldMkLst>
          <pc:docMk/>
          <pc:sldMk cId="3513659411" sldId="416"/>
        </pc:sldMkLst>
      </pc:sldChg>
      <pc:sldChg chg="del">
        <pc:chgData name="Oanh Le Thi Kim  (FE FPTU CT)" userId="33772939-cd87-45c1-be61-e0648bc25a53" providerId="ADAL" clId="{A6AC12DA-AE6B-48F4-BD48-0E5A663F287C}" dt="2021-08-08T08:34:17.143" v="0" actId="47"/>
        <pc:sldMkLst>
          <pc:docMk/>
          <pc:sldMk cId="1364144826" sldId="427"/>
        </pc:sldMkLst>
      </pc:sldChg>
      <pc:sldChg chg="del">
        <pc:chgData name="Oanh Le Thi Kim  (FE FPTU CT)" userId="33772939-cd87-45c1-be61-e0648bc25a53" providerId="ADAL" clId="{A6AC12DA-AE6B-48F4-BD48-0E5A663F287C}" dt="2021-08-08T08:34:17.143" v="0" actId="47"/>
        <pc:sldMkLst>
          <pc:docMk/>
          <pc:sldMk cId="194612983" sldId="428"/>
        </pc:sldMkLst>
      </pc:sldChg>
      <pc:sldChg chg="del">
        <pc:chgData name="Oanh Le Thi Kim  (FE FPTU CT)" userId="33772939-cd87-45c1-be61-e0648bc25a53" providerId="ADAL" clId="{A6AC12DA-AE6B-48F4-BD48-0E5A663F287C}" dt="2021-08-08T08:34:17.143" v="0" actId="47"/>
        <pc:sldMkLst>
          <pc:docMk/>
          <pc:sldMk cId="88392919" sldId="429"/>
        </pc:sldMkLst>
      </pc:sldChg>
      <pc:sldChg chg="del">
        <pc:chgData name="Oanh Le Thi Kim  (FE FPTU CT)" userId="33772939-cd87-45c1-be61-e0648bc25a53" providerId="ADAL" clId="{A6AC12DA-AE6B-48F4-BD48-0E5A663F287C}" dt="2021-08-08T08:34:17.143" v="0" actId="47"/>
        <pc:sldMkLst>
          <pc:docMk/>
          <pc:sldMk cId="3016727121" sldId="432"/>
        </pc:sldMkLst>
      </pc:sldChg>
      <pc:sldChg chg="addSp modSp mod">
        <pc:chgData name="Oanh Le Thi Kim  (FE FPTU CT)" userId="33772939-cd87-45c1-be61-e0648bc25a53" providerId="ADAL" clId="{A6AC12DA-AE6B-48F4-BD48-0E5A663F287C}" dt="2021-08-21T06:58:07.881" v="35" actId="1076"/>
        <pc:sldMkLst>
          <pc:docMk/>
          <pc:sldMk cId="577269292" sldId="433"/>
        </pc:sldMkLst>
        <pc:spChg chg="mod">
          <ac:chgData name="Oanh Le Thi Kim  (FE FPTU CT)" userId="33772939-cd87-45c1-be61-e0648bc25a53" providerId="ADAL" clId="{A6AC12DA-AE6B-48F4-BD48-0E5A663F287C}" dt="2021-08-21T06:57:53.275" v="33" actId="14100"/>
          <ac:spMkLst>
            <pc:docMk/>
            <pc:sldMk cId="577269292" sldId="433"/>
            <ac:spMk id="5" creationId="{93682737-2955-41D0-906D-14F1E7DCDC97}"/>
          </ac:spMkLst>
        </pc:spChg>
        <pc:spChg chg="add mod">
          <ac:chgData name="Oanh Le Thi Kim  (FE FPTU CT)" userId="33772939-cd87-45c1-be61-e0648bc25a53" providerId="ADAL" clId="{A6AC12DA-AE6B-48F4-BD48-0E5A663F287C}" dt="2021-08-21T06:58:07.881" v="35" actId="1076"/>
          <ac:spMkLst>
            <pc:docMk/>
            <pc:sldMk cId="577269292" sldId="433"/>
            <ac:spMk id="6" creationId="{E56BF57F-DB68-4E95-B9E7-2EBCC6A5D4A6}"/>
          </ac:spMkLst>
        </pc:spChg>
      </pc:sldChg>
      <pc:sldChg chg="addSp delSp modSp mod ord modAnim modNotesTx">
        <pc:chgData name="Oanh Le Thi Kim  (FE FPTU CT)" userId="33772939-cd87-45c1-be61-e0648bc25a53" providerId="ADAL" clId="{A6AC12DA-AE6B-48F4-BD48-0E5A663F287C}" dt="2021-08-21T06:57:44.078" v="31" actId="1076"/>
        <pc:sldMkLst>
          <pc:docMk/>
          <pc:sldMk cId="4161235609" sldId="434"/>
        </pc:sldMkLst>
        <pc:spChg chg="mod">
          <ac:chgData name="Oanh Le Thi Kim  (FE FPTU CT)" userId="33772939-cd87-45c1-be61-e0648bc25a53" providerId="ADAL" clId="{A6AC12DA-AE6B-48F4-BD48-0E5A663F287C}" dt="2021-08-21T06:57:44.078" v="31" actId="1076"/>
          <ac:spMkLst>
            <pc:docMk/>
            <pc:sldMk cId="4161235609" sldId="434"/>
            <ac:spMk id="3" creationId="{00000000-0000-0000-0000-000000000000}"/>
          </ac:spMkLst>
        </pc:spChg>
        <pc:spChg chg="del mod">
          <ac:chgData name="Oanh Le Thi Kim  (FE FPTU CT)" userId="33772939-cd87-45c1-be61-e0648bc25a53" providerId="ADAL" clId="{A6AC12DA-AE6B-48F4-BD48-0E5A663F287C}" dt="2021-08-21T06:56:20.185" v="12" actId="478"/>
          <ac:spMkLst>
            <pc:docMk/>
            <pc:sldMk cId="4161235609" sldId="434"/>
            <ac:spMk id="8" creationId="{DAEFD4E7-6F3B-431B-AFC3-4AD21E95532A}"/>
          </ac:spMkLst>
        </pc:spChg>
        <pc:picChg chg="add mod">
          <ac:chgData name="Oanh Le Thi Kim  (FE FPTU CT)" userId="33772939-cd87-45c1-be61-e0648bc25a53" providerId="ADAL" clId="{A6AC12DA-AE6B-48F4-BD48-0E5A663F287C}" dt="2021-08-21T06:57:43.362" v="30" actId="1076"/>
          <ac:picMkLst>
            <pc:docMk/>
            <pc:sldMk cId="4161235609" sldId="434"/>
            <ac:picMk id="4" creationId="{164E147E-4275-4F18-B123-15369F74A437}"/>
          </ac:picMkLst>
        </pc:picChg>
      </pc:sldChg>
      <pc:sldChg chg="del">
        <pc:chgData name="Oanh Le Thi Kim  (FE FPTU CT)" userId="33772939-cd87-45c1-be61-e0648bc25a53" providerId="ADAL" clId="{A6AC12DA-AE6B-48F4-BD48-0E5A663F287C}" dt="2021-08-08T08:34:17.143" v="0" actId="47"/>
        <pc:sldMkLst>
          <pc:docMk/>
          <pc:sldMk cId="2120370565" sldId="440"/>
        </pc:sldMkLst>
      </pc:sldChg>
      <pc:sldChg chg="del">
        <pc:chgData name="Oanh Le Thi Kim  (FE FPTU CT)" userId="33772939-cd87-45c1-be61-e0648bc25a53" providerId="ADAL" clId="{A6AC12DA-AE6B-48F4-BD48-0E5A663F287C}" dt="2021-08-08T08:34:17.143" v="0" actId="47"/>
        <pc:sldMkLst>
          <pc:docMk/>
          <pc:sldMk cId="2055448676" sldId="452"/>
        </pc:sldMkLst>
      </pc:sldChg>
      <pc:sldChg chg="del">
        <pc:chgData name="Oanh Le Thi Kim  (FE FPTU CT)" userId="33772939-cd87-45c1-be61-e0648bc25a53" providerId="ADAL" clId="{A6AC12DA-AE6B-48F4-BD48-0E5A663F287C}" dt="2021-08-08T08:34:37.209" v="6" actId="47"/>
        <pc:sldMkLst>
          <pc:docMk/>
          <pc:sldMk cId="617866419" sldId="458"/>
        </pc:sldMkLst>
      </pc:sldChg>
      <pc:sldChg chg="del">
        <pc:chgData name="Oanh Le Thi Kim  (FE FPTU CT)" userId="33772939-cd87-45c1-be61-e0648bc25a53" providerId="ADAL" clId="{A6AC12DA-AE6B-48F4-BD48-0E5A663F287C}" dt="2021-08-08T08:34:37.209" v="6" actId="47"/>
        <pc:sldMkLst>
          <pc:docMk/>
          <pc:sldMk cId="888382770" sldId="460"/>
        </pc:sldMkLst>
      </pc:sldChg>
      <pc:sldChg chg="del">
        <pc:chgData name="Oanh Le Thi Kim  (FE FPTU CT)" userId="33772939-cd87-45c1-be61-e0648bc25a53" providerId="ADAL" clId="{A6AC12DA-AE6B-48F4-BD48-0E5A663F287C}" dt="2021-08-08T08:34:17.143" v="0" actId="47"/>
        <pc:sldMkLst>
          <pc:docMk/>
          <pc:sldMk cId="650038349" sldId="461"/>
        </pc:sldMkLst>
      </pc:sldChg>
      <pc:sldChg chg="del">
        <pc:chgData name="Oanh Le Thi Kim  (FE FPTU CT)" userId="33772939-cd87-45c1-be61-e0648bc25a53" providerId="ADAL" clId="{A6AC12DA-AE6B-48F4-BD48-0E5A663F287C}" dt="2021-08-08T08:34:17.143" v="0" actId="47"/>
        <pc:sldMkLst>
          <pc:docMk/>
          <pc:sldMk cId="976439526" sldId="462"/>
        </pc:sldMkLst>
      </pc:sldChg>
      <pc:sldChg chg="del">
        <pc:chgData name="Oanh Le Thi Kim  (FE FPTU CT)" userId="33772939-cd87-45c1-be61-e0648bc25a53" providerId="ADAL" clId="{A6AC12DA-AE6B-48F4-BD48-0E5A663F287C}" dt="2021-08-08T08:34:17.143" v="0" actId="47"/>
        <pc:sldMkLst>
          <pc:docMk/>
          <pc:sldMk cId="2734768885" sldId="463"/>
        </pc:sldMkLst>
      </pc:sldChg>
      <pc:sldChg chg="del">
        <pc:chgData name="Oanh Le Thi Kim  (FE FPTU CT)" userId="33772939-cd87-45c1-be61-e0648bc25a53" providerId="ADAL" clId="{A6AC12DA-AE6B-48F4-BD48-0E5A663F287C}" dt="2021-08-08T08:34:17.143" v="0" actId="47"/>
        <pc:sldMkLst>
          <pc:docMk/>
          <pc:sldMk cId="3197634967" sldId="464"/>
        </pc:sldMkLst>
      </pc:sldChg>
      <pc:sldChg chg="del">
        <pc:chgData name="Oanh Le Thi Kim  (FE FPTU CT)" userId="33772939-cd87-45c1-be61-e0648bc25a53" providerId="ADAL" clId="{A6AC12DA-AE6B-48F4-BD48-0E5A663F287C}" dt="2021-08-08T08:34:17.143" v="0" actId="47"/>
        <pc:sldMkLst>
          <pc:docMk/>
          <pc:sldMk cId="3317478818" sldId="465"/>
        </pc:sldMkLst>
      </pc:sldChg>
      <pc:sldChg chg="del">
        <pc:chgData name="Oanh Le Thi Kim  (FE FPTU CT)" userId="33772939-cd87-45c1-be61-e0648bc25a53" providerId="ADAL" clId="{A6AC12DA-AE6B-48F4-BD48-0E5A663F287C}" dt="2021-08-08T08:34:17.143" v="0" actId="47"/>
        <pc:sldMkLst>
          <pc:docMk/>
          <pc:sldMk cId="1206096002" sldId="466"/>
        </pc:sldMkLst>
      </pc:sldChg>
      <pc:sldChg chg="del">
        <pc:chgData name="Oanh Le Thi Kim  (FE FPTU CT)" userId="33772939-cd87-45c1-be61-e0648bc25a53" providerId="ADAL" clId="{A6AC12DA-AE6B-48F4-BD48-0E5A663F287C}" dt="2021-08-08T08:34:17.143" v="0" actId="47"/>
        <pc:sldMkLst>
          <pc:docMk/>
          <pc:sldMk cId="1299808084" sldId="467"/>
        </pc:sldMkLst>
      </pc:sldChg>
      <pc:sldChg chg="del">
        <pc:chgData name="Oanh Le Thi Kim  (FE FPTU CT)" userId="33772939-cd87-45c1-be61-e0648bc25a53" providerId="ADAL" clId="{A6AC12DA-AE6B-48F4-BD48-0E5A663F287C}" dt="2021-08-08T08:34:17.143" v="0" actId="47"/>
        <pc:sldMkLst>
          <pc:docMk/>
          <pc:sldMk cId="650478606" sldId="468"/>
        </pc:sldMkLst>
      </pc:sldChg>
      <pc:sldChg chg="del">
        <pc:chgData name="Oanh Le Thi Kim  (FE FPTU CT)" userId="33772939-cd87-45c1-be61-e0648bc25a53" providerId="ADAL" clId="{A6AC12DA-AE6B-48F4-BD48-0E5A663F287C}" dt="2021-08-08T08:34:17.143" v="0" actId="47"/>
        <pc:sldMkLst>
          <pc:docMk/>
          <pc:sldMk cId="2691386198" sldId="469"/>
        </pc:sldMkLst>
      </pc:sldChg>
      <pc:sldChg chg="del">
        <pc:chgData name="Oanh Le Thi Kim  (FE FPTU CT)" userId="33772939-cd87-45c1-be61-e0648bc25a53" providerId="ADAL" clId="{A6AC12DA-AE6B-48F4-BD48-0E5A663F287C}" dt="2021-08-08T08:34:17.143" v="0" actId="47"/>
        <pc:sldMkLst>
          <pc:docMk/>
          <pc:sldMk cId="4093982215" sldId="470"/>
        </pc:sldMkLst>
      </pc:sldChg>
      <pc:sldChg chg="del">
        <pc:chgData name="Oanh Le Thi Kim  (FE FPTU CT)" userId="33772939-cd87-45c1-be61-e0648bc25a53" providerId="ADAL" clId="{A6AC12DA-AE6B-48F4-BD48-0E5A663F287C}" dt="2021-08-08T08:34:17.143" v="0" actId="47"/>
        <pc:sldMkLst>
          <pc:docMk/>
          <pc:sldMk cId="657811786" sldId="471"/>
        </pc:sldMkLst>
      </pc:sldChg>
      <pc:sldChg chg="del">
        <pc:chgData name="Oanh Le Thi Kim  (FE FPTU CT)" userId="33772939-cd87-45c1-be61-e0648bc25a53" providerId="ADAL" clId="{A6AC12DA-AE6B-48F4-BD48-0E5A663F287C}" dt="2021-08-08T08:34:17.143" v="0" actId="47"/>
        <pc:sldMkLst>
          <pc:docMk/>
          <pc:sldMk cId="987865810" sldId="472"/>
        </pc:sldMkLst>
      </pc:sldChg>
      <pc:sldChg chg="del">
        <pc:chgData name="Oanh Le Thi Kim  (FE FPTU CT)" userId="33772939-cd87-45c1-be61-e0648bc25a53" providerId="ADAL" clId="{A6AC12DA-AE6B-48F4-BD48-0E5A663F287C}" dt="2021-08-08T08:34:17.143" v="0" actId="47"/>
        <pc:sldMkLst>
          <pc:docMk/>
          <pc:sldMk cId="3369113007" sldId="473"/>
        </pc:sldMkLst>
      </pc:sldChg>
      <pc:sldChg chg="del">
        <pc:chgData name="Oanh Le Thi Kim  (FE FPTU CT)" userId="33772939-cd87-45c1-be61-e0648bc25a53" providerId="ADAL" clId="{A6AC12DA-AE6B-48F4-BD48-0E5A663F287C}" dt="2021-08-08T08:34:17.143" v="0" actId="47"/>
        <pc:sldMkLst>
          <pc:docMk/>
          <pc:sldMk cId="1907146089" sldId="474"/>
        </pc:sldMkLst>
      </pc:sldChg>
      <pc:sldChg chg="del">
        <pc:chgData name="Oanh Le Thi Kim  (FE FPTU CT)" userId="33772939-cd87-45c1-be61-e0648bc25a53" providerId="ADAL" clId="{A6AC12DA-AE6B-48F4-BD48-0E5A663F287C}" dt="2021-08-08T08:34:17.143" v="0" actId="47"/>
        <pc:sldMkLst>
          <pc:docMk/>
          <pc:sldMk cId="2313999754" sldId="475"/>
        </pc:sldMkLst>
      </pc:sldChg>
      <pc:sldChg chg="del">
        <pc:chgData name="Oanh Le Thi Kim  (FE FPTU CT)" userId="33772939-cd87-45c1-be61-e0648bc25a53" providerId="ADAL" clId="{A6AC12DA-AE6B-48F4-BD48-0E5A663F287C}" dt="2021-08-08T08:34:17.143" v="0" actId="47"/>
        <pc:sldMkLst>
          <pc:docMk/>
          <pc:sldMk cId="2327895418" sldId="476"/>
        </pc:sldMkLst>
      </pc:sldChg>
      <pc:sldChg chg="del">
        <pc:chgData name="Oanh Le Thi Kim  (FE FPTU CT)" userId="33772939-cd87-45c1-be61-e0648bc25a53" providerId="ADAL" clId="{A6AC12DA-AE6B-48F4-BD48-0E5A663F287C}" dt="2021-08-08T08:34:17.143" v="0" actId="47"/>
        <pc:sldMkLst>
          <pc:docMk/>
          <pc:sldMk cId="3761256136" sldId="477"/>
        </pc:sldMkLst>
      </pc:sldChg>
      <pc:sldChg chg="del">
        <pc:chgData name="Oanh Le Thi Kim  (FE FPTU CT)" userId="33772939-cd87-45c1-be61-e0648bc25a53" providerId="ADAL" clId="{A6AC12DA-AE6B-48F4-BD48-0E5A663F287C}" dt="2021-08-08T08:34:17.143" v="0" actId="47"/>
        <pc:sldMkLst>
          <pc:docMk/>
          <pc:sldMk cId="1439999023" sldId="478"/>
        </pc:sldMkLst>
      </pc:sldChg>
      <pc:sldChg chg="del">
        <pc:chgData name="Oanh Le Thi Kim  (FE FPTU CT)" userId="33772939-cd87-45c1-be61-e0648bc25a53" providerId="ADAL" clId="{A6AC12DA-AE6B-48F4-BD48-0E5A663F287C}" dt="2021-08-08T08:34:17.143" v="0" actId="47"/>
        <pc:sldMkLst>
          <pc:docMk/>
          <pc:sldMk cId="827843454" sldId="479"/>
        </pc:sldMkLst>
      </pc:sldChg>
      <pc:sldChg chg="del">
        <pc:chgData name="Oanh Le Thi Kim  (FE FPTU CT)" userId="33772939-cd87-45c1-be61-e0648bc25a53" providerId="ADAL" clId="{A6AC12DA-AE6B-48F4-BD48-0E5A663F287C}" dt="2021-08-08T08:34:17.143" v="0" actId="47"/>
        <pc:sldMkLst>
          <pc:docMk/>
          <pc:sldMk cId="1645481903" sldId="480"/>
        </pc:sldMkLst>
      </pc:sldChg>
      <pc:sldChg chg="del">
        <pc:chgData name="Oanh Le Thi Kim  (FE FPTU CT)" userId="33772939-cd87-45c1-be61-e0648bc25a53" providerId="ADAL" clId="{A6AC12DA-AE6B-48F4-BD48-0E5A663F287C}" dt="2021-08-08T08:34:17.143" v="0" actId="47"/>
        <pc:sldMkLst>
          <pc:docMk/>
          <pc:sldMk cId="3155267369" sldId="481"/>
        </pc:sldMkLst>
      </pc:sldChg>
      <pc:sldChg chg="del">
        <pc:chgData name="Oanh Le Thi Kim  (FE FPTU CT)" userId="33772939-cd87-45c1-be61-e0648bc25a53" providerId="ADAL" clId="{A6AC12DA-AE6B-48F4-BD48-0E5A663F287C}" dt="2021-08-08T08:34:17.143" v="0" actId="47"/>
        <pc:sldMkLst>
          <pc:docMk/>
          <pc:sldMk cId="2740189654" sldId="482"/>
        </pc:sldMkLst>
      </pc:sldChg>
      <pc:sldChg chg="del">
        <pc:chgData name="Oanh Le Thi Kim  (FE FPTU CT)" userId="33772939-cd87-45c1-be61-e0648bc25a53" providerId="ADAL" clId="{A6AC12DA-AE6B-48F4-BD48-0E5A663F287C}" dt="2021-08-08T08:34:17.143" v="0" actId="47"/>
        <pc:sldMkLst>
          <pc:docMk/>
          <pc:sldMk cId="142692959" sldId="483"/>
        </pc:sldMkLst>
      </pc:sldChg>
      <pc:sldChg chg="del">
        <pc:chgData name="Oanh Le Thi Kim  (FE FPTU CT)" userId="33772939-cd87-45c1-be61-e0648bc25a53" providerId="ADAL" clId="{A6AC12DA-AE6B-48F4-BD48-0E5A663F287C}" dt="2021-08-08T08:34:17.143" v="0" actId="47"/>
        <pc:sldMkLst>
          <pc:docMk/>
          <pc:sldMk cId="1468109058" sldId="484"/>
        </pc:sldMkLst>
      </pc:sldChg>
      <pc:sldChg chg="del">
        <pc:chgData name="Oanh Le Thi Kim  (FE FPTU CT)" userId="33772939-cd87-45c1-be61-e0648bc25a53" providerId="ADAL" clId="{A6AC12DA-AE6B-48F4-BD48-0E5A663F287C}" dt="2021-08-08T08:34:17.143" v="0" actId="47"/>
        <pc:sldMkLst>
          <pc:docMk/>
          <pc:sldMk cId="1779720317" sldId="485"/>
        </pc:sldMkLst>
      </pc:sldChg>
      <pc:sldChg chg="del">
        <pc:chgData name="Oanh Le Thi Kim  (FE FPTU CT)" userId="33772939-cd87-45c1-be61-e0648bc25a53" providerId="ADAL" clId="{A6AC12DA-AE6B-48F4-BD48-0E5A663F287C}" dt="2021-08-08T08:34:17.143" v="0" actId="47"/>
        <pc:sldMkLst>
          <pc:docMk/>
          <pc:sldMk cId="3538889882" sldId="486"/>
        </pc:sldMkLst>
      </pc:sldChg>
      <pc:sldChg chg="del">
        <pc:chgData name="Oanh Le Thi Kim  (FE FPTU CT)" userId="33772939-cd87-45c1-be61-e0648bc25a53" providerId="ADAL" clId="{A6AC12DA-AE6B-48F4-BD48-0E5A663F287C}" dt="2021-08-08T08:34:17.143" v="0" actId="47"/>
        <pc:sldMkLst>
          <pc:docMk/>
          <pc:sldMk cId="1503800742" sldId="487"/>
        </pc:sldMkLst>
      </pc:sldChg>
      <pc:sldChg chg="del">
        <pc:chgData name="Oanh Le Thi Kim  (FE FPTU CT)" userId="33772939-cd87-45c1-be61-e0648bc25a53" providerId="ADAL" clId="{A6AC12DA-AE6B-48F4-BD48-0E5A663F287C}" dt="2021-08-08T08:34:17.143" v="0" actId="47"/>
        <pc:sldMkLst>
          <pc:docMk/>
          <pc:sldMk cId="1305765106" sldId="488"/>
        </pc:sldMkLst>
      </pc:sldChg>
      <pc:sldChg chg="del">
        <pc:chgData name="Oanh Le Thi Kim  (FE FPTU CT)" userId="33772939-cd87-45c1-be61-e0648bc25a53" providerId="ADAL" clId="{A6AC12DA-AE6B-48F4-BD48-0E5A663F287C}" dt="2021-08-08T08:34:17.143" v="0" actId="47"/>
        <pc:sldMkLst>
          <pc:docMk/>
          <pc:sldMk cId="2543563530" sldId="489"/>
        </pc:sldMkLst>
      </pc:sldChg>
      <pc:sldChg chg="del">
        <pc:chgData name="Oanh Le Thi Kim  (FE FPTU CT)" userId="33772939-cd87-45c1-be61-e0648bc25a53" providerId="ADAL" clId="{A6AC12DA-AE6B-48F4-BD48-0E5A663F287C}" dt="2021-08-08T08:34:17.143" v="0" actId="47"/>
        <pc:sldMkLst>
          <pc:docMk/>
          <pc:sldMk cId="2657659426" sldId="490"/>
        </pc:sldMkLst>
      </pc:sldChg>
      <pc:sldChg chg="del">
        <pc:chgData name="Oanh Le Thi Kim  (FE FPTU CT)" userId="33772939-cd87-45c1-be61-e0648bc25a53" providerId="ADAL" clId="{A6AC12DA-AE6B-48F4-BD48-0E5A663F287C}" dt="2021-08-08T08:34:17.143" v="0" actId="47"/>
        <pc:sldMkLst>
          <pc:docMk/>
          <pc:sldMk cId="742253074" sldId="491"/>
        </pc:sldMkLst>
      </pc:sldChg>
      <pc:sldChg chg="del">
        <pc:chgData name="Oanh Le Thi Kim  (FE FPTU CT)" userId="33772939-cd87-45c1-be61-e0648bc25a53" providerId="ADAL" clId="{A6AC12DA-AE6B-48F4-BD48-0E5A663F287C}" dt="2021-08-08T08:34:17.143" v="0" actId="47"/>
        <pc:sldMkLst>
          <pc:docMk/>
          <pc:sldMk cId="4149734218" sldId="492"/>
        </pc:sldMkLst>
      </pc:sldChg>
      <pc:sldChg chg="del">
        <pc:chgData name="Oanh Le Thi Kim  (FE FPTU CT)" userId="33772939-cd87-45c1-be61-e0648bc25a53" providerId="ADAL" clId="{A6AC12DA-AE6B-48F4-BD48-0E5A663F287C}" dt="2021-08-08T08:34:17.143" v="0" actId="47"/>
        <pc:sldMkLst>
          <pc:docMk/>
          <pc:sldMk cId="2442980429" sldId="493"/>
        </pc:sldMkLst>
      </pc:sldChg>
      <pc:sldChg chg="del">
        <pc:chgData name="Oanh Le Thi Kim  (FE FPTU CT)" userId="33772939-cd87-45c1-be61-e0648bc25a53" providerId="ADAL" clId="{A6AC12DA-AE6B-48F4-BD48-0E5A663F287C}" dt="2021-08-08T08:34:17.143" v="0" actId="47"/>
        <pc:sldMkLst>
          <pc:docMk/>
          <pc:sldMk cId="634672553" sldId="494"/>
        </pc:sldMkLst>
      </pc:sldChg>
      <pc:sldChg chg="del">
        <pc:chgData name="Oanh Le Thi Kim  (FE FPTU CT)" userId="33772939-cd87-45c1-be61-e0648bc25a53" providerId="ADAL" clId="{A6AC12DA-AE6B-48F4-BD48-0E5A663F287C}" dt="2021-08-08T08:34:17.143" v="0" actId="47"/>
        <pc:sldMkLst>
          <pc:docMk/>
          <pc:sldMk cId="4259931112" sldId="495"/>
        </pc:sldMkLst>
      </pc:sldChg>
      <pc:sldChg chg="del">
        <pc:chgData name="Oanh Le Thi Kim  (FE FPTU CT)" userId="33772939-cd87-45c1-be61-e0648bc25a53" providerId="ADAL" clId="{A6AC12DA-AE6B-48F4-BD48-0E5A663F287C}" dt="2021-08-08T08:34:17.143" v="0" actId="47"/>
        <pc:sldMkLst>
          <pc:docMk/>
          <pc:sldMk cId="3741788040" sldId="496"/>
        </pc:sldMkLst>
      </pc:sldChg>
      <pc:sldChg chg="del">
        <pc:chgData name="Oanh Le Thi Kim  (FE FPTU CT)" userId="33772939-cd87-45c1-be61-e0648bc25a53" providerId="ADAL" clId="{A6AC12DA-AE6B-48F4-BD48-0E5A663F287C}" dt="2021-08-08T08:34:17.143" v="0" actId="47"/>
        <pc:sldMkLst>
          <pc:docMk/>
          <pc:sldMk cId="1958271465" sldId="497"/>
        </pc:sldMkLst>
      </pc:sldChg>
      <pc:sldChg chg="del">
        <pc:chgData name="Oanh Le Thi Kim  (FE FPTU CT)" userId="33772939-cd87-45c1-be61-e0648bc25a53" providerId="ADAL" clId="{A6AC12DA-AE6B-48F4-BD48-0E5A663F287C}" dt="2021-08-08T08:34:17.143" v="0" actId="47"/>
        <pc:sldMkLst>
          <pc:docMk/>
          <pc:sldMk cId="1751100020" sldId="498"/>
        </pc:sldMkLst>
      </pc:sldChg>
      <pc:sldChg chg="del">
        <pc:chgData name="Oanh Le Thi Kim  (FE FPTU CT)" userId="33772939-cd87-45c1-be61-e0648bc25a53" providerId="ADAL" clId="{A6AC12DA-AE6B-48F4-BD48-0E5A663F287C}" dt="2021-08-08T08:34:17.143" v="0" actId="47"/>
        <pc:sldMkLst>
          <pc:docMk/>
          <pc:sldMk cId="3912670926" sldId="499"/>
        </pc:sldMkLst>
      </pc:sldChg>
      <pc:sldChg chg="del">
        <pc:chgData name="Oanh Le Thi Kim  (FE FPTU CT)" userId="33772939-cd87-45c1-be61-e0648bc25a53" providerId="ADAL" clId="{A6AC12DA-AE6B-48F4-BD48-0E5A663F287C}" dt="2021-08-08T08:34:17.143" v="0" actId="47"/>
        <pc:sldMkLst>
          <pc:docMk/>
          <pc:sldMk cId="797964670" sldId="500"/>
        </pc:sldMkLst>
      </pc:sldChg>
      <pc:sldChg chg="del">
        <pc:chgData name="Oanh Le Thi Kim  (FE FPTU CT)" userId="33772939-cd87-45c1-be61-e0648bc25a53" providerId="ADAL" clId="{A6AC12DA-AE6B-48F4-BD48-0E5A663F287C}" dt="2021-08-08T08:34:17.143" v="0" actId="47"/>
        <pc:sldMkLst>
          <pc:docMk/>
          <pc:sldMk cId="4142910932" sldId="501"/>
        </pc:sldMkLst>
      </pc:sldChg>
      <pc:sldChg chg="del">
        <pc:chgData name="Oanh Le Thi Kim  (FE FPTU CT)" userId="33772939-cd87-45c1-be61-e0648bc25a53" providerId="ADAL" clId="{A6AC12DA-AE6B-48F4-BD48-0E5A663F287C}" dt="2021-08-08T08:34:17.143" v="0" actId="47"/>
        <pc:sldMkLst>
          <pc:docMk/>
          <pc:sldMk cId="1066729684" sldId="502"/>
        </pc:sldMkLst>
      </pc:sldChg>
      <pc:sldChg chg="del">
        <pc:chgData name="Oanh Le Thi Kim  (FE FPTU CT)" userId="33772939-cd87-45c1-be61-e0648bc25a53" providerId="ADAL" clId="{A6AC12DA-AE6B-48F4-BD48-0E5A663F287C}" dt="2021-08-08T08:34:17.143" v="0" actId="47"/>
        <pc:sldMkLst>
          <pc:docMk/>
          <pc:sldMk cId="252006646" sldId="503"/>
        </pc:sldMkLst>
      </pc:sldChg>
      <pc:sldChg chg="del">
        <pc:chgData name="Oanh Le Thi Kim  (FE FPTU CT)" userId="33772939-cd87-45c1-be61-e0648bc25a53" providerId="ADAL" clId="{A6AC12DA-AE6B-48F4-BD48-0E5A663F287C}" dt="2021-08-08T08:34:17.143" v="0" actId="47"/>
        <pc:sldMkLst>
          <pc:docMk/>
          <pc:sldMk cId="3330583441" sldId="504"/>
        </pc:sldMkLst>
      </pc:sldChg>
      <pc:sldChg chg="del">
        <pc:chgData name="Oanh Le Thi Kim  (FE FPTU CT)" userId="33772939-cd87-45c1-be61-e0648bc25a53" providerId="ADAL" clId="{A6AC12DA-AE6B-48F4-BD48-0E5A663F287C}" dt="2021-08-08T08:34:17.143" v="0" actId="47"/>
        <pc:sldMkLst>
          <pc:docMk/>
          <pc:sldMk cId="3509656281" sldId="505"/>
        </pc:sldMkLst>
      </pc:sldChg>
      <pc:sldChg chg="del">
        <pc:chgData name="Oanh Le Thi Kim  (FE FPTU CT)" userId="33772939-cd87-45c1-be61-e0648bc25a53" providerId="ADAL" clId="{A6AC12DA-AE6B-48F4-BD48-0E5A663F287C}" dt="2021-08-08T08:34:17.143" v="0" actId="47"/>
        <pc:sldMkLst>
          <pc:docMk/>
          <pc:sldMk cId="856847072" sldId="506"/>
        </pc:sldMkLst>
      </pc:sldChg>
      <pc:sldChg chg="modSp mod">
        <pc:chgData name="Oanh Le Thi Kim  (FE FPTU CT)" userId="33772939-cd87-45c1-be61-e0648bc25a53" providerId="ADAL" clId="{A6AC12DA-AE6B-48F4-BD48-0E5A663F287C}" dt="2021-09-08T14:48:00.368" v="628" actId="1076"/>
        <pc:sldMkLst>
          <pc:docMk/>
          <pc:sldMk cId="2818405752" sldId="516"/>
        </pc:sldMkLst>
        <pc:spChg chg="mod">
          <ac:chgData name="Oanh Le Thi Kim  (FE FPTU CT)" userId="33772939-cd87-45c1-be61-e0648bc25a53" providerId="ADAL" clId="{A6AC12DA-AE6B-48F4-BD48-0E5A663F287C}" dt="2021-09-08T14:48:00.368" v="628" actId="1076"/>
          <ac:spMkLst>
            <pc:docMk/>
            <pc:sldMk cId="2818405752" sldId="516"/>
            <ac:spMk id="4" creationId="{9CB7EEE1-C007-45D6-9CB2-FB416E743C66}"/>
          </ac:spMkLst>
        </pc:spChg>
      </pc:sldChg>
      <pc:sldChg chg="addSp delSp modSp add mod">
        <pc:chgData name="Oanh Le Thi Kim  (FE FPTU CT)" userId="33772939-cd87-45c1-be61-e0648bc25a53" providerId="ADAL" clId="{A6AC12DA-AE6B-48F4-BD48-0E5A663F287C}" dt="2021-08-21T06:57:03.584" v="22" actId="1076"/>
        <pc:sldMkLst>
          <pc:docMk/>
          <pc:sldMk cId="772250510" sldId="517"/>
        </pc:sldMkLst>
        <pc:spChg chg="del mod">
          <ac:chgData name="Oanh Le Thi Kim  (FE FPTU CT)" userId="33772939-cd87-45c1-be61-e0648bc25a53" providerId="ADAL" clId="{A6AC12DA-AE6B-48F4-BD48-0E5A663F287C}" dt="2021-08-21T06:56:37.299" v="17" actId="478"/>
          <ac:spMkLst>
            <pc:docMk/>
            <pc:sldMk cId="772250510" sldId="517"/>
            <ac:spMk id="3" creationId="{00000000-0000-0000-0000-000000000000}"/>
          </ac:spMkLst>
        </pc:spChg>
        <pc:spChg chg="add del mod">
          <ac:chgData name="Oanh Le Thi Kim  (FE FPTU CT)" userId="33772939-cd87-45c1-be61-e0648bc25a53" providerId="ADAL" clId="{A6AC12DA-AE6B-48F4-BD48-0E5A663F287C}" dt="2021-08-21T06:56:41.268" v="18" actId="478"/>
          <ac:spMkLst>
            <pc:docMk/>
            <pc:sldMk cId="772250510" sldId="517"/>
            <ac:spMk id="5" creationId="{C46C8768-3BC2-42FD-AFE8-68FD8CE16FEF}"/>
          </ac:spMkLst>
        </pc:spChg>
        <pc:spChg chg="mod">
          <ac:chgData name="Oanh Le Thi Kim  (FE FPTU CT)" userId="33772939-cd87-45c1-be61-e0648bc25a53" providerId="ADAL" clId="{A6AC12DA-AE6B-48F4-BD48-0E5A663F287C}" dt="2021-08-21T06:57:03.584" v="22" actId="1076"/>
          <ac:spMkLst>
            <pc:docMk/>
            <pc:sldMk cId="772250510" sldId="517"/>
            <ac:spMk id="8" creationId="{DAEFD4E7-6F3B-431B-AFC3-4AD21E95532A}"/>
          </ac:spMkLst>
        </pc:spChg>
        <pc:spChg chg="add mod">
          <ac:chgData name="Oanh Le Thi Kim  (FE FPTU CT)" userId="33772939-cd87-45c1-be61-e0648bc25a53" providerId="ADAL" clId="{A6AC12DA-AE6B-48F4-BD48-0E5A663F287C}" dt="2021-08-21T06:56:57.740" v="21"/>
          <ac:spMkLst>
            <pc:docMk/>
            <pc:sldMk cId="772250510" sldId="517"/>
            <ac:spMk id="9" creationId="{8B6D2AA4-3964-4D57-8296-A8922932B030}"/>
          </ac:spMkLst>
        </pc:spChg>
      </pc:sldChg>
      <pc:sldChg chg="del">
        <pc:chgData name="Oanh Le Thi Kim  (FE FPTU CT)" userId="33772939-cd87-45c1-be61-e0648bc25a53" providerId="ADAL" clId="{A6AC12DA-AE6B-48F4-BD48-0E5A663F287C}" dt="2021-08-08T08:34:37.209" v="6" actId="47"/>
        <pc:sldMkLst>
          <pc:docMk/>
          <pc:sldMk cId="4285738145" sldId="517"/>
        </pc:sldMkLst>
      </pc:sldChg>
      <pc:sldChg chg="del">
        <pc:chgData name="Oanh Le Thi Kim  (FE FPTU CT)" userId="33772939-cd87-45c1-be61-e0648bc25a53" providerId="ADAL" clId="{A6AC12DA-AE6B-48F4-BD48-0E5A663F287C}" dt="2021-08-08T08:34:37.209" v="6" actId="47"/>
        <pc:sldMkLst>
          <pc:docMk/>
          <pc:sldMk cId="311268855" sldId="518"/>
        </pc:sldMkLst>
      </pc:sldChg>
      <pc:sldChg chg="modSp add mod ord modNotesTx">
        <pc:chgData name="Oanh Le Thi Kim  (FE FPTU CT)" userId="33772939-cd87-45c1-be61-e0648bc25a53" providerId="ADAL" clId="{A6AC12DA-AE6B-48F4-BD48-0E5A663F287C}" dt="2021-09-08T14:40:47.873" v="132"/>
        <pc:sldMkLst>
          <pc:docMk/>
          <pc:sldMk cId="3932545180" sldId="518"/>
        </pc:sldMkLst>
        <pc:spChg chg="mod">
          <ac:chgData name="Oanh Le Thi Kim  (FE FPTU CT)" userId="33772939-cd87-45c1-be61-e0648bc25a53" providerId="ADAL" clId="{A6AC12DA-AE6B-48F4-BD48-0E5A663F287C}" dt="2021-09-08T14:40:41.115" v="130" actId="207"/>
          <ac:spMkLst>
            <pc:docMk/>
            <pc:sldMk cId="3932545180" sldId="518"/>
            <ac:spMk id="8" creationId="{DAEFD4E7-6F3B-431B-AFC3-4AD21E95532A}"/>
          </ac:spMkLst>
        </pc:spChg>
        <pc:spChg chg="mod">
          <ac:chgData name="Oanh Le Thi Kim  (FE FPTU CT)" userId="33772939-cd87-45c1-be61-e0648bc25a53" providerId="ADAL" clId="{A6AC12DA-AE6B-48F4-BD48-0E5A663F287C}" dt="2021-09-08T14:40:32.212" v="128" actId="122"/>
          <ac:spMkLst>
            <pc:docMk/>
            <pc:sldMk cId="3932545180" sldId="518"/>
            <ac:spMk id="9" creationId="{8B6D2AA4-3964-4D57-8296-A8922932B030}"/>
          </ac:spMkLst>
        </pc:spChg>
      </pc:sldChg>
      <pc:sldChg chg="del">
        <pc:chgData name="Oanh Le Thi Kim  (FE FPTU CT)" userId="33772939-cd87-45c1-be61-e0648bc25a53" providerId="ADAL" clId="{A6AC12DA-AE6B-48F4-BD48-0E5A663F287C}" dt="2021-08-08T08:34:37.209" v="6" actId="47"/>
        <pc:sldMkLst>
          <pc:docMk/>
          <pc:sldMk cId="988357671" sldId="519"/>
        </pc:sldMkLst>
      </pc:sldChg>
      <pc:sldChg chg="addSp modSp add mod ord modAnim modNotesTx">
        <pc:chgData name="Oanh Le Thi Kim  (FE FPTU CT)" userId="33772939-cd87-45c1-be61-e0648bc25a53" providerId="ADAL" clId="{A6AC12DA-AE6B-48F4-BD48-0E5A663F287C}" dt="2021-09-08T14:49:53.278" v="766" actId="20577"/>
        <pc:sldMkLst>
          <pc:docMk/>
          <pc:sldMk cId="1903079587" sldId="519"/>
        </pc:sldMkLst>
        <pc:spChg chg="mod">
          <ac:chgData name="Oanh Le Thi Kim  (FE FPTU CT)" userId="33772939-cd87-45c1-be61-e0648bc25a53" providerId="ADAL" clId="{A6AC12DA-AE6B-48F4-BD48-0E5A663F287C}" dt="2021-09-08T14:45:27.533" v="440" actId="20577"/>
          <ac:spMkLst>
            <pc:docMk/>
            <pc:sldMk cId="1903079587" sldId="519"/>
            <ac:spMk id="5" creationId="{9F4B3034-E2E3-4173-8554-B1E008035346}"/>
          </ac:spMkLst>
        </pc:spChg>
        <pc:spChg chg="add mod">
          <ac:chgData name="Oanh Le Thi Kim  (FE FPTU CT)" userId="33772939-cd87-45c1-be61-e0648bc25a53" providerId="ADAL" clId="{A6AC12DA-AE6B-48F4-BD48-0E5A663F287C}" dt="2021-09-08T14:43:01.064" v="166" actId="1076"/>
          <ac:spMkLst>
            <pc:docMk/>
            <pc:sldMk cId="1903079587" sldId="519"/>
            <ac:spMk id="6" creationId="{1D2ED655-600B-418D-BBDF-C8CFA47A0E9E}"/>
          </ac:spMkLst>
        </pc:spChg>
      </pc:sldChg>
      <pc:sldChg chg="modSp add mod ord modNotesTx">
        <pc:chgData name="Oanh Le Thi Kim  (FE FPTU CT)" userId="33772939-cd87-45c1-be61-e0648bc25a53" providerId="ADAL" clId="{A6AC12DA-AE6B-48F4-BD48-0E5A663F287C}" dt="2021-09-08T14:49:48.967" v="765" actId="20577"/>
        <pc:sldMkLst>
          <pc:docMk/>
          <pc:sldMk cId="4118904089" sldId="520"/>
        </pc:sldMkLst>
        <pc:spChg chg="mod">
          <ac:chgData name="Oanh Le Thi Kim  (FE FPTU CT)" userId="33772939-cd87-45c1-be61-e0648bc25a53" providerId="ADAL" clId="{A6AC12DA-AE6B-48F4-BD48-0E5A663F287C}" dt="2021-09-08T14:45:54.591" v="444"/>
          <ac:spMkLst>
            <pc:docMk/>
            <pc:sldMk cId="4118904089" sldId="520"/>
            <ac:spMk id="4" creationId="{9CB7EEE1-C007-45D6-9CB2-FB416E743C66}"/>
          </ac:spMkLst>
        </pc:spChg>
        <pc:spChg chg="mod">
          <ac:chgData name="Oanh Le Thi Kim  (FE FPTU CT)" userId="33772939-cd87-45c1-be61-e0648bc25a53" providerId="ADAL" clId="{A6AC12DA-AE6B-48F4-BD48-0E5A663F287C}" dt="2021-09-08T14:47:33.697" v="623" actId="108"/>
          <ac:spMkLst>
            <pc:docMk/>
            <pc:sldMk cId="4118904089" sldId="520"/>
            <ac:spMk id="5" creationId="{9F4B3034-E2E3-4173-8554-B1E008035346}"/>
          </ac:spMkLst>
        </pc:spChg>
      </pc:sldChg>
      <pc:sldChg chg="del">
        <pc:chgData name="Oanh Le Thi Kim  (FE FPTU CT)" userId="33772939-cd87-45c1-be61-e0648bc25a53" providerId="ADAL" clId="{A6AC12DA-AE6B-48F4-BD48-0E5A663F287C}" dt="2021-08-08T08:34:37.209" v="6" actId="47"/>
        <pc:sldMkLst>
          <pc:docMk/>
          <pc:sldMk cId="4127391314" sldId="520"/>
        </pc:sldMkLst>
      </pc:sldChg>
      <pc:sldChg chg="del">
        <pc:chgData name="Oanh Le Thi Kim  (FE FPTU CT)" userId="33772939-cd87-45c1-be61-e0648bc25a53" providerId="ADAL" clId="{A6AC12DA-AE6B-48F4-BD48-0E5A663F287C}" dt="2021-08-08T08:34:17.143" v="0" actId="47"/>
        <pc:sldMkLst>
          <pc:docMk/>
          <pc:sldMk cId="1898261554" sldId="521"/>
        </pc:sldMkLst>
      </pc:sldChg>
      <pc:sldChg chg="modSp add mod ord modAnim modNotesTx">
        <pc:chgData name="Oanh Le Thi Kim  (FE FPTU CT)" userId="33772939-cd87-45c1-be61-e0648bc25a53" providerId="ADAL" clId="{A6AC12DA-AE6B-48F4-BD48-0E5A663F287C}" dt="2021-09-08T14:49:45.243" v="764" actId="14100"/>
        <pc:sldMkLst>
          <pc:docMk/>
          <pc:sldMk cId="2042683017" sldId="521"/>
        </pc:sldMkLst>
        <pc:spChg chg="mod">
          <ac:chgData name="Oanh Le Thi Kim  (FE FPTU CT)" userId="33772939-cd87-45c1-be61-e0648bc25a53" providerId="ADAL" clId="{A6AC12DA-AE6B-48F4-BD48-0E5A663F287C}" dt="2021-09-08T14:48:05.549" v="629"/>
          <ac:spMkLst>
            <pc:docMk/>
            <pc:sldMk cId="2042683017" sldId="521"/>
            <ac:spMk id="4" creationId="{9CB7EEE1-C007-45D6-9CB2-FB416E743C66}"/>
          </ac:spMkLst>
        </pc:spChg>
        <pc:spChg chg="mod">
          <ac:chgData name="Oanh Le Thi Kim  (FE FPTU CT)" userId="33772939-cd87-45c1-be61-e0648bc25a53" providerId="ADAL" clId="{A6AC12DA-AE6B-48F4-BD48-0E5A663F287C}" dt="2021-09-08T14:49:45.243" v="764" actId="14100"/>
          <ac:spMkLst>
            <pc:docMk/>
            <pc:sldMk cId="2042683017" sldId="521"/>
            <ac:spMk id="5" creationId="{9F4B3034-E2E3-4173-8554-B1E008035346}"/>
          </ac:spMkLst>
        </pc:spChg>
      </pc:sldChg>
      <pc:sldChg chg="del">
        <pc:chgData name="Oanh Le Thi Kim  (FE FPTU CT)" userId="33772939-cd87-45c1-be61-e0648bc25a53" providerId="ADAL" clId="{A6AC12DA-AE6B-48F4-BD48-0E5A663F287C}" dt="2021-08-08T08:34:17.143" v="0" actId="47"/>
        <pc:sldMkLst>
          <pc:docMk/>
          <pc:sldMk cId="4148253158" sldId="522"/>
        </pc:sldMkLst>
      </pc:sldChg>
    </pc:docChg>
  </pc:docChgLst>
  <pc:docChgLst>
    <pc:chgData name="Le Thi Kim Oanh (FE FPTU CT)" userId="33772939-cd87-45c1-be61-e0648bc25a53" providerId="ADAL" clId="{A6AC12DA-AE6B-48F4-BD48-0E5A663F287C}"/>
    <pc:docChg chg="custSel addSld delSld modSld">
      <pc:chgData name="Le Thi Kim Oanh (FE FPTU CT)" userId="33772939-cd87-45c1-be61-e0648bc25a53" providerId="ADAL" clId="{A6AC12DA-AE6B-48F4-BD48-0E5A663F287C}" dt="2021-09-17T01:25:58.192" v="35" actId="47"/>
      <pc:docMkLst>
        <pc:docMk/>
      </pc:docMkLst>
      <pc:sldChg chg="del">
        <pc:chgData name="Le Thi Kim Oanh (FE FPTU CT)" userId="33772939-cd87-45c1-be61-e0648bc25a53" providerId="ADAL" clId="{A6AC12DA-AE6B-48F4-BD48-0E5A663F287C}" dt="2021-09-17T01:24:52.018" v="14" actId="47"/>
        <pc:sldMkLst>
          <pc:docMk/>
          <pc:sldMk cId="1903079587" sldId="519"/>
        </pc:sldMkLst>
      </pc:sldChg>
      <pc:sldChg chg="del">
        <pc:chgData name="Le Thi Kim Oanh (FE FPTU CT)" userId="33772939-cd87-45c1-be61-e0648bc25a53" providerId="ADAL" clId="{A6AC12DA-AE6B-48F4-BD48-0E5A663F287C}" dt="2021-09-17T01:25:27.247" v="24" actId="47"/>
        <pc:sldMkLst>
          <pc:docMk/>
          <pc:sldMk cId="4118904089" sldId="520"/>
        </pc:sldMkLst>
      </pc:sldChg>
      <pc:sldChg chg="del">
        <pc:chgData name="Le Thi Kim Oanh (FE FPTU CT)" userId="33772939-cd87-45c1-be61-e0648bc25a53" providerId="ADAL" clId="{A6AC12DA-AE6B-48F4-BD48-0E5A663F287C}" dt="2021-09-17T01:25:58.192" v="35" actId="47"/>
        <pc:sldMkLst>
          <pc:docMk/>
          <pc:sldMk cId="2042683017" sldId="521"/>
        </pc:sldMkLst>
      </pc:sldChg>
      <pc:sldChg chg="addSp delSp modSp add mod">
        <pc:chgData name="Le Thi Kim Oanh (FE FPTU CT)" userId="33772939-cd87-45c1-be61-e0648bc25a53" providerId="ADAL" clId="{A6AC12DA-AE6B-48F4-BD48-0E5A663F287C}" dt="2021-09-17T01:23:40.813" v="13" actId="14100"/>
        <pc:sldMkLst>
          <pc:docMk/>
          <pc:sldMk cId="3766553441" sldId="537"/>
        </pc:sldMkLst>
        <pc:spChg chg="mod">
          <ac:chgData name="Le Thi Kim Oanh (FE FPTU CT)" userId="33772939-cd87-45c1-be61-e0648bc25a53" providerId="ADAL" clId="{A6AC12DA-AE6B-48F4-BD48-0E5A663F287C}" dt="2021-09-17T01:23:24.931" v="6"/>
          <ac:spMkLst>
            <pc:docMk/>
            <pc:sldMk cId="3766553441" sldId="537"/>
            <ac:spMk id="2" creationId="{42E7FF3D-1C5F-4028-AF2A-1DAE728C2E9F}"/>
          </ac:spMkLst>
        </pc:spChg>
        <pc:spChg chg="add del mod">
          <ac:chgData name="Le Thi Kim Oanh (FE FPTU CT)" userId="33772939-cd87-45c1-be61-e0648bc25a53" providerId="ADAL" clId="{A6AC12DA-AE6B-48F4-BD48-0E5A663F287C}" dt="2021-09-17T01:23:33.388" v="8" actId="931"/>
          <ac:spMkLst>
            <pc:docMk/>
            <pc:sldMk cId="3766553441" sldId="537"/>
            <ac:spMk id="4" creationId="{7FB13DC9-A359-47D7-A9E0-2B7B8B6E2B86}"/>
          </ac:spMkLst>
        </pc:spChg>
        <pc:picChg chg="del">
          <ac:chgData name="Le Thi Kim Oanh (FE FPTU CT)" userId="33772939-cd87-45c1-be61-e0648bc25a53" providerId="ADAL" clId="{A6AC12DA-AE6B-48F4-BD48-0E5A663F287C}" dt="2021-09-17T01:23:26.440" v="7" actId="478"/>
          <ac:picMkLst>
            <pc:docMk/>
            <pc:sldMk cId="3766553441" sldId="537"/>
            <ac:picMk id="6" creationId="{22ED5903-D9B9-4F55-AB03-F09A8F15EE13}"/>
          </ac:picMkLst>
        </pc:picChg>
        <pc:picChg chg="add mod">
          <ac:chgData name="Le Thi Kim Oanh (FE FPTU CT)" userId="33772939-cd87-45c1-be61-e0648bc25a53" providerId="ADAL" clId="{A6AC12DA-AE6B-48F4-BD48-0E5A663F287C}" dt="2021-09-17T01:23:40.813" v="13" actId="14100"/>
          <ac:picMkLst>
            <pc:docMk/>
            <pc:sldMk cId="3766553441" sldId="537"/>
            <ac:picMk id="7" creationId="{312BD79B-50B2-4318-99B4-BFABF67A8558}"/>
          </ac:picMkLst>
        </pc:picChg>
      </pc:sldChg>
      <pc:sldChg chg="addSp delSp modSp add mod">
        <pc:chgData name="Le Thi Kim Oanh (FE FPTU CT)" userId="33772939-cd87-45c1-be61-e0648bc25a53" providerId="ADAL" clId="{A6AC12DA-AE6B-48F4-BD48-0E5A663F287C}" dt="2021-09-17T01:25:24.417" v="23" actId="14100"/>
        <pc:sldMkLst>
          <pc:docMk/>
          <pc:sldMk cId="3082216300" sldId="538"/>
        </pc:sldMkLst>
        <pc:spChg chg="add del mod">
          <ac:chgData name="Le Thi Kim Oanh (FE FPTU CT)" userId="33772939-cd87-45c1-be61-e0648bc25a53" providerId="ADAL" clId="{A6AC12DA-AE6B-48F4-BD48-0E5A663F287C}" dt="2021-09-17T01:25:16.707" v="17" actId="931"/>
          <ac:spMkLst>
            <pc:docMk/>
            <pc:sldMk cId="3082216300" sldId="538"/>
            <ac:spMk id="4" creationId="{438128D6-4521-46D3-A78A-745F83FCE9EA}"/>
          </ac:spMkLst>
        </pc:spChg>
        <pc:picChg chg="add mod">
          <ac:chgData name="Le Thi Kim Oanh (FE FPTU CT)" userId="33772939-cd87-45c1-be61-e0648bc25a53" providerId="ADAL" clId="{A6AC12DA-AE6B-48F4-BD48-0E5A663F287C}" dt="2021-09-17T01:25:24.417" v="23" actId="14100"/>
          <ac:picMkLst>
            <pc:docMk/>
            <pc:sldMk cId="3082216300" sldId="538"/>
            <ac:picMk id="6" creationId="{69F2F62A-EDCD-47C2-B91A-EDEFA504EA4B}"/>
          </ac:picMkLst>
        </pc:picChg>
        <pc:picChg chg="del">
          <ac:chgData name="Le Thi Kim Oanh (FE FPTU CT)" userId="33772939-cd87-45c1-be61-e0648bc25a53" providerId="ADAL" clId="{A6AC12DA-AE6B-48F4-BD48-0E5A663F287C}" dt="2021-09-17T01:25:05.446" v="16" actId="478"/>
          <ac:picMkLst>
            <pc:docMk/>
            <pc:sldMk cId="3082216300" sldId="538"/>
            <ac:picMk id="7" creationId="{312BD79B-50B2-4318-99B4-BFABF67A8558}"/>
          </ac:picMkLst>
        </pc:picChg>
      </pc:sldChg>
      <pc:sldChg chg="addSp delSp modSp add mod">
        <pc:chgData name="Le Thi Kim Oanh (FE FPTU CT)" userId="33772939-cd87-45c1-be61-e0648bc25a53" providerId="ADAL" clId="{A6AC12DA-AE6B-48F4-BD48-0E5A663F287C}" dt="2021-09-17T01:25:52.541" v="34" actId="14100"/>
        <pc:sldMkLst>
          <pc:docMk/>
          <pc:sldMk cId="2340318389" sldId="539"/>
        </pc:sldMkLst>
        <pc:spChg chg="add del mod">
          <ac:chgData name="Le Thi Kim Oanh (FE FPTU CT)" userId="33772939-cd87-45c1-be61-e0648bc25a53" providerId="ADAL" clId="{A6AC12DA-AE6B-48F4-BD48-0E5A663F287C}" dt="2021-09-17T01:25:46.890" v="29" actId="931"/>
          <ac:spMkLst>
            <pc:docMk/>
            <pc:sldMk cId="2340318389" sldId="539"/>
            <ac:spMk id="4" creationId="{66ECE30D-F17E-4631-993F-3D183802CA5B}"/>
          </ac:spMkLst>
        </pc:spChg>
        <pc:picChg chg="add mod">
          <ac:chgData name="Le Thi Kim Oanh (FE FPTU CT)" userId="33772939-cd87-45c1-be61-e0648bc25a53" providerId="ADAL" clId="{A6AC12DA-AE6B-48F4-BD48-0E5A663F287C}" dt="2021-09-17T01:25:52.541" v="34" actId="14100"/>
          <ac:picMkLst>
            <pc:docMk/>
            <pc:sldMk cId="2340318389" sldId="539"/>
            <ac:picMk id="6" creationId="{D2E8CA71-B262-4363-8801-2F778529C37C}"/>
          </ac:picMkLst>
        </pc:picChg>
        <pc:picChg chg="del mod">
          <ac:chgData name="Le Thi Kim Oanh (FE FPTU CT)" userId="33772939-cd87-45c1-be61-e0648bc25a53" providerId="ADAL" clId="{A6AC12DA-AE6B-48F4-BD48-0E5A663F287C}" dt="2021-09-17T01:25:40.958" v="28" actId="478"/>
          <ac:picMkLst>
            <pc:docMk/>
            <pc:sldMk cId="2340318389" sldId="539"/>
            <ac:picMk id="7" creationId="{312BD79B-50B2-4318-99B4-BFABF67A855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4AC79-637E-4A71-B73B-6E806EDF51EE}" type="datetimeFigureOut">
              <a:rPr lang="en-US" smtClean="0"/>
              <a:t>9/17/2021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E8D07D-93F7-416F-A73A-05ECF16F3B14}" type="slidenum">
              <a:rPr lang="en-US" smtClean="0"/>
              <a:t>‹#›</a:t>
            </a:fld>
            <a:endParaRPr lang="en-US"/>
          </a:p>
        </p:txBody>
      </p:sp>
    </p:spTree>
    <p:extLst>
      <p:ext uri="{BB962C8B-B14F-4D97-AF65-F5344CB8AC3E}">
        <p14:creationId xmlns:p14="http://schemas.microsoft.com/office/powerpoint/2010/main" val="418500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7CD11A-EED3-40CE-98A3-28FEE84867B3}" type="slidenum">
              <a:rPr lang="en-US" smtClean="0"/>
              <a:t>2</a:t>
            </a:fld>
            <a:endParaRPr lang="en-US"/>
          </a:p>
        </p:txBody>
      </p:sp>
    </p:spTree>
    <p:extLst>
      <p:ext uri="{BB962C8B-B14F-4D97-AF65-F5344CB8AC3E}">
        <p14:creationId xmlns:p14="http://schemas.microsoft.com/office/powerpoint/2010/main" val="41031286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3</a:t>
            </a:fld>
            <a:endParaRPr lang="en-US"/>
          </a:p>
        </p:txBody>
      </p:sp>
    </p:spTree>
    <p:extLst>
      <p:ext uri="{BB962C8B-B14F-4D97-AF65-F5344CB8AC3E}">
        <p14:creationId xmlns:p14="http://schemas.microsoft.com/office/powerpoint/2010/main" val="4341488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4</a:t>
            </a:fld>
            <a:endParaRPr lang="en-US"/>
          </a:p>
        </p:txBody>
      </p:sp>
    </p:spTree>
    <p:extLst>
      <p:ext uri="{BB962C8B-B14F-4D97-AF65-F5344CB8AC3E}">
        <p14:creationId xmlns:p14="http://schemas.microsoft.com/office/powerpoint/2010/main" val="15559205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ja-JP" altLang="en-US" b="0" i="0" dirty="0">
                <a:solidFill>
                  <a:srgbClr val="000000"/>
                </a:solidFill>
                <a:effectLst/>
                <a:latin typeface="Arial" panose="020B0604020202020204" pitchFamily="34" charset="0"/>
              </a:rPr>
              <a:t>名前、国、趣味など。</a:t>
            </a:r>
            <a:endParaRPr lang="vi-VN"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何を話したら、いいかわかりません。</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5</a:t>
            </a:fld>
            <a:endParaRPr lang="en-US"/>
          </a:p>
        </p:txBody>
      </p:sp>
    </p:spTree>
    <p:extLst>
      <p:ext uri="{BB962C8B-B14F-4D97-AF65-F5344CB8AC3E}">
        <p14:creationId xmlns:p14="http://schemas.microsoft.com/office/powerpoint/2010/main" val="3699721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6</a:t>
            </a:fld>
            <a:endParaRPr lang="en-US"/>
          </a:p>
        </p:txBody>
      </p:sp>
    </p:spTree>
    <p:extLst>
      <p:ext uri="{BB962C8B-B14F-4D97-AF65-F5344CB8AC3E}">
        <p14:creationId xmlns:p14="http://schemas.microsoft.com/office/powerpoint/2010/main" val="1973076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ja-JP" altLang="en-US" b="0" i="0" dirty="0">
                <a:solidFill>
                  <a:srgbClr val="000000"/>
                </a:solidFill>
                <a:effectLst/>
                <a:latin typeface="Arial" panose="020B0604020202020204" pitchFamily="34" charset="0"/>
              </a:rPr>
              <a:t>「ワンちゃん」、「はなちゃん」</a:t>
            </a:r>
            <a:endParaRPr lang="vi-VN"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インターネットで日本人の友達ができたことがきっかけ。</a:t>
            </a:r>
            <a:endParaRPr lang="vi-VN"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「忘れっぽい性格」です。忘れやすい。</a:t>
            </a:r>
            <a:endParaRPr lang="en-US"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よく、物をどこに置いたかわからなくなります。</a:t>
            </a:r>
            <a:endParaRPr lang="en-US" altLang="ja-JP" b="0" i="0" dirty="0">
              <a:solidFill>
                <a:srgbClr val="000000"/>
              </a:solidFill>
              <a:effectLst/>
              <a:latin typeface="Arial" panose="020B0604020202020204" pitchFamily="34" charset="0"/>
            </a:endParaRPr>
          </a:p>
          <a:p>
            <a:pPr marL="228600" indent="-228600">
              <a:buAutoNum type="arabicPeriod"/>
            </a:pPr>
            <a:r>
              <a:rPr lang="ja-JP" altLang="en-US" b="0" i="0" dirty="0">
                <a:solidFill>
                  <a:srgbClr val="000000"/>
                </a:solidFill>
                <a:effectLst/>
                <a:latin typeface="Arial" panose="020B0604020202020204" pitchFamily="34" charset="0"/>
              </a:rPr>
              <a:t>日本の料理やタイの料理。映画やドラマを見ること。</a:t>
            </a:r>
            <a:endParaRPr lang="en-US" dirty="0"/>
          </a:p>
        </p:txBody>
      </p:sp>
      <p:sp>
        <p:nvSpPr>
          <p:cNvPr id="4" name="Slide Number Placeholder 3"/>
          <p:cNvSpPr>
            <a:spLocks noGrp="1"/>
          </p:cNvSpPr>
          <p:nvPr>
            <p:ph type="sldNum" sz="quarter" idx="5"/>
          </p:nvPr>
        </p:nvSpPr>
        <p:spPr/>
        <p:txBody>
          <a:bodyPr/>
          <a:lstStyle/>
          <a:p>
            <a:fld id="{74E8D07D-93F7-416F-A73A-05ECF16F3B14}" type="slidenum">
              <a:rPr lang="en-US" smtClean="0"/>
              <a:t>7</a:t>
            </a:fld>
            <a:endParaRPr lang="en-US"/>
          </a:p>
        </p:txBody>
      </p:sp>
    </p:spTree>
    <p:extLst>
      <p:ext uri="{BB962C8B-B14F-4D97-AF65-F5344CB8AC3E}">
        <p14:creationId xmlns:p14="http://schemas.microsoft.com/office/powerpoint/2010/main" val="9858979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8</a:t>
            </a:fld>
            <a:endParaRPr lang="en-US"/>
          </a:p>
        </p:txBody>
      </p:sp>
    </p:spTree>
    <p:extLst>
      <p:ext uri="{BB962C8B-B14F-4D97-AF65-F5344CB8AC3E}">
        <p14:creationId xmlns:p14="http://schemas.microsoft.com/office/powerpoint/2010/main" val="2599841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9</a:t>
            </a:fld>
            <a:endParaRPr lang="en-US"/>
          </a:p>
        </p:txBody>
      </p:sp>
    </p:spTree>
    <p:extLst>
      <p:ext uri="{BB962C8B-B14F-4D97-AF65-F5344CB8AC3E}">
        <p14:creationId xmlns:p14="http://schemas.microsoft.com/office/powerpoint/2010/main" val="41612506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11</a:t>
            </a:fld>
            <a:endParaRPr lang="en-US"/>
          </a:p>
        </p:txBody>
      </p:sp>
    </p:spTree>
    <p:extLst>
      <p:ext uri="{BB962C8B-B14F-4D97-AF65-F5344CB8AC3E}">
        <p14:creationId xmlns:p14="http://schemas.microsoft.com/office/powerpoint/2010/main" val="38683851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SV tự điền-GV sửa</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12</a:t>
            </a:fld>
            <a:endParaRPr lang="en-US"/>
          </a:p>
        </p:txBody>
      </p:sp>
    </p:spTree>
    <p:extLst>
      <p:ext uri="{BB962C8B-B14F-4D97-AF65-F5344CB8AC3E}">
        <p14:creationId xmlns:p14="http://schemas.microsoft.com/office/powerpoint/2010/main" val="3448861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13</a:t>
            </a:fld>
            <a:endParaRPr lang="en-US"/>
          </a:p>
        </p:txBody>
      </p:sp>
    </p:spTree>
    <p:extLst>
      <p:ext uri="{BB962C8B-B14F-4D97-AF65-F5344CB8AC3E}">
        <p14:creationId xmlns:p14="http://schemas.microsoft.com/office/powerpoint/2010/main" val="867830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15</a:t>
            </a:fld>
            <a:endParaRPr lang="en-US"/>
          </a:p>
        </p:txBody>
      </p:sp>
    </p:spTree>
    <p:extLst>
      <p:ext uri="{BB962C8B-B14F-4D97-AF65-F5344CB8AC3E}">
        <p14:creationId xmlns:p14="http://schemas.microsoft.com/office/powerpoint/2010/main" val="7486999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16</a:t>
            </a:fld>
            <a:endParaRPr lang="en-US"/>
          </a:p>
        </p:txBody>
      </p:sp>
    </p:spTree>
    <p:extLst>
      <p:ext uri="{BB962C8B-B14F-4D97-AF65-F5344CB8AC3E}">
        <p14:creationId xmlns:p14="http://schemas.microsoft.com/office/powerpoint/2010/main" val="30218408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17</a:t>
            </a:fld>
            <a:endParaRPr lang="en-US"/>
          </a:p>
        </p:txBody>
      </p:sp>
    </p:spTree>
    <p:extLst>
      <p:ext uri="{BB962C8B-B14F-4D97-AF65-F5344CB8AC3E}">
        <p14:creationId xmlns:p14="http://schemas.microsoft.com/office/powerpoint/2010/main" val="2376033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dirty="0"/>
              <a:t>１</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18</a:t>
            </a:fld>
            <a:endParaRPr lang="en-US"/>
          </a:p>
        </p:txBody>
      </p:sp>
    </p:spTree>
    <p:extLst>
      <p:ext uri="{BB962C8B-B14F-4D97-AF65-F5344CB8AC3E}">
        <p14:creationId xmlns:p14="http://schemas.microsoft.com/office/powerpoint/2010/main" val="508149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20</a:t>
            </a:fld>
            <a:endParaRPr lang="en-US"/>
          </a:p>
        </p:txBody>
      </p:sp>
    </p:spTree>
    <p:extLst>
      <p:ext uri="{BB962C8B-B14F-4D97-AF65-F5344CB8AC3E}">
        <p14:creationId xmlns:p14="http://schemas.microsoft.com/office/powerpoint/2010/main" val="2455353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SV tự điền-GV sửa</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21</a:t>
            </a:fld>
            <a:endParaRPr lang="en-US"/>
          </a:p>
        </p:txBody>
      </p:sp>
    </p:spTree>
    <p:extLst>
      <p:ext uri="{BB962C8B-B14F-4D97-AF65-F5344CB8AC3E}">
        <p14:creationId xmlns:p14="http://schemas.microsoft.com/office/powerpoint/2010/main" val="25850301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ltLang="ja-JP" b="0" i="0" dirty="0">
                <a:solidFill>
                  <a:srgbClr val="000000"/>
                </a:solidFill>
                <a:effectLst/>
                <a:latin typeface="Arial" panose="020B0604020202020204" pitchFamily="34" charset="0"/>
              </a:rPr>
              <a:t>SV tự điền-GV sửa</a:t>
            </a:r>
            <a:endParaRPr lang="en-US" altLang="ja-JP" b="0" i="0" dirty="0">
              <a:solidFill>
                <a:srgbClr val="000000"/>
              </a:solidFill>
              <a:effectLst/>
              <a:latin typeface="Arial" panose="020B0604020202020204" pitchFamily="34" charset="0"/>
            </a:endParaRPr>
          </a:p>
        </p:txBody>
      </p:sp>
      <p:sp>
        <p:nvSpPr>
          <p:cNvPr id="4" name="Slide Number Placeholder 3"/>
          <p:cNvSpPr>
            <a:spLocks noGrp="1"/>
          </p:cNvSpPr>
          <p:nvPr>
            <p:ph type="sldNum" sz="quarter" idx="5"/>
          </p:nvPr>
        </p:nvSpPr>
        <p:spPr/>
        <p:txBody>
          <a:bodyPr/>
          <a:lstStyle/>
          <a:p>
            <a:fld id="{74E8D07D-93F7-416F-A73A-05ECF16F3B14}" type="slidenum">
              <a:rPr lang="en-US" smtClean="0"/>
              <a:t>22</a:t>
            </a:fld>
            <a:endParaRPr lang="en-US"/>
          </a:p>
        </p:txBody>
      </p:sp>
    </p:spTree>
    <p:extLst>
      <p:ext uri="{BB962C8B-B14F-4D97-AF65-F5344CB8AC3E}">
        <p14:creationId xmlns:p14="http://schemas.microsoft.com/office/powerpoint/2010/main" val="35483010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8C7FB-2231-4C26-BB4A-5BA9894A69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818C77-A614-417B-BFC7-CBA53A8BB7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77160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46F45-CA2A-4988-873F-0116AC8431F6}"/>
              </a:ext>
            </a:extLst>
          </p:cNvPr>
          <p:cNvSpPr>
            <a:spLocks noGrp="1"/>
          </p:cNvSpPr>
          <p:nvPr>
            <p:ph type="title"/>
          </p:nvPr>
        </p:nvSpPr>
        <p:spPr>
          <a:xfrm>
            <a:off x="629265" y="365126"/>
            <a:ext cx="10943610" cy="814745"/>
          </a:xfrm>
        </p:spPr>
        <p:txBody>
          <a:bodyPr>
            <a:normAutofit/>
          </a:bodyPr>
          <a:lstStyle>
            <a:lvl1pPr>
              <a:defRPr sz="3600"/>
            </a:lvl1pPr>
          </a:lstStyle>
          <a:p>
            <a:endParaRPr lang="en-US" dirty="0"/>
          </a:p>
        </p:txBody>
      </p:sp>
      <p:sp>
        <p:nvSpPr>
          <p:cNvPr id="7" name="Content Placeholder 6">
            <a:extLst>
              <a:ext uri="{FF2B5EF4-FFF2-40B4-BE49-F238E27FC236}">
                <a16:creationId xmlns:a16="http://schemas.microsoft.com/office/drawing/2014/main" id="{B525123F-A5C6-452C-853C-53235A48CAD6}"/>
              </a:ext>
            </a:extLst>
          </p:cNvPr>
          <p:cNvSpPr>
            <a:spLocks noGrp="1"/>
          </p:cNvSpPr>
          <p:nvPr>
            <p:ph sz="quarter" idx="13"/>
          </p:nvPr>
        </p:nvSpPr>
        <p:spPr>
          <a:xfrm>
            <a:off x="629265" y="1828800"/>
            <a:ext cx="5466735" cy="3480619"/>
          </a:xfrm>
        </p:spPr>
        <p:txBody>
          <a:bodyPr/>
          <a:lstStyle>
            <a:lvl1pPr>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60EA6298-9743-48B8-A25C-863BFFCB9144}"/>
              </a:ext>
            </a:extLst>
          </p:cNvPr>
          <p:cNvSpPr>
            <a:spLocks noGrp="1"/>
          </p:cNvSpPr>
          <p:nvPr>
            <p:ph type="pic" sz="quarter" idx="14"/>
          </p:nvPr>
        </p:nvSpPr>
        <p:spPr>
          <a:xfrm>
            <a:off x="7030065" y="1946275"/>
            <a:ext cx="4542810" cy="3097673"/>
          </a:xfrm>
        </p:spPr>
        <p:txBody>
          <a:bodyPr/>
          <a:lstStyle/>
          <a:p>
            <a:endParaRPr lang="en-US" dirty="0"/>
          </a:p>
        </p:txBody>
      </p:sp>
    </p:spTree>
    <p:extLst>
      <p:ext uri="{BB962C8B-B14F-4D97-AF65-F5344CB8AC3E}">
        <p14:creationId xmlns:p14="http://schemas.microsoft.com/office/powerpoint/2010/main" val="1456329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F0BCD-32CE-47F3-8315-2473B8AF7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C3059B-2D6C-42DF-8074-E72342B294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C109A9-74C6-4023-9D79-7A19C6307D1C}"/>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5" name="Footer Placeholder 4">
            <a:extLst>
              <a:ext uri="{FF2B5EF4-FFF2-40B4-BE49-F238E27FC236}">
                <a16:creationId xmlns:a16="http://schemas.microsoft.com/office/drawing/2014/main" id="{3FC4CFD5-90D6-432F-982A-07461275F1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35A442-C7AE-48C1-A3E8-4B6127CDFA4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830334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2EE63-C26E-421A-9CD1-766899CBB17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148466-D14C-4196-A871-13A00CE155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BA42D23-2217-473F-B4F1-927F290E1AC2}"/>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5" name="Footer Placeholder 4">
            <a:extLst>
              <a:ext uri="{FF2B5EF4-FFF2-40B4-BE49-F238E27FC236}">
                <a16:creationId xmlns:a16="http://schemas.microsoft.com/office/drawing/2014/main" id="{2E424888-79E9-4FC9-982B-6C9DB3869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337D11-5F5D-4098-A402-1EEE154AE52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13631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8151-881E-45F1-B5A1-3486E147F0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D9466A-EF98-4CBB-A36A-A5D6793094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1B4661-4C1D-4729-97C4-09C1E14E8E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F54AE64-DDF8-4823-8895-A51D00245C72}"/>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6" name="Footer Placeholder 5">
            <a:extLst>
              <a:ext uri="{FF2B5EF4-FFF2-40B4-BE49-F238E27FC236}">
                <a16:creationId xmlns:a16="http://schemas.microsoft.com/office/drawing/2014/main" id="{9EE416DA-647E-4533-AC1E-34BAB737B6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3EB35-FFDF-424A-9F11-1EA3BD27C9A6}"/>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864499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D358B-1377-48AB-832D-4300317078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12A7963-751E-45AC-8609-D56E81E28E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8B208A-D174-4295-B7E2-24EE8E954F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17FF0-5F6E-4193-B326-0659B6B061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2B28880-116C-42E4-AC92-D5BB5A644E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8204A1-F53A-4EE0-9CDA-CC556A2FA99A}"/>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8" name="Footer Placeholder 7">
            <a:extLst>
              <a:ext uri="{FF2B5EF4-FFF2-40B4-BE49-F238E27FC236}">
                <a16:creationId xmlns:a16="http://schemas.microsoft.com/office/drawing/2014/main" id="{62FC743E-65FF-4520-BEFB-283E61A876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A248EE8-1196-4741-B910-F79F488CE35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2812396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54CBB-8EA5-4786-9A6E-6AD78DC24FA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740D110-F6DD-48CB-B86A-DCD389BF4B0E}"/>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4" name="Footer Placeholder 3">
            <a:extLst>
              <a:ext uri="{FF2B5EF4-FFF2-40B4-BE49-F238E27FC236}">
                <a16:creationId xmlns:a16="http://schemas.microsoft.com/office/drawing/2014/main" id="{E4196B01-C666-4C99-B6D5-0312A7D6AF8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832530F-F05A-4103-ACA3-8524E3952FDB}"/>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873919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774ECB-40C6-4E27-B12A-76765E06C047}"/>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3" name="Footer Placeholder 2">
            <a:extLst>
              <a:ext uri="{FF2B5EF4-FFF2-40B4-BE49-F238E27FC236}">
                <a16:creationId xmlns:a16="http://schemas.microsoft.com/office/drawing/2014/main" id="{7348A493-46CF-4B48-9829-0B9348D9B1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394916-4042-4D8E-892A-914EFC5C8468}"/>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403158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E9A22-F9BC-46DC-AEE7-154C4212FDF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D0601E-00A8-49B9-A830-4F65C30C5C6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A2F4117-F189-49C1-B50B-A6E6F7D45C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4FDE5D-3801-4B6B-BB4E-8C13D3FA86F7}"/>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6" name="Footer Placeholder 5">
            <a:extLst>
              <a:ext uri="{FF2B5EF4-FFF2-40B4-BE49-F238E27FC236}">
                <a16:creationId xmlns:a16="http://schemas.microsoft.com/office/drawing/2014/main" id="{A8B2F431-0B70-4957-8502-1C9D5ED222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60A9ED5-091C-47EC-A349-9DDCAFB0C0E4}"/>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695164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D373A-8FCB-4D17-8EAD-FFC347B841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5F3061-C6B3-46FD-9AA6-647F375FF5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B56BAD-90B9-4DDC-9323-CE6E7CA3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DBCEDF-9268-40D0-8BD3-2F66ED598A99}"/>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6" name="Footer Placeholder 5">
            <a:extLst>
              <a:ext uri="{FF2B5EF4-FFF2-40B4-BE49-F238E27FC236}">
                <a16:creationId xmlns:a16="http://schemas.microsoft.com/office/drawing/2014/main" id="{A0378D75-586A-435B-AEB3-3B663B057AF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3D7D3-8D4E-4C0C-93BA-6805456BB9ED}"/>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41404451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86861-86FD-46D3-8C4A-BD8F8739CF2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48C41C9-0E4E-4630-AD3A-F9C0111246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479CB1-9562-4BE1-B3DF-73F80ED0F05D}"/>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5" name="Footer Placeholder 4">
            <a:extLst>
              <a:ext uri="{FF2B5EF4-FFF2-40B4-BE49-F238E27FC236}">
                <a16:creationId xmlns:a16="http://schemas.microsoft.com/office/drawing/2014/main" id="{F63F8E2C-7661-4D7C-84B6-9613A552DE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B337A5-7C23-45ED-A420-AFC1BDEB366E}"/>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19181832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581C5C-90C6-4213-9929-35460CC0E9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25DB24-352A-43EE-BF2B-4B92429C67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B6E31F-E745-417D-96CF-F813DB47BAA0}"/>
              </a:ext>
            </a:extLst>
          </p:cNvPr>
          <p:cNvSpPr>
            <a:spLocks noGrp="1"/>
          </p:cNvSpPr>
          <p:nvPr>
            <p:ph type="dt" sz="half" idx="10"/>
          </p:nvPr>
        </p:nvSpPr>
        <p:spPr/>
        <p:txBody>
          <a:bodyPr/>
          <a:lstStyle/>
          <a:p>
            <a:fld id="{685A48F5-4720-4E72-9BE0-60A65680E518}" type="datetimeFigureOut">
              <a:rPr lang="en-US" smtClean="0"/>
              <a:t>9/17/2021</a:t>
            </a:fld>
            <a:endParaRPr lang="en-US"/>
          </a:p>
        </p:txBody>
      </p:sp>
      <p:sp>
        <p:nvSpPr>
          <p:cNvPr id="5" name="Footer Placeholder 4">
            <a:extLst>
              <a:ext uri="{FF2B5EF4-FFF2-40B4-BE49-F238E27FC236}">
                <a16:creationId xmlns:a16="http://schemas.microsoft.com/office/drawing/2014/main" id="{3EE4D048-BFA9-4C3F-8E7F-5A04C24917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4F8832-E1F7-428C-9C5E-4EDA77C09F4A}"/>
              </a:ext>
            </a:extLst>
          </p:cNvPr>
          <p:cNvSpPr>
            <a:spLocks noGrp="1"/>
          </p:cNvSpPr>
          <p:nvPr>
            <p:ph type="sldNum" sz="quarter" idx="12"/>
          </p:nvPr>
        </p:nvSpPr>
        <p:spPr/>
        <p:txBody>
          <a:bodyPr/>
          <a:lstStyle/>
          <a:p>
            <a:fld id="{1E3A991B-FBDD-4339-A602-F29DCEBE7F2E}" type="slidenum">
              <a:rPr lang="en-US" smtClean="0"/>
              <a:t>‹#›</a:t>
            </a:fld>
            <a:endParaRPr lang="en-US"/>
          </a:p>
        </p:txBody>
      </p:sp>
    </p:spTree>
    <p:extLst>
      <p:ext uri="{BB962C8B-B14F-4D97-AF65-F5344CB8AC3E}">
        <p14:creationId xmlns:p14="http://schemas.microsoft.com/office/powerpoint/2010/main" val="31808220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7996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E6D6F93-6FDF-4426-9952-14A26626E7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9F8CDEE-2564-4A48-A6AE-B4267AB94B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56B168-9AF9-46D3-A943-488DA535D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85A48F5-4720-4E72-9BE0-60A65680E518}" type="datetimeFigureOut">
              <a:rPr lang="en-US" smtClean="0"/>
              <a:t>9/17/2021</a:t>
            </a:fld>
            <a:endParaRPr lang="en-US"/>
          </a:p>
        </p:txBody>
      </p:sp>
      <p:sp>
        <p:nvSpPr>
          <p:cNvPr id="5" name="Footer Placeholder 4">
            <a:extLst>
              <a:ext uri="{FF2B5EF4-FFF2-40B4-BE49-F238E27FC236}">
                <a16:creationId xmlns:a16="http://schemas.microsoft.com/office/drawing/2014/main" id="{27CA7723-1DC3-4BA8-87A4-36C9907B35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BFB9CAE-CE0B-4F9B-AFE8-36EF8BF3DBD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3A991B-FBDD-4339-A602-F29DCEBE7F2E}" type="slidenum">
              <a:rPr lang="en-US" smtClean="0"/>
              <a:t>‹#›</a:t>
            </a:fld>
            <a:endParaRPr lang="en-US"/>
          </a:p>
        </p:txBody>
      </p:sp>
    </p:spTree>
    <p:extLst>
      <p:ext uri="{BB962C8B-B14F-4D97-AF65-F5344CB8AC3E}">
        <p14:creationId xmlns:p14="http://schemas.microsoft.com/office/powerpoint/2010/main" val="3024305187"/>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3.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C93BCF8-1575-47FE-83D7-E49D028334FA}"/>
              </a:ext>
            </a:extLst>
          </p:cNvPr>
          <p:cNvSpPr>
            <a:spLocks noGrp="1"/>
          </p:cNvSpPr>
          <p:nvPr>
            <p:ph type="title"/>
          </p:nvPr>
        </p:nvSpPr>
        <p:spPr>
          <a:xfrm>
            <a:off x="636537" y="1564330"/>
            <a:ext cx="5425646" cy="877213"/>
          </a:xfrm>
          <a:solidFill>
            <a:srgbClr val="5E9C53"/>
          </a:solidFill>
        </p:spPr>
        <p:txBody>
          <a:bodyPr>
            <a:normAutofit/>
          </a:bodyPr>
          <a:lstStyle/>
          <a:p>
            <a:pPr algn="ctr"/>
            <a:r>
              <a:rPr lang="ja-JP" altLang="en-US" sz="5400" b="1" dirty="0">
                <a:solidFill>
                  <a:srgbClr val="A11D2B"/>
                </a:solidFill>
              </a:rPr>
              <a:t>第</a:t>
            </a:r>
            <a:r>
              <a:rPr lang="vi-VN" altLang="ja-JP" sz="5400" b="1" dirty="0">
                <a:solidFill>
                  <a:srgbClr val="A11D2B"/>
                </a:solidFill>
              </a:rPr>
              <a:t>1</a:t>
            </a:r>
            <a:r>
              <a:rPr lang="ja-JP" altLang="en-US" sz="5400" b="1" dirty="0">
                <a:solidFill>
                  <a:srgbClr val="A11D2B"/>
                </a:solidFill>
              </a:rPr>
              <a:t>課</a:t>
            </a:r>
            <a:endParaRPr lang="en-US" sz="5400" b="1" dirty="0">
              <a:solidFill>
                <a:srgbClr val="A11D2B"/>
              </a:solidFill>
            </a:endParaRPr>
          </a:p>
        </p:txBody>
      </p:sp>
      <p:sp>
        <p:nvSpPr>
          <p:cNvPr id="8" name="Content Placeholder 7">
            <a:extLst>
              <a:ext uri="{FF2B5EF4-FFF2-40B4-BE49-F238E27FC236}">
                <a16:creationId xmlns:a16="http://schemas.microsoft.com/office/drawing/2014/main" id="{1F42536D-8522-415B-8140-96FCF821CC3B}"/>
              </a:ext>
            </a:extLst>
          </p:cNvPr>
          <p:cNvSpPr>
            <a:spLocks noGrp="1"/>
          </p:cNvSpPr>
          <p:nvPr>
            <p:ph idx="1"/>
          </p:nvPr>
        </p:nvSpPr>
        <p:spPr>
          <a:xfrm>
            <a:off x="636536" y="3429000"/>
            <a:ext cx="5425646" cy="1708484"/>
          </a:xfrm>
          <a:solidFill>
            <a:schemeClr val="accent4">
              <a:lumMod val="40000"/>
              <a:lumOff val="60000"/>
            </a:schemeClr>
          </a:solidFill>
        </p:spPr>
        <p:txBody>
          <a:bodyPr>
            <a:normAutofit fontScale="92500" lnSpcReduction="20000"/>
          </a:bodyPr>
          <a:lstStyle/>
          <a:p>
            <a:pPr marL="0" indent="0" algn="ctr">
              <a:buNone/>
            </a:pPr>
            <a:endParaRPr lang="vi-VN" altLang="ja-JP" sz="6600" b="1" dirty="0">
              <a:solidFill>
                <a:srgbClr val="D9910B"/>
              </a:solidFill>
            </a:endParaRPr>
          </a:p>
          <a:p>
            <a:pPr marL="0" indent="0" algn="ctr">
              <a:buNone/>
            </a:pPr>
            <a:r>
              <a:rPr lang="ja-JP" altLang="en-US" sz="6600" b="1" dirty="0">
                <a:solidFill>
                  <a:srgbClr val="D9910B"/>
                </a:solidFill>
              </a:rPr>
              <a:t>新たな出会い</a:t>
            </a:r>
            <a:endParaRPr lang="en-US" sz="6600" b="1" dirty="0">
              <a:solidFill>
                <a:srgbClr val="D9910B"/>
              </a:solidFill>
            </a:endParaRPr>
          </a:p>
        </p:txBody>
      </p:sp>
      <p:pic>
        <p:nvPicPr>
          <p:cNvPr id="4" name="Picture 3">
            <a:extLst>
              <a:ext uri="{FF2B5EF4-FFF2-40B4-BE49-F238E27FC236}">
                <a16:creationId xmlns:a16="http://schemas.microsoft.com/office/drawing/2014/main" id="{DAAF1E5F-AE49-4BFB-A904-4DB64475F4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9081"/>
            <a:ext cx="6129819" cy="648739"/>
          </a:xfrm>
          <a:prstGeom prst="rect">
            <a:avLst/>
          </a:prstGeom>
          <a:ln>
            <a:noFill/>
          </a:ln>
          <a:effectLst>
            <a:softEdge rad="112500"/>
          </a:effectLst>
        </p:spPr>
      </p:pic>
      <p:grpSp>
        <p:nvGrpSpPr>
          <p:cNvPr id="5" name="Group 4">
            <a:extLst>
              <a:ext uri="{FF2B5EF4-FFF2-40B4-BE49-F238E27FC236}">
                <a16:creationId xmlns:a16="http://schemas.microsoft.com/office/drawing/2014/main" id="{65D5EB71-9E40-41B8-A539-7F37DC5F83C5}"/>
              </a:ext>
            </a:extLst>
          </p:cNvPr>
          <p:cNvGrpSpPr/>
          <p:nvPr/>
        </p:nvGrpSpPr>
        <p:grpSpPr>
          <a:xfrm>
            <a:off x="6232358" y="196651"/>
            <a:ext cx="5527643" cy="5080567"/>
            <a:chOff x="6256420" y="196651"/>
            <a:chExt cx="5503581" cy="5080567"/>
          </a:xfrm>
        </p:grpSpPr>
        <p:pic>
          <p:nvPicPr>
            <p:cNvPr id="2" name="Picture 1">
              <a:extLst>
                <a:ext uri="{FF2B5EF4-FFF2-40B4-BE49-F238E27FC236}">
                  <a16:creationId xmlns:a16="http://schemas.microsoft.com/office/drawing/2014/main" id="{7BB626A1-D3CB-4B5B-9A46-76A25247C540}"/>
                </a:ext>
              </a:extLst>
            </p:cNvPr>
            <p:cNvPicPr>
              <a:picLocks noChangeAspect="1"/>
            </p:cNvPicPr>
            <p:nvPr/>
          </p:nvPicPr>
          <p:blipFill>
            <a:blip r:embed="rId3"/>
            <a:stretch>
              <a:fillRect/>
            </a:stretch>
          </p:blipFill>
          <p:spPr>
            <a:xfrm>
              <a:off x="8054140" y="196651"/>
              <a:ext cx="2414202" cy="2414202"/>
            </a:xfrm>
            <a:prstGeom prst="rect">
              <a:avLst/>
            </a:prstGeom>
          </p:spPr>
        </p:pic>
        <p:pic>
          <p:nvPicPr>
            <p:cNvPr id="1030" name="Picture 6" descr="専業主婦だけど働きたい方へ！職場選びの決め手や人気のパート先ベスト5を紹介♪ | 在宅ワーク・内職の求人・アルバイト情報なら主婦のためのママワークス">
              <a:extLst>
                <a:ext uri="{FF2B5EF4-FFF2-40B4-BE49-F238E27FC236}">
                  <a16:creationId xmlns:a16="http://schemas.microsoft.com/office/drawing/2014/main" id="{D0CD87ED-6398-414B-87B1-5957F62205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56420" y="2941764"/>
              <a:ext cx="2802145" cy="2206659"/>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学生寮のイラスト | かわいいフリー素材集 いらすとや">
              <a:extLst>
                <a:ext uri="{FF2B5EF4-FFF2-40B4-BE49-F238E27FC236}">
                  <a16:creationId xmlns:a16="http://schemas.microsoft.com/office/drawing/2014/main" id="{D7FDA65A-86D6-43F9-A033-0C00D10FB4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02601" y="3057893"/>
              <a:ext cx="2057400" cy="221932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7B1E5289-BD00-44A2-8AE5-3D1611FA477F}"/>
              </a:ext>
            </a:extLst>
          </p:cNvPr>
          <p:cNvSpPr txBox="1"/>
          <p:nvPr/>
        </p:nvSpPr>
        <p:spPr>
          <a:xfrm>
            <a:off x="636536" y="6208295"/>
            <a:ext cx="1721653" cy="369332"/>
          </a:xfrm>
          <a:prstGeom prst="rect">
            <a:avLst/>
          </a:prstGeom>
          <a:noFill/>
        </p:spPr>
        <p:txBody>
          <a:bodyPr wrap="square" rtlCol="0">
            <a:spAutoFit/>
          </a:bodyPr>
          <a:lstStyle/>
          <a:p>
            <a:r>
              <a:rPr lang="vi-VN" dirty="0">
                <a:highlight>
                  <a:srgbClr val="FFFF00"/>
                </a:highlight>
              </a:rPr>
              <a:t>OanhLTK18</a:t>
            </a:r>
            <a:endParaRPr lang="en-US" dirty="0">
              <a:highlight>
                <a:srgbClr val="FFFF00"/>
              </a:highlight>
            </a:endParaRPr>
          </a:p>
        </p:txBody>
      </p:sp>
    </p:spTree>
    <p:extLst>
      <p:ext uri="{BB962C8B-B14F-4D97-AF65-F5344CB8AC3E}">
        <p14:creationId xmlns:p14="http://schemas.microsoft.com/office/powerpoint/2010/main" val="1809037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ight Arrow 31">
            <a:extLst>
              <a:ext uri="{FF2B5EF4-FFF2-40B4-BE49-F238E27FC236}">
                <a16:creationId xmlns:a16="http://schemas.microsoft.com/office/drawing/2014/main" id="{AF13FB71-FB39-43DD-8C61-DD31CDAF2B18}"/>
              </a:ext>
            </a:extLst>
          </p:cNvPr>
          <p:cNvSpPr/>
          <p:nvPr/>
        </p:nvSpPr>
        <p:spPr>
          <a:xfrm>
            <a:off x="3456782" y="1448955"/>
            <a:ext cx="4475380" cy="941145"/>
          </a:xfrm>
          <a:prstGeom prst="rightArrow">
            <a:avLst>
              <a:gd name="adj1" fmla="val 70149"/>
              <a:gd name="adj2" fmla="val 6627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dirty="0">
              <a:solidFill>
                <a:schemeClr val="accent3"/>
              </a:solidFill>
            </a:endParaRPr>
          </a:p>
        </p:txBody>
      </p:sp>
      <p:sp>
        <p:nvSpPr>
          <p:cNvPr id="65" name="Right Arrow 32">
            <a:extLst>
              <a:ext uri="{FF2B5EF4-FFF2-40B4-BE49-F238E27FC236}">
                <a16:creationId xmlns:a16="http://schemas.microsoft.com/office/drawing/2014/main" id="{2429D96E-5F83-4BC8-AAF6-1C5FFF81E153}"/>
              </a:ext>
            </a:extLst>
          </p:cNvPr>
          <p:cNvSpPr/>
          <p:nvPr/>
        </p:nvSpPr>
        <p:spPr>
          <a:xfrm>
            <a:off x="3456781" y="2623642"/>
            <a:ext cx="4124825" cy="941145"/>
          </a:xfrm>
          <a:prstGeom prst="rightArrow">
            <a:avLst>
              <a:gd name="adj1" fmla="val 70149"/>
              <a:gd name="adj2" fmla="val 66274"/>
            </a:avLst>
          </a:prstGeom>
          <a:solidFill>
            <a:srgbClr val="25676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ja-JP" sz="2400" dirty="0">
                <a:solidFill>
                  <a:srgbClr val="D9910B"/>
                </a:solidFill>
              </a:rPr>
              <a:t>CD</a:t>
            </a:r>
            <a:r>
              <a:rPr lang="ja-JP" altLang="en-US" sz="2400" dirty="0">
                <a:solidFill>
                  <a:srgbClr val="D9910B"/>
                </a:solidFill>
              </a:rPr>
              <a:t>：</a:t>
            </a:r>
            <a:r>
              <a:rPr lang="vi-VN" altLang="ja-JP" sz="2400" dirty="0">
                <a:solidFill>
                  <a:srgbClr val="D9910B"/>
                </a:solidFill>
              </a:rPr>
              <a:t>A</a:t>
            </a:r>
            <a:r>
              <a:rPr lang="en-US" altLang="ja-JP" sz="2400" dirty="0">
                <a:solidFill>
                  <a:srgbClr val="D9910B"/>
                </a:solidFill>
              </a:rPr>
              <a:t>03</a:t>
            </a:r>
            <a:endParaRPr lang="ko-KR" altLang="en-US" sz="2400" dirty="0">
              <a:solidFill>
                <a:srgbClr val="D9910B"/>
              </a:solidFill>
            </a:endParaRPr>
          </a:p>
        </p:txBody>
      </p:sp>
      <p:sp>
        <p:nvSpPr>
          <p:cNvPr id="67" name="Right Arrow 50">
            <a:extLst>
              <a:ext uri="{FF2B5EF4-FFF2-40B4-BE49-F238E27FC236}">
                <a16:creationId xmlns:a16="http://schemas.microsoft.com/office/drawing/2014/main" id="{DA11F572-F2F7-4422-966B-B26E1FC9651E}"/>
              </a:ext>
            </a:extLst>
          </p:cNvPr>
          <p:cNvSpPr/>
          <p:nvPr/>
        </p:nvSpPr>
        <p:spPr>
          <a:xfrm>
            <a:off x="3502500" y="3658252"/>
            <a:ext cx="3566113" cy="941145"/>
          </a:xfrm>
          <a:prstGeom prst="rightArrow">
            <a:avLst>
              <a:gd name="adj1" fmla="val 70149"/>
              <a:gd name="adj2" fmla="val 6627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69" name="Rectangle 68">
            <a:extLst>
              <a:ext uri="{FF2B5EF4-FFF2-40B4-BE49-F238E27FC236}">
                <a16:creationId xmlns:a16="http://schemas.microsoft.com/office/drawing/2014/main" id="{95BED15D-0C26-48BE-B68B-62AD18DD1C26}"/>
              </a:ext>
            </a:extLst>
          </p:cNvPr>
          <p:cNvSpPr/>
          <p:nvPr/>
        </p:nvSpPr>
        <p:spPr>
          <a:xfrm>
            <a:off x="3456781" y="0"/>
            <a:ext cx="45719" cy="687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700"/>
          </a:p>
        </p:txBody>
      </p:sp>
      <p:sp>
        <p:nvSpPr>
          <p:cNvPr id="70" name="TextBox 69">
            <a:extLst>
              <a:ext uri="{FF2B5EF4-FFF2-40B4-BE49-F238E27FC236}">
                <a16:creationId xmlns:a16="http://schemas.microsoft.com/office/drawing/2014/main" id="{50D9759D-D2A1-4776-9FE3-C180179E2D07}"/>
              </a:ext>
            </a:extLst>
          </p:cNvPr>
          <p:cNvSpPr txBox="1"/>
          <p:nvPr/>
        </p:nvSpPr>
        <p:spPr>
          <a:xfrm>
            <a:off x="1998813" y="1725035"/>
            <a:ext cx="1313180" cy="523220"/>
          </a:xfrm>
          <a:prstGeom prst="rect">
            <a:avLst/>
          </a:prstGeom>
          <a:noFill/>
        </p:spPr>
        <p:txBody>
          <a:bodyPr wrap="square" rtlCol="0" anchor="ctr">
            <a:spAutoFit/>
          </a:bodyPr>
          <a:lstStyle/>
          <a:p>
            <a:pPr algn="ctr"/>
            <a:r>
              <a:rPr lang="en-US" altLang="ko-KR" sz="2800" b="1">
                <a:solidFill>
                  <a:schemeClr val="bg1"/>
                </a:solidFill>
              </a:rPr>
              <a:t>1</a:t>
            </a:r>
            <a:endParaRPr lang="ko-KR" altLang="en-US" sz="2800" b="1" dirty="0">
              <a:solidFill>
                <a:schemeClr val="bg1"/>
              </a:solidFill>
            </a:endParaRPr>
          </a:p>
        </p:txBody>
      </p:sp>
      <p:sp>
        <p:nvSpPr>
          <p:cNvPr id="71" name="TextBox 70">
            <a:extLst>
              <a:ext uri="{FF2B5EF4-FFF2-40B4-BE49-F238E27FC236}">
                <a16:creationId xmlns:a16="http://schemas.microsoft.com/office/drawing/2014/main" id="{645780F6-BE70-4CDD-8B06-0F7CB32B539B}"/>
              </a:ext>
            </a:extLst>
          </p:cNvPr>
          <p:cNvSpPr txBox="1"/>
          <p:nvPr/>
        </p:nvSpPr>
        <p:spPr>
          <a:xfrm>
            <a:off x="1880987" y="2691775"/>
            <a:ext cx="1313180" cy="523220"/>
          </a:xfrm>
          <a:prstGeom prst="rect">
            <a:avLst/>
          </a:prstGeom>
          <a:noFill/>
        </p:spPr>
        <p:txBody>
          <a:bodyPr wrap="square" rtlCol="0" anchor="ctr">
            <a:spAutoFit/>
          </a:bodyPr>
          <a:lstStyle/>
          <a:p>
            <a:pPr algn="ctr"/>
            <a:r>
              <a:rPr lang="en-US" altLang="ko-KR" sz="2800" b="1">
                <a:solidFill>
                  <a:schemeClr val="bg1"/>
                </a:solidFill>
              </a:rPr>
              <a:t>2</a:t>
            </a:r>
            <a:endParaRPr lang="ko-KR" altLang="en-US" sz="2800" b="1" dirty="0">
              <a:solidFill>
                <a:schemeClr val="bg1"/>
              </a:solidFill>
            </a:endParaRPr>
          </a:p>
        </p:txBody>
      </p:sp>
      <p:sp>
        <p:nvSpPr>
          <p:cNvPr id="72" name="TextBox 71">
            <a:extLst>
              <a:ext uri="{FF2B5EF4-FFF2-40B4-BE49-F238E27FC236}">
                <a16:creationId xmlns:a16="http://schemas.microsoft.com/office/drawing/2014/main" id="{2813E2F9-8AD4-456C-8DAF-D78D64C46E53}"/>
              </a:ext>
            </a:extLst>
          </p:cNvPr>
          <p:cNvSpPr txBox="1"/>
          <p:nvPr/>
        </p:nvSpPr>
        <p:spPr>
          <a:xfrm>
            <a:off x="1880987" y="3658515"/>
            <a:ext cx="1313180" cy="523220"/>
          </a:xfrm>
          <a:prstGeom prst="rect">
            <a:avLst/>
          </a:prstGeom>
          <a:noFill/>
        </p:spPr>
        <p:txBody>
          <a:bodyPr wrap="square" rtlCol="0" anchor="ctr">
            <a:spAutoFit/>
          </a:bodyPr>
          <a:lstStyle/>
          <a:p>
            <a:pPr algn="ctr"/>
            <a:r>
              <a:rPr lang="en-US" altLang="ko-KR" sz="2800" b="1">
                <a:solidFill>
                  <a:schemeClr val="bg1"/>
                </a:solidFill>
              </a:rPr>
              <a:t>3</a:t>
            </a:r>
            <a:endParaRPr lang="ko-KR" altLang="en-US" sz="2800" b="1" dirty="0">
              <a:solidFill>
                <a:schemeClr val="bg1"/>
              </a:solidFill>
            </a:endParaRPr>
          </a:p>
        </p:txBody>
      </p:sp>
      <p:sp>
        <p:nvSpPr>
          <p:cNvPr id="73" name="TextBox 72">
            <a:extLst>
              <a:ext uri="{FF2B5EF4-FFF2-40B4-BE49-F238E27FC236}">
                <a16:creationId xmlns:a16="http://schemas.microsoft.com/office/drawing/2014/main" id="{BCCBE81C-AF3F-48C4-ABD1-0165CF397291}"/>
              </a:ext>
            </a:extLst>
          </p:cNvPr>
          <p:cNvSpPr txBox="1"/>
          <p:nvPr/>
        </p:nvSpPr>
        <p:spPr>
          <a:xfrm>
            <a:off x="1880987" y="4638405"/>
            <a:ext cx="1313180" cy="523220"/>
          </a:xfrm>
          <a:prstGeom prst="rect">
            <a:avLst/>
          </a:prstGeom>
          <a:noFill/>
        </p:spPr>
        <p:txBody>
          <a:bodyPr wrap="square" rtlCol="0" anchor="ctr">
            <a:spAutoFit/>
          </a:bodyPr>
          <a:lstStyle/>
          <a:p>
            <a:pPr algn="ctr"/>
            <a:r>
              <a:rPr lang="en-US" altLang="ko-KR" sz="2800" b="1">
                <a:solidFill>
                  <a:schemeClr val="bg1"/>
                </a:solidFill>
              </a:rPr>
              <a:t>4</a:t>
            </a:r>
            <a:endParaRPr lang="ko-KR" altLang="en-US" sz="2800" b="1" dirty="0">
              <a:solidFill>
                <a:schemeClr val="bg1"/>
              </a:solidFill>
            </a:endParaRPr>
          </a:p>
        </p:txBody>
      </p:sp>
      <p:sp>
        <p:nvSpPr>
          <p:cNvPr id="74" name="TextBox 73">
            <a:extLst>
              <a:ext uri="{FF2B5EF4-FFF2-40B4-BE49-F238E27FC236}">
                <a16:creationId xmlns:a16="http://schemas.microsoft.com/office/drawing/2014/main" id="{8282BA71-423F-4FAD-A715-7A62D8245FB8}"/>
              </a:ext>
            </a:extLst>
          </p:cNvPr>
          <p:cNvSpPr txBox="1"/>
          <p:nvPr/>
        </p:nvSpPr>
        <p:spPr>
          <a:xfrm>
            <a:off x="1880987" y="5591997"/>
            <a:ext cx="1313180" cy="523220"/>
          </a:xfrm>
          <a:prstGeom prst="rect">
            <a:avLst/>
          </a:prstGeom>
          <a:noFill/>
        </p:spPr>
        <p:txBody>
          <a:bodyPr wrap="square" rtlCol="0" anchor="ctr">
            <a:spAutoFit/>
          </a:bodyPr>
          <a:lstStyle/>
          <a:p>
            <a:pPr algn="ctr"/>
            <a:r>
              <a:rPr lang="en-US" altLang="ko-KR" sz="2800" b="1">
                <a:solidFill>
                  <a:schemeClr val="bg1"/>
                </a:solidFill>
              </a:rPr>
              <a:t>5</a:t>
            </a:r>
            <a:endParaRPr lang="ko-KR" altLang="en-US" sz="2800" b="1" dirty="0">
              <a:solidFill>
                <a:schemeClr val="bg1"/>
              </a:solidFill>
            </a:endParaRPr>
          </a:p>
        </p:txBody>
      </p:sp>
      <p:sp>
        <p:nvSpPr>
          <p:cNvPr id="76" name="TextBox 75">
            <a:extLst>
              <a:ext uri="{FF2B5EF4-FFF2-40B4-BE49-F238E27FC236}">
                <a16:creationId xmlns:a16="http://schemas.microsoft.com/office/drawing/2014/main" id="{5488B2A3-09E1-4ED9-8CB5-A06EA337ED44}"/>
              </a:ext>
            </a:extLst>
          </p:cNvPr>
          <p:cNvSpPr txBox="1"/>
          <p:nvPr/>
        </p:nvSpPr>
        <p:spPr>
          <a:xfrm>
            <a:off x="3629278" y="3784096"/>
            <a:ext cx="4124825" cy="523220"/>
          </a:xfrm>
          <a:prstGeom prst="rect">
            <a:avLst/>
          </a:prstGeom>
          <a:noFill/>
        </p:spPr>
        <p:txBody>
          <a:bodyPr wrap="square" rtlCol="0">
            <a:spAutoFit/>
          </a:bodyPr>
          <a:lstStyle/>
          <a:p>
            <a:r>
              <a:rPr lang="ja-JP" altLang="en-US" sz="2400" b="1" dirty="0">
                <a:solidFill>
                  <a:srgbClr val="5E9C53"/>
                </a:solidFill>
                <a:cs typeface="Arial" pitchFamily="34" charset="0"/>
              </a:rPr>
              <a:t>使ってみよう</a:t>
            </a:r>
            <a:r>
              <a:rPr lang="vi-VN" altLang="ja-JP" sz="2400" b="1" dirty="0">
                <a:solidFill>
                  <a:srgbClr val="5E9C53"/>
                </a:solidFill>
                <a:cs typeface="Arial" pitchFamily="34" charset="0"/>
              </a:rPr>
              <a:t>3</a:t>
            </a:r>
            <a:r>
              <a:rPr lang="vi-VN" altLang="ja-JP" sz="2800" b="1" dirty="0">
                <a:solidFill>
                  <a:srgbClr val="5E9C53"/>
                </a:solidFill>
                <a:cs typeface="Arial" pitchFamily="34" charset="0"/>
              </a:rPr>
              <a:t>(</a:t>
            </a:r>
            <a:r>
              <a:rPr lang="en-US" altLang="ja-JP" sz="2400" b="1" dirty="0">
                <a:solidFill>
                  <a:srgbClr val="5E9C53"/>
                </a:solidFill>
                <a:cs typeface="Arial" pitchFamily="34" charset="0"/>
              </a:rPr>
              <a:t>22</a:t>
            </a:r>
            <a:r>
              <a:rPr lang="vi-VN" altLang="ja-JP" sz="2800" b="1" dirty="0">
                <a:solidFill>
                  <a:srgbClr val="5E9C53"/>
                </a:solidFill>
                <a:cs typeface="Arial" pitchFamily="34" charset="0"/>
              </a:rPr>
              <a:t>)</a:t>
            </a:r>
            <a:endParaRPr lang="ko-KR" altLang="en-US" sz="2800" b="1" dirty="0">
              <a:solidFill>
                <a:srgbClr val="5E9C53"/>
              </a:solidFill>
              <a:cs typeface="Arial" pitchFamily="34" charset="0"/>
            </a:endParaRPr>
          </a:p>
        </p:txBody>
      </p:sp>
      <p:sp>
        <p:nvSpPr>
          <p:cNvPr id="90" name="Text Placeholder 1">
            <a:extLst>
              <a:ext uri="{FF2B5EF4-FFF2-40B4-BE49-F238E27FC236}">
                <a16:creationId xmlns:a16="http://schemas.microsoft.com/office/drawing/2014/main" id="{A5B4DECC-1281-46B0-9065-19B46646F737}"/>
              </a:ext>
            </a:extLst>
          </p:cNvPr>
          <p:cNvSpPr txBox="1">
            <a:spLocks/>
          </p:cNvSpPr>
          <p:nvPr/>
        </p:nvSpPr>
        <p:spPr>
          <a:xfrm>
            <a:off x="4063636" y="339509"/>
            <a:ext cx="7833090" cy="7242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5400"/>
              <a:t>I</a:t>
            </a:r>
            <a:endParaRPr lang="en-US" sz="5400" dirty="0"/>
          </a:p>
        </p:txBody>
      </p:sp>
      <p:sp>
        <p:nvSpPr>
          <p:cNvPr id="2" name="TextBox 1">
            <a:extLst>
              <a:ext uri="{FF2B5EF4-FFF2-40B4-BE49-F238E27FC236}">
                <a16:creationId xmlns:a16="http://schemas.microsoft.com/office/drawing/2014/main" id="{5EF6DCCE-80F6-4D0D-97C7-067D35D1D426}"/>
              </a:ext>
            </a:extLst>
          </p:cNvPr>
          <p:cNvSpPr txBox="1"/>
          <p:nvPr/>
        </p:nvSpPr>
        <p:spPr>
          <a:xfrm>
            <a:off x="3765113" y="137201"/>
            <a:ext cx="3853157" cy="923330"/>
          </a:xfrm>
          <a:prstGeom prst="rect">
            <a:avLst/>
          </a:prstGeom>
          <a:solidFill>
            <a:srgbClr val="5E9C53"/>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vi-VN" altLang="ja-JP" sz="5400" dirty="0">
                <a:solidFill>
                  <a:srgbClr val="A11D2B"/>
                </a:solidFill>
              </a:rPr>
              <a:t>SLOT 7</a:t>
            </a:r>
            <a:endParaRPr lang="en-US" sz="4000" dirty="0">
              <a:solidFill>
                <a:srgbClr val="A11D2B"/>
              </a:solidFill>
            </a:endParaRPr>
          </a:p>
        </p:txBody>
      </p:sp>
      <p:sp>
        <p:nvSpPr>
          <p:cNvPr id="34" name="TextBox 33">
            <a:extLst>
              <a:ext uri="{FF2B5EF4-FFF2-40B4-BE49-F238E27FC236}">
                <a16:creationId xmlns:a16="http://schemas.microsoft.com/office/drawing/2014/main" id="{01D98E79-DCBD-40D8-91C0-33E95A32483A}"/>
              </a:ext>
            </a:extLst>
          </p:cNvPr>
          <p:cNvSpPr txBox="1"/>
          <p:nvPr/>
        </p:nvSpPr>
        <p:spPr>
          <a:xfrm>
            <a:off x="3782735" y="1657918"/>
            <a:ext cx="5094164" cy="523220"/>
          </a:xfrm>
          <a:prstGeom prst="rect">
            <a:avLst/>
          </a:prstGeom>
          <a:noFill/>
        </p:spPr>
        <p:txBody>
          <a:bodyPr wrap="square" rtlCol="0">
            <a:spAutoFit/>
          </a:bodyPr>
          <a:lstStyle/>
          <a:p>
            <a:r>
              <a:rPr lang="ja-JP" altLang="en-US" sz="2800" dirty="0">
                <a:solidFill>
                  <a:srgbClr val="1A1E3B"/>
                </a:solidFill>
                <a:cs typeface="Arial" pitchFamily="34" charset="0"/>
              </a:rPr>
              <a:t>伝えてみよう</a:t>
            </a:r>
            <a:r>
              <a:rPr lang="vi-VN" altLang="ja-JP" sz="2800" dirty="0">
                <a:solidFill>
                  <a:srgbClr val="1A1E3B"/>
                </a:solidFill>
                <a:cs typeface="Arial" pitchFamily="34" charset="0"/>
              </a:rPr>
              <a:t>(</a:t>
            </a:r>
            <a:r>
              <a:rPr lang="en-US" altLang="ja-JP" sz="2800" dirty="0">
                <a:solidFill>
                  <a:srgbClr val="1A1E3B"/>
                </a:solidFill>
                <a:cs typeface="Arial" pitchFamily="34" charset="0"/>
              </a:rPr>
              <a:t>17</a:t>
            </a:r>
            <a:r>
              <a:rPr lang="vi-VN" altLang="ja-JP" sz="2800" dirty="0">
                <a:solidFill>
                  <a:srgbClr val="1A1E3B"/>
                </a:solidFill>
                <a:cs typeface="Arial" pitchFamily="34" charset="0"/>
              </a:rPr>
              <a:t>)</a:t>
            </a:r>
            <a:endParaRPr lang="ko-KR" altLang="en-US" sz="2800" dirty="0">
              <a:solidFill>
                <a:srgbClr val="1A1E3B"/>
              </a:solidFill>
              <a:cs typeface="Arial" pitchFamily="34" charset="0"/>
            </a:endParaRPr>
          </a:p>
        </p:txBody>
      </p:sp>
      <p:sp>
        <p:nvSpPr>
          <p:cNvPr id="15" name="Right Arrow 50">
            <a:extLst>
              <a:ext uri="{FF2B5EF4-FFF2-40B4-BE49-F238E27FC236}">
                <a16:creationId xmlns:a16="http://schemas.microsoft.com/office/drawing/2014/main" id="{9C788273-1AEB-44E3-B90A-617F3F3462B9}"/>
              </a:ext>
            </a:extLst>
          </p:cNvPr>
          <p:cNvSpPr/>
          <p:nvPr/>
        </p:nvSpPr>
        <p:spPr>
          <a:xfrm>
            <a:off x="3502501" y="4655622"/>
            <a:ext cx="3203100" cy="941145"/>
          </a:xfrm>
          <a:prstGeom prst="rightArrow">
            <a:avLst>
              <a:gd name="adj1" fmla="val 70149"/>
              <a:gd name="adj2" fmla="val 66274"/>
            </a:avLst>
          </a:prstGeom>
          <a:solidFill>
            <a:srgbClr val="1A1E3B"/>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0">
              <a:solidFill>
                <a:schemeClr val="accent2"/>
              </a:solidFill>
            </a:endParaRPr>
          </a:p>
        </p:txBody>
      </p:sp>
      <p:sp>
        <p:nvSpPr>
          <p:cNvPr id="16" name="TextBox 15">
            <a:extLst>
              <a:ext uri="{FF2B5EF4-FFF2-40B4-BE49-F238E27FC236}">
                <a16:creationId xmlns:a16="http://schemas.microsoft.com/office/drawing/2014/main" id="{0D5ACDDE-862D-4FD7-9D73-CD0CDD17E919}"/>
              </a:ext>
            </a:extLst>
          </p:cNvPr>
          <p:cNvSpPr txBox="1"/>
          <p:nvPr/>
        </p:nvSpPr>
        <p:spPr>
          <a:xfrm>
            <a:off x="3732457" y="4725241"/>
            <a:ext cx="2973143" cy="523220"/>
          </a:xfrm>
          <a:prstGeom prst="rect">
            <a:avLst/>
          </a:prstGeom>
          <a:noFill/>
        </p:spPr>
        <p:txBody>
          <a:bodyPr wrap="square" rtlCol="0">
            <a:spAutoFit/>
          </a:bodyPr>
          <a:lstStyle/>
          <a:p>
            <a:r>
              <a:rPr lang="ja-JP" altLang="en-US" sz="2400" b="1" dirty="0">
                <a:solidFill>
                  <a:srgbClr val="D9910B"/>
                </a:solidFill>
                <a:cs typeface="Arial" pitchFamily="34" charset="0"/>
              </a:rPr>
              <a:t>文法</a:t>
            </a:r>
            <a:r>
              <a:rPr lang="ja-JP" altLang="en-US" sz="2800" b="1" dirty="0">
                <a:solidFill>
                  <a:srgbClr val="D9910B"/>
                </a:solidFill>
                <a:cs typeface="Arial" pitchFamily="34" charset="0"/>
              </a:rPr>
              <a:t>：</a:t>
            </a:r>
            <a:r>
              <a:rPr lang="en-US" altLang="ja-JP" sz="2800" b="1" dirty="0">
                <a:solidFill>
                  <a:srgbClr val="D9910B"/>
                </a:solidFill>
                <a:cs typeface="Arial" pitchFamily="34" charset="0"/>
              </a:rPr>
              <a:t>1.2.3</a:t>
            </a:r>
            <a:endParaRPr lang="ko-KR" altLang="en-US" sz="2800" b="1" dirty="0">
              <a:solidFill>
                <a:srgbClr val="D9910B"/>
              </a:solidFill>
              <a:cs typeface="Arial" pitchFamily="34" charset="0"/>
            </a:endParaRPr>
          </a:p>
        </p:txBody>
      </p:sp>
    </p:spTree>
    <p:extLst>
      <p:ext uri="{BB962C8B-B14F-4D97-AF65-F5344CB8AC3E}">
        <p14:creationId xmlns:p14="http://schemas.microsoft.com/office/powerpoint/2010/main" val="886559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1197428" y="1621971"/>
            <a:ext cx="10374509" cy="3071425"/>
          </a:xfrm>
          <a:solidFill>
            <a:srgbClr val="5E9C53"/>
          </a:solidFill>
        </p:spPr>
        <p:txBody>
          <a:bodyPr>
            <a:normAutofit/>
          </a:bodyPr>
          <a:lstStyle/>
          <a:p>
            <a:pPr algn="ctr"/>
            <a:r>
              <a:rPr lang="ja-JP" altLang="en-US" sz="4000" b="1" dirty="0">
                <a:solidFill>
                  <a:srgbClr val="A11D2B"/>
                </a:solidFill>
              </a:rPr>
              <a:t>伝えてみよう（</a:t>
            </a:r>
            <a:r>
              <a:rPr lang="en-US" altLang="ja-JP" sz="4000" b="1" dirty="0">
                <a:solidFill>
                  <a:srgbClr val="A11D2B"/>
                </a:solidFill>
              </a:rPr>
              <a:t>17</a:t>
            </a:r>
            <a:r>
              <a:rPr lang="ja-JP" altLang="en-US" sz="4000" b="1" dirty="0">
                <a:solidFill>
                  <a:srgbClr val="A11D2B"/>
                </a:solidFill>
              </a:rPr>
              <a:t>）</a:t>
            </a:r>
            <a:br>
              <a:rPr lang="en-US" altLang="ja-JP" sz="4000" b="1" dirty="0">
                <a:solidFill>
                  <a:srgbClr val="A11D2B"/>
                </a:solidFill>
              </a:rPr>
            </a:br>
            <a:r>
              <a:rPr lang="en-US" altLang="ja-JP" sz="4000" b="1" dirty="0">
                <a:solidFill>
                  <a:srgbClr val="A11D2B"/>
                </a:solidFill>
              </a:rPr>
              <a:t>CD</a:t>
            </a:r>
            <a:r>
              <a:rPr lang="ja-JP" altLang="en-US" sz="4000" b="1" dirty="0">
                <a:solidFill>
                  <a:srgbClr val="A11D2B"/>
                </a:solidFill>
              </a:rPr>
              <a:t>ー</a:t>
            </a:r>
            <a:r>
              <a:rPr lang="en-US" altLang="ja-JP" sz="4000" b="1" dirty="0">
                <a:solidFill>
                  <a:srgbClr val="A11D2B"/>
                </a:solidFill>
              </a:rPr>
              <a:t>A03</a:t>
            </a:r>
            <a:endParaRPr lang="en-US" sz="4000" b="1" dirty="0">
              <a:solidFill>
                <a:srgbClr val="A11D2B"/>
              </a:solidFill>
            </a:endParaRPr>
          </a:p>
        </p:txBody>
      </p:sp>
    </p:spTree>
    <p:extLst>
      <p:ext uri="{BB962C8B-B14F-4D97-AF65-F5344CB8AC3E}">
        <p14:creationId xmlns:p14="http://schemas.microsoft.com/office/powerpoint/2010/main" val="92002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8627" y="271105"/>
            <a:ext cx="5856516"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endParaRPr kumimoji="1" lang="ja-JP" altLang="en-US" sz="8000" b="1" dirty="0">
              <a:solidFill>
                <a:srgbClr val="C00000"/>
              </a:solidFill>
            </a:endParaRPr>
          </a:p>
        </p:txBody>
      </p:sp>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720704" y="3467101"/>
            <a:ext cx="10867712" cy="1743032"/>
          </a:xfrm>
          <a:prstGeom prst="rect">
            <a:avLst/>
          </a:prstGeom>
          <a:solidFill>
            <a:schemeClr val="accent4">
              <a:lumMod val="40000"/>
              <a:lumOff val="60000"/>
            </a:schemeClr>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kumimoji="1" lang="en-US" altLang="ja-JP" sz="3200" dirty="0">
              <a:solidFill>
                <a:srgbClr val="000000"/>
              </a:solidFill>
              <a:latin typeface="Arial" panose="020B0604020202020204" pitchFamily="34" charset="0"/>
            </a:endParaRPr>
          </a:p>
          <a:p>
            <a:pPr marL="0" indent="0">
              <a:buFont typeface="Arial" panose="020B0604020202020204" pitchFamily="34" charset="0"/>
              <a:buNone/>
            </a:pPr>
            <a:r>
              <a:rPr kumimoji="1" lang="ja-JP" altLang="en-US" sz="3200" dirty="0">
                <a:solidFill>
                  <a:srgbClr val="FF0000"/>
                </a:solidFill>
                <a:latin typeface="Arial" panose="020B0604020202020204" pitchFamily="34" charset="0"/>
              </a:rPr>
              <a:t>覚えてもらえるように印象的に自己紹介することができる</a:t>
            </a:r>
            <a:r>
              <a:rPr kumimoji="1" lang="ja-JP" altLang="en-US" sz="2800" dirty="0">
                <a:solidFill>
                  <a:srgbClr val="000000"/>
                </a:solidFill>
                <a:latin typeface="Arial" panose="020B0604020202020204" pitchFamily="34" charset="0"/>
              </a:rPr>
              <a:t>。</a:t>
            </a:r>
            <a:endParaRPr kumimoji="1" lang="en-US" altLang="ja-JP" sz="2800" dirty="0">
              <a:solidFill>
                <a:srgbClr val="000000"/>
              </a:solidFill>
              <a:latin typeface="Arial" panose="020B0604020202020204" pitchFamily="34" charset="0"/>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B6D2AA4-3964-4D57-8296-A8922932B030}"/>
              </a:ext>
            </a:extLst>
          </p:cNvPr>
          <p:cNvSpPr txBox="1"/>
          <p:nvPr/>
        </p:nvSpPr>
        <p:spPr>
          <a:xfrm>
            <a:off x="4307306" y="2182514"/>
            <a:ext cx="3477126" cy="584775"/>
          </a:xfrm>
          <a:prstGeom prst="rect">
            <a:avLst/>
          </a:prstGeom>
          <a:solidFill>
            <a:srgbClr val="FFC000"/>
          </a:solidFill>
        </p:spPr>
        <p:txBody>
          <a:bodyPr wrap="square" rtlCol="0">
            <a:spAutoFit/>
          </a:bodyPr>
          <a:lstStyle/>
          <a:p>
            <a:pPr algn="ctr"/>
            <a:r>
              <a:rPr lang="ja-JP" altLang="en-US" sz="3200" b="1" i="0" dirty="0">
                <a:solidFill>
                  <a:srgbClr val="606060"/>
                </a:solidFill>
                <a:effectLst/>
                <a:latin typeface="Arial" panose="020B0604020202020204" pitchFamily="34" charset="0"/>
              </a:rPr>
              <a:t>できること</a:t>
            </a:r>
          </a:p>
        </p:txBody>
      </p:sp>
    </p:spTree>
    <p:extLst>
      <p:ext uri="{BB962C8B-B14F-4D97-AF65-F5344CB8AC3E}">
        <p14:creationId xmlns:p14="http://schemas.microsoft.com/office/powerpoint/2010/main" val="3932545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8627" y="271105"/>
            <a:ext cx="5856516"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endParaRPr kumimoji="1" lang="ja-JP" altLang="en-US" sz="8000" b="1" dirty="0">
              <a:solidFill>
                <a:srgbClr val="C00000"/>
              </a:solidFill>
            </a:endParaRPr>
          </a:p>
        </p:txBody>
      </p:sp>
      <p:sp>
        <p:nvSpPr>
          <p:cNvPr id="8" name="Content Placeholder 2">
            <a:extLst>
              <a:ext uri="{FF2B5EF4-FFF2-40B4-BE49-F238E27FC236}">
                <a16:creationId xmlns:a16="http://schemas.microsoft.com/office/drawing/2014/main" id="{DAEFD4E7-6F3B-431B-AFC3-4AD21E95532A}"/>
              </a:ext>
            </a:extLst>
          </p:cNvPr>
          <p:cNvSpPr txBox="1">
            <a:spLocks/>
          </p:cNvSpPr>
          <p:nvPr/>
        </p:nvSpPr>
        <p:spPr>
          <a:xfrm>
            <a:off x="639736" y="3243754"/>
            <a:ext cx="10984832" cy="2526632"/>
          </a:xfrm>
          <a:prstGeom prst="rect">
            <a:avLst/>
          </a:prstGeom>
          <a:solidFill>
            <a:srgbClr val="D9910B"/>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ja-JP" altLang="en-US" sz="2800" b="0" i="0" dirty="0">
                <a:solidFill>
                  <a:srgbClr val="000000"/>
                </a:solidFill>
                <a:effectLst/>
                <a:latin typeface="Arial" panose="020B0604020202020204" pitchFamily="34" charset="0"/>
              </a:rPr>
              <a:t>① 自己紹介をするとき何を話したらいいですか。</a:t>
            </a:r>
            <a:endParaRPr lang="vi-VN" altLang="ja-JP" sz="2800" b="0" i="0" dirty="0">
              <a:solidFill>
                <a:srgbClr val="000000"/>
              </a:solidFill>
              <a:effectLst/>
              <a:latin typeface="Arial" panose="020B0604020202020204" pitchFamily="34" charset="0"/>
            </a:endParaRPr>
          </a:p>
          <a:p>
            <a:pPr marL="0" indent="0">
              <a:buFont typeface="Arial" panose="020B0604020202020204" pitchFamily="34" charset="0"/>
              <a:buNone/>
            </a:pPr>
            <a:endParaRPr lang="vi-VN" altLang="ja-JP" sz="2800" dirty="0">
              <a:solidFill>
                <a:srgbClr val="000000"/>
              </a:solidFill>
              <a:latin typeface="Arial" panose="020B0604020202020204" pitchFamily="34" charset="0"/>
            </a:endParaRPr>
          </a:p>
          <a:p>
            <a:pPr marL="0" indent="0">
              <a:buFont typeface="Arial" panose="020B0604020202020204" pitchFamily="34" charset="0"/>
              <a:buNone/>
            </a:pPr>
            <a:r>
              <a:rPr lang="ja-JP" altLang="en-US" sz="2800" b="0" i="0" dirty="0">
                <a:solidFill>
                  <a:srgbClr val="000000"/>
                </a:solidFill>
                <a:effectLst/>
                <a:latin typeface="Arial" panose="020B0604020202020204" pitchFamily="34" charset="0"/>
              </a:rPr>
              <a:t>② 難しいことはなんですか。</a:t>
            </a:r>
            <a:endParaRPr kumimoji="1" lang="en-US" altLang="ja-JP" sz="2800" dirty="0">
              <a:solidFill>
                <a:srgbClr val="000000"/>
              </a:solidFill>
              <a:latin typeface="Arial" panose="020B0604020202020204" pitchFamily="34" charset="0"/>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8B6D2AA4-3964-4D57-8296-A8922932B030}"/>
              </a:ext>
            </a:extLst>
          </p:cNvPr>
          <p:cNvSpPr txBox="1"/>
          <p:nvPr/>
        </p:nvSpPr>
        <p:spPr>
          <a:xfrm>
            <a:off x="639736" y="2413076"/>
            <a:ext cx="2717075" cy="584775"/>
          </a:xfrm>
          <a:prstGeom prst="rect">
            <a:avLst/>
          </a:prstGeom>
          <a:solidFill>
            <a:srgbClr val="FFC000"/>
          </a:solidFill>
        </p:spPr>
        <p:txBody>
          <a:bodyPr wrap="square" rtlCol="0">
            <a:spAutoFit/>
          </a:bodyPr>
          <a:lstStyle/>
          <a:p>
            <a:pPr algn="l"/>
            <a:r>
              <a:rPr lang="ja-JP" altLang="en-US" sz="3200" b="1" i="0" dirty="0">
                <a:solidFill>
                  <a:srgbClr val="606060"/>
                </a:solidFill>
                <a:effectLst/>
                <a:latin typeface="Arial" panose="020B0604020202020204" pitchFamily="34" charset="0"/>
              </a:rPr>
              <a:t>タスク前作業</a:t>
            </a:r>
          </a:p>
        </p:txBody>
      </p:sp>
    </p:spTree>
    <p:extLst>
      <p:ext uri="{BB962C8B-B14F-4D97-AF65-F5344CB8AC3E}">
        <p14:creationId xmlns:p14="http://schemas.microsoft.com/office/powerpoint/2010/main" val="772250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8627" y="271105"/>
            <a:ext cx="5856516"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endParaRPr kumimoji="1" lang="ja-JP" altLang="en-US" sz="8000" b="1" dirty="0">
              <a:solidFill>
                <a:srgbClr val="C00000"/>
              </a:solidFill>
            </a:endParaRPr>
          </a:p>
        </p:txBody>
      </p:sp>
      <p:sp>
        <p:nvSpPr>
          <p:cNvPr id="3" name="Content Placeholder 2"/>
          <p:cNvSpPr>
            <a:spLocks noGrp="1"/>
          </p:cNvSpPr>
          <p:nvPr>
            <p:ph sz="quarter" idx="13"/>
          </p:nvPr>
        </p:nvSpPr>
        <p:spPr>
          <a:xfrm>
            <a:off x="1491916" y="2513998"/>
            <a:ext cx="9456822" cy="2346759"/>
          </a:xfrm>
          <a:solidFill>
            <a:schemeClr val="accent4">
              <a:lumMod val="40000"/>
              <a:lumOff val="60000"/>
            </a:schemeClr>
          </a:solidFill>
        </p:spPr>
        <p:txBody>
          <a:bodyPr>
            <a:normAutofit/>
          </a:bodyPr>
          <a:lstStyle/>
          <a:p>
            <a:pPr marL="0" indent="0" algn="l">
              <a:buNone/>
            </a:pPr>
            <a:endParaRPr kumimoji="1" lang="en-US" altLang="ja-JP" sz="2800" dirty="0">
              <a:solidFill>
                <a:srgbClr val="A11D2B"/>
              </a:solidFill>
              <a:latin typeface="Arial" panose="020B0604020202020204" pitchFamily="34" charset="0"/>
            </a:endParaRPr>
          </a:p>
          <a:p>
            <a:pPr marL="0" indent="0" algn="l">
              <a:buNone/>
            </a:pPr>
            <a:r>
              <a:rPr kumimoji="1" lang="ja-JP" altLang="en-US" sz="2800" dirty="0">
                <a:solidFill>
                  <a:srgbClr val="A11D2B"/>
                </a:solidFill>
                <a:latin typeface="Arial" panose="020B0604020202020204" pitchFamily="34" charset="0"/>
              </a:rPr>
              <a:t>はじめて会う人に自分のことを覚えてもらえるように自己紹介しましょう。</a:t>
            </a:r>
            <a:endParaRPr kumimoji="1" lang="en-US" altLang="ja-JP" sz="2800" dirty="0">
              <a:solidFill>
                <a:srgbClr val="A11D2B"/>
              </a:solidFill>
              <a:latin typeface="Arial" panose="020B0604020202020204" pitchFamily="34" charset="0"/>
            </a:endParaRPr>
          </a:p>
        </p:txBody>
      </p:sp>
      <p:pic>
        <p:nvPicPr>
          <p:cNvPr id="3074" name="Picture 2" descr="喫茶店で話す人達のイラスト（女子学生）">
            <a:extLst>
              <a:ext uri="{FF2B5EF4-FFF2-40B4-BE49-F238E27FC236}">
                <a16:creationId xmlns:a16="http://schemas.microsoft.com/office/drawing/2014/main" id="{56E42CE6-F030-40FA-919B-033467AFCB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0704" y="125729"/>
            <a:ext cx="2056785" cy="2056785"/>
          </a:xfrm>
          <a:prstGeom prst="rect">
            <a:avLst/>
          </a:prstGeom>
          <a:noFill/>
          <a:extLst>
            <a:ext uri="{909E8E84-426E-40DD-AFC4-6F175D3DCCD1}">
              <a14:hiddenFill xmlns:a14="http://schemas.microsoft.com/office/drawing/2010/main">
                <a:solidFill>
                  <a:srgbClr val="FFFFFF"/>
                </a:solidFill>
              </a14:hiddenFill>
            </a:ext>
          </a:extLst>
        </p:spPr>
      </p:pic>
      <p:pic>
        <p:nvPicPr>
          <p:cNvPr id="4" name="03 Track 3">
            <a:hlinkClick r:id="" action="ppaction://media"/>
            <a:extLst>
              <a:ext uri="{FF2B5EF4-FFF2-40B4-BE49-F238E27FC236}">
                <a16:creationId xmlns:a16="http://schemas.microsoft.com/office/drawing/2014/main" id="{164E147E-4275-4F18-B123-15369F74A437}"/>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823117" y="698985"/>
            <a:ext cx="1125621" cy="1125621"/>
          </a:xfrm>
          <a:prstGeom prst="rect">
            <a:avLst/>
          </a:prstGeom>
        </p:spPr>
      </p:pic>
    </p:spTree>
    <p:extLst>
      <p:ext uri="{BB962C8B-B14F-4D97-AF65-F5344CB8AC3E}">
        <p14:creationId xmlns:p14="http://schemas.microsoft.com/office/powerpoint/2010/main" val="4161235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735"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08514" y="365126"/>
            <a:ext cx="5856516" cy="814745"/>
          </a:xfrm>
          <a:solidFill>
            <a:srgbClr val="5E9C53"/>
          </a:solidFill>
        </p:spPr>
        <p:txBody>
          <a:bodyPr>
            <a:normAutofit/>
          </a:bodyPr>
          <a:lstStyle/>
          <a:p>
            <a:pPr algn="ctr"/>
            <a:r>
              <a:rPr lang="vi-VN" altLang="ja-JP" sz="4000" b="1" dirty="0">
                <a:solidFill>
                  <a:srgbClr val="C00000"/>
                </a:solidFill>
              </a:rPr>
              <a:t> </a:t>
            </a:r>
            <a:r>
              <a:rPr lang="ja-JP" altLang="en-US" sz="4000" b="1" dirty="0">
                <a:solidFill>
                  <a:srgbClr val="C00000"/>
                </a:solidFill>
              </a:rPr>
              <a:t>伝えてみよう</a:t>
            </a:r>
            <a:endParaRPr kumimoji="1" lang="ja-JP" altLang="en-US" sz="8000" b="1" dirty="0">
              <a:solidFill>
                <a:srgbClr val="C00000"/>
              </a:solidFill>
            </a:endParaRPr>
          </a:p>
        </p:txBody>
      </p:sp>
      <p:pic>
        <p:nvPicPr>
          <p:cNvPr id="7" name="Picture 6">
            <a:extLst>
              <a:ext uri="{FF2B5EF4-FFF2-40B4-BE49-F238E27FC236}">
                <a16:creationId xmlns:a16="http://schemas.microsoft.com/office/drawing/2014/main" id="{EDDA86DC-7997-4BDB-9F71-844FB5822996}"/>
              </a:ext>
            </a:extLst>
          </p:cNvPr>
          <p:cNvPicPr>
            <a:picLocks noChangeAspect="1"/>
          </p:cNvPicPr>
          <p:nvPr/>
        </p:nvPicPr>
        <p:blipFill>
          <a:blip r:embed="rId5"/>
          <a:stretch>
            <a:fillRect/>
          </a:stretch>
        </p:blipFill>
        <p:spPr>
          <a:xfrm>
            <a:off x="629265" y="34836"/>
            <a:ext cx="1935598" cy="1702565"/>
          </a:xfrm>
          <a:prstGeom prst="rect">
            <a:avLst/>
          </a:prstGeom>
        </p:spPr>
      </p:pic>
      <p:sp>
        <p:nvSpPr>
          <p:cNvPr id="5" name="Content Placeholder 4">
            <a:extLst>
              <a:ext uri="{FF2B5EF4-FFF2-40B4-BE49-F238E27FC236}">
                <a16:creationId xmlns:a16="http://schemas.microsoft.com/office/drawing/2014/main" id="{93682737-2955-41D0-906D-14F1E7DCDC97}"/>
              </a:ext>
            </a:extLst>
          </p:cNvPr>
          <p:cNvSpPr>
            <a:spLocks noGrp="1"/>
          </p:cNvSpPr>
          <p:nvPr>
            <p:ph sz="quarter" idx="13"/>
          </p:nvPr>
        </p:nvSpPr>
        <p:spPr>
          <a:xfrm>
            <a:off x="629265" y="2622884"/>
            <a:ext cx="10848861" cy="3128211"/>
          </a:xfrm>
          <a:solidFill>
            <a:srgbClr val="D9910B"/>
          </a:solidFill>
        </p:spPr>
        <p:txBody>
          <a:bodyPr>
            <a:normAutofit/>
          </a:bodyPr>
          <a:lstStyle/>
          <a:p>
            <a:pPr algn="l">
              <a:buFont typeface="+mj-lt"/>
              <a:buAutoNum type="arabicPeriod"/>
            </a:pPr>
            <a:r>
              <a:rPr lang="ja-JP" altLang="en-US" sz="3200" b="0" i="0" dirty="0">
                <a:solidFill>
                  <a:srgbClr val="000000"/>
                </a:solidFill>
                <a:effectLst/>
                <a:latin typeface="Arial" panose="020B0604020202020204" pitchFamily="34" charset="0"/>
              </a:rPr>
              <a:t>どうして日本語に興味を持ちましたか。</a:t>
            </a:r>
          </a:p>
          <a:p>
            <a:pPr algn="l">
              <a:buFont typeface="+mj-lt"/>
              <a:buAutoNum type="arabicPeriod"/>
            </a:pPr>
            <a:r>
              <a:rPr lang="ja-JP" altLang="en-US" sz="3200" dirty="0">
                <a:solidFill>
                  <a:srgbClr val="000000"/>
                </a:solidFill>
                <a:latin typeface="Arial" panose="020B0604020202020204" pitchFamily="34" charset="0"/>
              </a:rPr>
              <a:t>ワ</a:t>
            </a:r>
            <a:r>
              <a:rPr lang="ja-JP" altLang="en-US" sz="3200" b="0" i="0" dirty="0">
                <a:solidFill>
                  <a:srgbClr val="000000"/>
                </a:solidFill>
                <a:effectLst/>
                <a:latin typeface="Arial" panose="020B0604020202020204" pitchFamily="34" charset="0"/>
              </a:rPr>
              <a:t>ンさんのニックネームは何ですか。</a:t>
            </a:r>
          </a:p>
          <a:p>
            <a:pPr marL="0" indent="0">
              <a:buNone/>
            </a:pPr>
            <a:r>
              <a:rPr lang="ja-JP" altLang="en-US" sz="3200" b="0" i="0" dirty="0">
                <a:solidFill>
                  <a:srgbClr val="000000"/>
                </a:solidFill>
                <a:effectLst/>
                <a:latin typeface="Arial" panose="020B0604020202020204" pitchFamily="34" charset="0"/>
              </a:rPr>
              <a:t>３</a:t>
            </a:r>
            <a:r>
              <a:rPr lang="vi-VN" altLang="ja-JP" sz="3200" b="0" i="0" dirty="0">
                <a:solidFill>
                  <a:srgbClr val="000000"/>
                </a:solidFill>
                <a:effectLst/>
                <a:latin typeface="Arial" panose="020B0604020202020204" pitchFamily="34" charset="0"/>
              </a:rPr>
              <a:t>.</a:t>
            </a:r>
            <a:r>
              <a:rPr lang="ja-JP" altLang="en-US" sz="3200" b="0" i="0" dirty="0">
                <a:solidFill>
                  <a:srgbClr val="000000"/>
                </a:solidFill>
                <a:effectLst/>
                <a:latin typeface="Arial" panose="020B0604020202020204" pitchFamily="34" charset="0"/>
              </a:rPr>
              <a:t>どんな性格ですか。</a:t>
            </a:r>
            <a:endParaRPr lang="en-US" altLang="ja-JP" sz="3200" b="0" i="0" dirty="0">
              <a:solidFill>
                <a:srgbClr val="000000"/>
              </a:solidFill>
              <a:effectLst/>
              <a:latin typeface="Arial" panose="020B0604020202020204" pitchFamily="34" charset="0"/>
            </a:endParaRPr>
          </a:p>
          <a:p>
            <a:pPr marL="0" indent="0">
              <a:buNone/>
            </a:pPr>
            <a:r>
              <a:rPr lang="ja-JP" altLang="en-US" sz="3200" dirty="0">
                <a:solidFill>
                  <a:srgbClr val="000000"/>
                </a:solidFill>
                <a:latin typeface="Arial" panose="020B0604020202020204" pitchFamily="34" charset="0"/>
              </a:rPr>
              <a:t>４</a:t>
            </a:r>
            <a:r>
              <a:rPr lang="vi-VN" altLang="ja-JP" sz="3200" dirty="0">
                <a:solidFill>
                  <a:srgbClr val="000000"/>
                </a:solidFill>
                <a:latin typeface="Arial" panose="020B0604020202020204" pitchFamily="34" charset="0"/>
              </a:rPr>
              <a:t>.</a:t>
            </a:r>
            <a:r>
              <a:rPr lang="ja-JP" altLang="en-US" sz="3200" b="0" i="0" dirty="0">
                <a:solidFill>
                  <a:srgbClr val="000000"/>
                </a:solidFill>
                <a:effectLst/>
                <a:latin typeface="Arial" panose="020B0604020202020204" pitchFamily="34" charset="0"/>
              </a:rPr>
              <a:t>どんなものを忘れますか。</a:t>
            </a:r>
            <a:endParaRPr lang="en-US" altLang="ja-JP" sz="3200" b="0" i="0" dirty="0">
              <a:solidFill>
                <a:srgbClr val="000000"/>
              </a:solidFill>
              <a:effectLst/>
              <a:latin typeface="Arial" panose="020B0604020202020204" pitchFamily="34" charset="0"/>
            </a:endParaRPr>
          </a:p>
          <a:p>
            <a:pPr marL="0" indent="0">
              <a:buNone/>
            </a:pPr>
            <a:r>
              <a:rPr lang="ja-JP" altLang="en-US" sz="3200" dirty="0">
                <a:solidFill>
                  <a:srgbClr val="000000"/>
                </a:solidFill>
                <a:latin typeface="Arial" panose="020B0604020202020204" pitchFamily="34" charset="0"/>
              </a:rPr>
              <a:t>５</a:t>
            </a:r>
            <a:r>
              <a:rPr lang="vi-VN" altLang="ja-JP" sz="3200" dirty="0">
                <a:solidFill>
                  <a:srgbClr val="000000"/>
                </a:solidFill>
                <a:latin typeface="Arial" panose="020B0604020202020204" pitchFamily="34" charset="0"/>
              </a:rPr>
              <a:t>.</a:t>
            </a:r>
            <a:r>
              <a:rPr lang="ja-JP" altLang="en-US" sz="3200" b="0" i="0" dirty="0">
                <a:solidFill>
                  <a:srgbClr val="000000"/>
                </a:solidFill>
                <a:effectLst/>
                <a:latin typeface="Arial" panose="020B0604020202020204" pitchFamily="34" charset="0"/>
              </a:rPr>
              <a:t>ワンさんの趣味は何ですか。</a:t>
            </a:r>
            <a:endParaRPr lang="en-US" dirty="0"/>
          </a:p>
        </p:txBody>
      </p:sp>
      <p:pic>
        <p:nvPicPr>
          <p:cNvPr id="3" name="03 Track 3">
            <a:hlinkClick r:id="" action="ppaction://media"/>
            <a:extLst>
              <a:ext uri="{FF2B5EF4-FFF2-40B4-BE49-F238E27FC236}">
                <a16:creationId xmlns:a16="http://schemas.microsoft.com/office/drawing/2014/main" id="{1AD43BA4-9C58-4BC6-A24F-9BFA96ACD065}"/>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932062" y="83736"/>
            <a:ext cx="1384307" cy="1384307"/>
          </a:xfrm>
          <a:prstGeom prst="rect">
            <a:avLst/>
          </a:prstGeom>
        </p:spPr>
      </p:pic>
      <p:sp>
        <p:nvSpPr>
          <p:cNvPr id="6" name="TextBox 5">
            <a:extLst>
              <a:ext uri="{FF2B5EF4-FFF2-40B4-BE49-F238E27FC236}">
                <a16:creationId xmlns:a16="http://schemas.microsoft.com/office/drawing/2014/main" id="{E56BF57F-DB68-4E95-B9E7-2EBCC6A5D4A6}"/>
              </a:ext>
            </a:extLst>
          </p:cNvPr>
          <p:cNvSpPr txBox="1"/>
          <p:nvPr/>
        </p:nvSpPr>
        <p:spPr>
          <a:xfrm>
            <a:off x="4523530" y="1868545"/>
            <a:ext cx="2717075" cy="584775"/>
          </a:xfrm>
          <a:prstGeom prst="rect">
            <a:avLst/>
          </a:prstGeom>
          <a:solidFill>
            <a:srgbClr val="92D050"/>
          </a:solidFill>
        </p:spPr>
        <p:txBody>
          <a:bodyPr wrap="square" rtlCol="0">
            <a:spAutoFit/>
          </a:bodyPr>
          <a:lstStyle/>
          <a:p>
            <a:pPr algn="l"/>
            <a:r>
              <a:rPr lang="ja-JP" altLang="en-US" sz="3200" b="1" i="0" dirty="0">
                <a:solidFill>
                  <a:srgbClr val="606060"/>
                </a:solidFill>
                <a:effectLst/>
                <a:latin typeface="Arial" panose="020B0604020202020204" pitchFamily="34" charset="0"/>
              </a:rPr>
              <a:t>タスク後作業</a:t>
            </a:r>
          </a:p>
        </p:txBody>
      </p:sp>
    </p:spTree>
    <p:extLst>
      <p:ext uri="{BB962C8B-B14F-4D97-AF65-F5344CB8AC3E}">
        <p14:creationId xmlns:p14="http://schemas.microsoft.com/office/powerpoint/2010/main" val="577269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9735"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733926" y="1621971"/>
            <a:ext cx="10838011" cy="3683955"/>
          </a:xfrm>
          <a:solidFill>
            <a:srgbClr val="5E9C53"/>
          </a:solidFill>
        </p:spPr>
        <p:txBody>
          <a:bodyPr>
            <a:normAutofit/>
          </a:bodyPr>
          <a:lstStyle/>
          <a:p>
            <a:pPr algn="ctr"/>
            <a:r>
              <a:rPr lang="ja-JP" altLang="en-US" sz="4800" b="1" dirty="0">
                <a:solidFill>
                  <a:srgbClr val="A11D2B"/>
                </a:solidFill>
              </a:rPr>
              <a:t>使ってみよう</a:t>
            </a:r>
            <a:r>
              <a:rPr lang="en-US" altLang="ja-JP" sz="4800" b="1" dirty="0">
                <a:solidFill>
                  <a:srgbClr val="A11D2B"/>
                </a:solidFill>
              </a:rPr>
              <a:t>4</a:t>
            </a:r>
            <a:br>
              <a:rPr lang="en-US" altLang="ja-JP" sz="4800" b="1" dirty="0">
                <a:solidFill>
                  <a:srgbClr val="A11D2B"/>
                </a:solidFill>
              </a:rPr>
            </a:br>
            <a:r>
              <a:rPr lang="ja-JP" altLang="en-US" sz="4800" b="1" dirty="0">
                <a:solidFill>
                  <a:srgbClr val="A11D2B"/>
                </a:solidFill>
              </a:rPr>
              <a:t>文法</a:t>
            </a:r>
            <a:r>
              <a:rPr lang="vi-VN" altLang="ja-JP" sz="4800" b="1" dirty="0">
                <a:solidFill>
                  <a:srgbClr val="A11D2B"/>
                </a:solidFill>
              </a:rPr>
              <a:t>  1.2.3</a:t>
            </a:r>
            <a:r>
              <a:rPr lang="ja-JP" altLang="en-US" sz="4800" b="1" dirty="0">
                <a:solidFill>
                  <a:srgbClr val="A11D2B"/>
                </a:solidFill>
              </a:rPr>
              <a:t>（</a:t>
            </a:r>
            <a:r>
              <a:rPr lang="vi-VN" altLang="ja-JP" sz="4800" b="1" dirty="0">
                <a:solidFill>
                  <a:srgbClr val="A11D2B"/>
                </a:solidFill>
              </a:rPr>
              <a:t>20</a:t>
            </a:r>
            <a:r>
              <a:rPr lang="ja-JP" altLang="en-US" sz="4800" b="1" dirty="0">
                <a:solidFill>
                  <a:srgbClr val="A11D2B"/>
                </a:solidFill>
              </a:rPr>
              <a:t>ページ）</a:t>
            </a:r>
            <a:endParaRPr lang="en-US" sz="4800" b="1" dirty="0">
              <a:solidFill>
                <a:srgbClr val="A11D2B"/>
              </a:solidFill>
            </a:endParaRPr>
          </a:p>
        </p:txBody>
      </p:sp>
    </p:spTree>
    <p:extLst>
      <p:ext uri="{BB962C8B-B14F-4D97-AF65-F5344CB8AC3E}">
        <p14:creationId xmlns:p14="http://schemas.microsoft.com/office/powerpoint/2010/main" val="42092247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000" b="1" dirty="0">
                <a:solidFill>
                  <a:srgbClr val="A11D2B"/>
                </a:solidFill>
              </a:rPr>
              <a:t>～がきっかけで</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6204672"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l">
              <a:buNone/>
            </a:pPr>
            <a:endParaRPr lang="vi-VN" altLang="ja-JP" sz="3200" dirty="0"/>
          </a:p>
          <a:p>
            <a:pPr marL="0" indent="0" algn="l">
              <a:buNone/>
            </a:pPr>
            <a:r>
              <a:rPr lang="ja-JP" altLang="en-US" sz="3200" dirty="0"/>
              <a:t>＊</a:t>
            </a:r>
            <a:r>
              <a:rPr lang="ja-JP" altLang="en-US" sz="2800" dirty="0"/>
              <a:t> ～があって、そこから～を始 めた</a:t>
            </a:r>
            <a:endParaRPr lang="vi-VN" altLang="ja-JP" sz="2800" dirty="0"/>
          </a:p>
          <a:p>
            <a:pPr marL="0" indent="0" algn="l">
              <a:buNone/>
            </a:pPr>
            <a:r>
              <a:rPr lang="vi-VN" altLang="ja-JP" sz="3200" dirty="0">
                <a:solidFill>
                  <a:srgbClr val="000000"/>
                </a:solidFill>
                <a:latin typeface="Arial" panose="020B0604020202020204" pitchFamily="34" charset="0"/>
                <a:sym typeface="Wingdings" panose="05000000000000000000" pitchFamily="2" charset="2"/>
              </a:rPr>
              <a:t>Dịp/Cơ hội/ Nhân dịp/Nhân cơ hội</a:t>
            </a:r>
            <a:endParaRPr lang="vi-VN" altLang="ja-JP"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7086600" y="1828800"/>
            <a:ext cx="4596115"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vi-VN" altLang="ja-JP" sz="2400" dirty="0"/>
          </a:p>
          <a:p>
            <a:pPr marL="0" indent="0" algn="ctr">
              <a:buNone/>
            </a:pPr>
            <a:r>
              <a:rPr lang="ja-JP" altLang="en-US" sz="3200" dirty="0"/>
              <a:t>Ｎ＋が きっかけで</a:t>
            </a:r>
            <a:endParaRPr lang="en-US" altLang="ja-JP" sz="4000" b="1" dirty="0">
              <a:solidFill>
                <a:srgbClr val="A11D2B"/>
              </a:solidFill>
            </a:endParaRPr>
          </a:p>
        </p:txBody>
      </p:sp>
    </p:spTree>
    <p:extLst>
      <p:ext uri="{BB962C8B-B14F-4D97-AF65-F5344CB8AC3E}">
        <p14:creationId xmlns:p14="http://schemas.microsoft.com/office/powerpoint/2010/main" val="1809780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P22</a:t>
            </a:r>
            <a:r>
              <a:rPr lang="ja-JP" altLang="en-US" dirty="0">
                <a:highlight>
                  <a:srgbClr val="FFFF00"/>
                </a:highlight>
              </a:rPr>
              <a:t>）</a:t>
            </a:r>
            <a:endParaRPr lang="en-US" dirty="0">
              <a:highlight>
                <a:srgbClr val="FFFF00"/>
              </a:highlight>
            </a:endParaRPr>
          </a:p>
        </p:txBody>
      </p:sp>
      <p:pic>
        <p:nvPicPr>
          <p:cNvPr id="7" name="Content Placeholder 6" descr="Text, letter&#10;&#10;Description automatically generated">
            <a:extLst>
              <a:ext uri="{FF2B5EF4-FFF2-40B4-BE49-F238E27FC236}">
                <a16:creationId xmlns:a16="http://schemas.microsoft.com/office/drawing/2014/main" id="{312BD79B-50B2-4318-99B4-BFABF67A8558}"/>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95466" y="1832267"/>
            <a:ext cx="11424877" cy="2655512"/>
          </a:xfrm>
        </p:spPr>
      </p:pic>
    </p:spTree>
    <p:extLst>
      <p:ext uri="{BB962C8B-B14F-4D97-AF65-F5344CB8AC3E}">
        <p14:creationId xmlns:p14="http://schemas.microsoft.com/office/powerpoint/2010/main" val="3766553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38044" y="174170"/>
            <a:ext cx="10943610" cy="814745"/>
          </a:xfrm>
          <a:solidFill>
            <a:srgbClr val="D9910B"/>
          </a:solidFill>
        </p:spPr>
        <p:txBody>
          <a:bodyPr>
            <a:normAutofit/>
          </a:bodyPr>
          <a:lstStyle/>
          <a:p>
            <a:pPr algn="ctr"/>
            <a:r>
              <a:rPr lang="ja-JP" altLang="en-US" sz="4000" b="1">
                <a:solidFill>
                  <a:srgbClr val="A11D2B"/>
                </a:solidFill>
              </a:rPr>
              <a:t>～がきっかけで</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38043" y="1740889"/>
            <a:ext cx="5919168" cy="4407248"/>
          </a:xfrm>
          <a:solidFill>
            <a:schemeClr val="accent4">
              <a:lumMod val="20000"/>
              <a:lumOff val="80000"/>
            </a:schemeClr>
          </a:solidFill>
        </p:spPr>
        <p:txBody>
          <a:bodyPr>
            <a:normAutofit/>
          </a:bodyPr>
          <a:lstStyle/>
          <a:p>
            <a:pPr marL="0" indent="0">
              <a:buNone/>
            </a:pPr>
            <a:endParaRPr lang="vi-VN" altLang="ja-JP" sz="2800" dirty="0"/>
          </a:p>
          <a:p>
            <a:pPr marL="0" indent="0">
              <a:buNone/>
            </a:pPr>
            <a:r>
              <a:rPr lang="vi-VN" altLang="ja-JP" sz="2800" dirty="0"/>
              <a:t>A:</a:t>
            </a:r>
            <a:r>
              <a:rPr lang="ja-JP" altLang="en-US" sz="2800" dirty="0">
                <a:solidFill>
                  <a:srgbClr val="000000"/>
                </a:solidFill>
                <a:latin typeface="mikachan" panose="02000609000000000000" pitchFamily="49" charset="-128"/>
                <a:ea typeface="mikachan" panose="02000609000000000000" pitchFamily="49" charset="-128"/>
              </a:rPr>
              <a:t>日本語</a:t>
            </a:r>
            <a:r>
              <a:rPr lang="ja-JP" altLang="en-US" sz="2800" dirty="0"/>
              <a:t>の</a:t>
            </a:r>
            <a:r>
              <a:rPr lang="ja-JP" altLang="en-US" sz="2800" dirty="0">
                <a:solidFill>
                  <a:srgbClr val="000000"/>
                </a:solidFill>
                <a:latin typeface="mikachan" panose="02000609000000000000" pitchFamily="49" charset="-128"/>
                <a:ea typeface="mikachan" panose="02000609000000000000" pitchFamily="49" charset="-128"/>
              </a:rPr>
              <a:t>勉強を始めた</a:t>
            </a:r>
            <a:r>
              <a:rPr lang="ja-JP" altLang="en-US" sz="2800" dirty="0">
                <a:solidFill>
                  <a:srgbClr val="FF0000"/>
                </a:solidFill>
                <a:latin typeface="mikachan" panose="02000609000000000000" pitchFamily="49" charset="-128"/>
                <a:ea typeface="mikachan" panose="02000609000000000000" pitchFamily="49" charset="-128"/>
              </a:rPr>
              <a:t>きっかけ</a:t>
            </a:r>
            <a:r>
              <a:rPr lang="ja-JP" altLang="en-US" sz="2800" dirty="0">
                <a:solidFill>
                  <a:srgbClr val="000000"/>
                </a:solidFill>
                <a:latin typeface="mikachan" panose="02000609000000000000" pitchFamily="49" charset="-128"/>
                <a:ea typeface="mikachan" panose="02000609000000000000" pitchFamily="49" charset="-128"/>
              </a:rPr>
              <a:t>はなんですか。  </a:t>
            </a:r>
            <a:endParaRPr lang="vi-VN" altLang="ja-JP" sz="2800" dirty="0"/>
          </a:p>
          <a:p>
            <a:pPr marL="514350" indent="-514350">
              <a:buAutoNum type="circleNumDbPlain"/>
            </a:pPr>
            <a:endParaRPr lang="en-US" altLang="ja-JP" sz="2800" dirty="0"/>
          </a:p>
          <a:p>
            <a:pPr marL="0" indent="0">
              <a:buNone/>
            </a:pPr>
            <a:r>
              <a:rPr lang="vi-VN" altLang="ja-JP" sz="2800" dirty="0"/>
              <a:t>B:</a:t>
            </a:r>
            <a:r>
              <a:rPr lang="ja-JP" altLang="en-US" sz="2800" dirty="0"/>
              <a:t>＿＿＿＿＿＿＿＿＿＿がきっかけで、日本語の勉強を始めました。</a:t>
            </a:r>
            <a:endParaRPr lang="vi-VN" altLang="ja-JP" sz="2800" dirty="0"/>
          </a:p>
          <a:p>
            <a:pPr marL="0" indent="0">
              <a:buNone/>
            </a:pPr>
            <a:endParaRPr lang="vi-VN" altLang="ja-JP" sz="2800" dirty="0"/>
          </a:p>
          <a:p>
            <a:pPr marL="0" indent="0">
              <a:buNone/>
            </a:pPr>
            <a:r>
              <a:rPr lang="ja-JP" altLang="en-US" sz="2800" dirty="0"/>
              <a:t> </a:t>
            </a:r>
            <a:endParaRPr lang="en-US" altLang="ja-JP" sz="3200" dirty="0"/>
          </a:p>
        </p:txBody>
      </p:sp>
      <p:sp>
        <p:nvSpPr>
          <p:cNvPr id="6" name="TextBox 5">
            <a:extLst>
              <a:ext uri="{FF2B5EF4-FFF2-40B4-BE49-F238E27FC236}">
                <a16:creationId xmlns:a16="http://schemas.microsoft.com/office/drawing/2014/main" id="{7D00EBE0-3D6B-45F6-BA0C-2F2FDE29FB1E}"/>
              </a:ext>
            </a:extLst>
          </p:cNvPr>
          <p:cNvSpPr txBox="1"/>
          <p:nvPr/>
        </p:nvSpPr>
        <p:spPr>
          <a:xfrm flipH="1">
            <a:off x="1407691" y="3482848"/>
            <a:ext cx="3176340" cy="461665"/>
          </a:xfrm>
          <a:prstGeom prst="rect">
            <a:avLst/>
          </a:prstGeom>
          <a:noFill/>
        </p:spPr>
        <p:txBody>
          <a:bodyPr wrap="square" rtlCol="0">
            <a:spAutoFit/>
          </a:bodyPr>
          <a:lstStyle/>
          <a:p>
            <a:r>
              <a:rPr lang="ja-JP" altLang="en-US" sz="2400" dirty="0">
                <a:solidFill>
                  <a:srgbClr val="FF0000"/>
                </a:solidFill>
                <a:highlight>
                  <a:srgbClr val="FFFF00"/>
                </a:highlight>
              </a:rPr>
              <a:t>ワンピースのアニメ</a:t>
            </a:r>
            <a:endParaRPr lang="en-US" sz="2400" dirty="0">
              <a:solidFill>
                <a:srgbClr val="FF0000"/>
              </a:solidFill>
              <a:highlight>
                <a:srgbClr val="FFFF00"/>
              </a:highlight>
            </a:endParaRPr>
          </a:p>
        </p:txBody>
      </p:sp>
      <p:pic>
        <p:nvPicPr>
          <p:cNvPr id="2" name="Picture 1">
            <a:extLst>
              <a:ext uri="{FF2B5EF4-FFF2-40B4-BE49-F238E27FC236}">
                <a16:creationId xmlns:a16="http://schemas.microsoft.com/office/drawing/2014/main" id="{EBABF1AC-238E-45FF-806F-EE84F926D7F4}"/>
              </a:ext>
            </a:extLst>
          </p:cNvPr>
          <p:cNvPicPr>
            <a:picLocks noChangeAspect="1"/>
          </p:cNvPicPr>
          <p:nvPr/>
        </p:nvPicPr>
        <p:blipFill>
          <a:blip r:embed="rId3"/>
          <a:stretch>
            <a:fillRect/>
          </a:stretch>
        </p:blipFill>
        <p:spPr>
          <a:xfrm>
            <a:off x="6765389" y="2360625"/>
            <a:ext cx="4788568" cy="3167776"/>
          </a:xfrm>
          <a:prstGeom prst="rect">
            <a:avLst/>
          </a:prstGeom>
        </p:spPr>
      </p:pic>
    </p:spTree>
    <p:extLst>
      <p:ext uri="{BB962C8B-B14F-4D97-AF65-F5344CB8AC3E}">
        <p14:creationId xmlns:p14="http://schemas.microsoft.com/office/powerpoint/2010/main" val="297789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fade">
                                      <p:cBhvr>
                                        <p:cTn id="7" dur="1000"/>
                                        <p:tgtEl>
                                          <p:spTgt spid="5">
                                            <p:txEl>
                                              <p:pRg st="3" end="3"/>
                                            </p:txEl>
                                          </p:spTgt>
                                        </p:tgtEl>
                                      </p:cBhvr>
                                    </p:animEffect>
                                    <p:anim calcmode="lin" valueType="num">
                                      <p:cBhvr>
                                        <p:cTn id="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3" end="3"/>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1000"/>
                                        <p:tgtEl>
                                          <p:spTgt spid="5">
                                            <p:txEl>
                                              <p:pRg st="5" end="5"/>
                                            </p:txEl>
                                          </p:spTgt>
                                        </p:tgtEl>
                                      </p:cBhvr>
                                    </p:animEffect>
                                    <p:anim calcmode="lin" valueType="num">
                                      <p:cBhvr>
                                        <p:cTn id="18"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38044" y="174170"/>
            <a:ext cx="10943610" cy="814745"/>
          </a:xfrm>
          <a:solidFill>
            <a:srgbClr val="D9910B"/>
          </a:solidFill>
        </p:spPr>
        <p:txBody>
          <a:bodyPr>
            <a:normAutofit/>
          </a:bodyPr>
          <a:lstStyle/>
          <a:p>
            <a:pPr algn="ctr"/>
            <a:r>
              <a:rPr lang="ja-JP" altLang="en-US" sz="4000" b="1" dirty="0">
                <a:solidFill>
                  <a:srgbClr val="A11D2B"/>
                </a:solidFill>
              </a:rPr>
              <a:t>～がきっかけで</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175658"/>
            <a:ext cx="10943610" cy="5357489"/>
          </a:xfrm>
          <a:solidFill>
            <a:schemeClr val="accent4">
              <a:lumMod val="20000"/>
              <a:lumOff val="80000"/>
            </a:schemeClr>
          </a:solidFill>
        </p:spPr>
        <p:txBody>
          <a:bodyPr>
            <a:normAutofit/>
          </a:bodyPr>
          <a:lstStyle/>
          <a:p>
            <a:pPr marL="0" indent="0">
              <a:buNone/>
            </a:pPr>
            <a:endParaRPr lang="vi-VN" altLang="ja-JP" sz="2800" dirty="0"/>
          </a:p>
          <a:p>
            <a:pPr marL="514350" indent="-514350">
              <a:buAutoNum type="circleNumDbPlain"/>
            </a:pPr>
            <a:endParaRPr lang="en-US" altLang="ja-JP" sz="2800" dirty="0"/>
          </a:p>
          <a:p>
            <a:pPr marL="0" indent="0">
              <a:buNone/>
            </a:pPr>
            <a:r>
              <a:rPr lang="ja-JP" altLang="en-US" sz="2800" dirty="0"/>
              <a:t> ① </a:t>
            </a:r>
            <a:r>
              <a:rPr lang="vi-VN" altLang="ja-JP" sz="2800" dirty="0"/>
              <a:t>___________</a:t>
            </a:r>
            <a:r>
              <a:rPr lang="ja-JP" altLang="en-US" sz="2800" dirty="0"/>
              <a:t>がきっかけで、日本語が好きになりました。</a:t>
            </a:r>
            <a:endParaRPr lang="vi-VN" altLang="ja-JP" sz="2800" dirty="0"/>
          </a:p>
          <a:p>
            <a:pPr marL="0" indent="0">
              <a:buNone/>
            </a:pPr>
            <a:endParaRPr lang="vi-VN" altLang="ja-JP" sz="2800" dirty="0"/>
          </a:p>
          <a:p>
            <a:pPr marL="0" indent="0">
              <a:buNone/>
            </a:pPr>
            <a:r>
              <a:rPr lang="ja-JP" altLang="en-US" sz="2800" dirty="0"/>
              <a:t> ② </a:t>
            </a:r>
            <a:r>
              <a:rPr lang="vi-VN" altLang="ja-JP" sz="2800" dirty="0"/>
              <a:t>___________</a:t>
            </a:r>
            <a:r>
              <a:rPr lang="ja-JP" altLang="en-US" sz="2800" dirty="0"/>
              <a:t>がきっかけで、</a:t>
            </a:r>
            <a:r>
              <a:rPr lang="vi-VN" altLang="ja-JP" sz="2800" dirty="0"/>
              <a:t>_________</a:t>
            </a:r>
            <a:r>
              <a:rPr lang="ja-JP" altLang="en-US" sz="2800" dirty="0"/>
              <a:t> が好きになりました。 </a:t>
            </a:r>
            <a:endParaRPr lang="vi-VN" altLang="ja-JP" sz="2800" dirty="0"/>
          </a:p>
          <a:p>
            <a:pPr marL="0" indent="0">
              <a:buNone/>
            </a:pPr>
            <a:endParaRPr lang="vi-VN" altLang="ja-JP" sz="2800" dirty="0"/>
          </a:p>
          <a:p>
            <a:pPr marL="0" indent="0">
              <a:buNone/>
            </a:pPr>
            <a:r>
              <a:rPr lang="ja-JP" altLang="en-US" sz="2800" dirty="0"/>
              <a:t>③ </a:t>
            </a:r>
            <a:r>
              <a:rPr lang="vi-VN" altLang="ja-JP" sz="2800" dirty="0"/>
              <a:t>___________</a:t>
            </a:r>
            <a:r>
              <a:rPr lang="ja-JP" altLang="en-US" sz="2800" dirty="0"/>
              <a:t>がきっかけで、</a:t>
            </a:r>
            <a:r>
              <a:rPr lang="vi-VN" altLang="ja-JP" sz="2800" dirty="0"/>
              <a:t>_______</a:t>
            </a:r>
            <a:r>
              <a:rPr lang="ja-JP" altLang="en-US" sz="2800" dirty="0"/>
              <a:t> に 興 味 を持つようになりました。 </a:t>
            </a:r>
            <a:endParaRPr lang="en-US" altLang="ja-JP" sz="3200" dirty="0"/>
          </a:p>
        </p:txBody>
      </p:sp>
    </p:spTree>
    <p:extLst>
      <p:ext uri="{BB962C8B-B14F-4D97-AF65-F5344CB8AC3E}">
        <p14:creationId xmlns:p14="http://schemas.microsoft.com/office/powerpoint/2010/main" val="122587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000" b="1" dirty="0">
                <a:solidFill>
                  <a:srgbClr val="A11D2B"/>
                </a:solidFill>
              </a:rPr>
              <a:t>～っぽい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735440"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l">
              <a:buNone/>
            </a:pPr>
            <a:r>
              <a:rPr lang="ja-JP" altLang="en-US" sz="2800" dirty="0"/>
              <a:t>ａ</a:t>
            </a:r>
            <a:r>
              <a:rPr lang="en-US" altLang="ja-JP" sz="2800" dirty="0"/>
              <a:t>.</a:t>
            </a:r>
            <a:r>
              <a:rPr lang="ja-JP" altLang="en-US" sz="2800" dirty="0"/>
              <a:t>よく～してしまう（人の性格 ）</a:t>
            </a:r>
            <a:endParaRPr lang="vi-VN" altLang="ja-JP" sz="2800" dirty="0"/>
          </a:p>
          <a:p>
            <a:pPr marL="0" indent="0" algn="l">
              <a:buNone/>
            </a:pPr>
            <a:r>
              <a:rPr lang="ja-JP" altLang="en-US" sz="2800" dirty="0"/>
              <a:t> ｂ</a:t>
            </a:r>
            <a:r>
              <a:rPr lang="en-US" altLang="ja-JP" sz="2800" dirty="0"/>
              <a:t>.</a:t>
            </a:r>
            <a:r>
              <a:rPr lang="ja-JP" altLang="en-US" sz="2800" dirty="0"/>
              <a:t>～ように感じる</a:t>
            </a:r>
            <a:endParaRPr lang="vi-VN" altLang="ja-JP" sz="2800" dirty="0"/>
          </a:p>
          <a:p>
            <a:pPr marL="0" indent="0" algn="l">
              <a:buNone/>
            </a:pPr>
            <a:endParaRPr lang="vi-VN" altLang="ja-JP" sz="2800" dirty="0"/>
          </a:p>
          <a:p>
            <a:pPr marL="0" indent="0">
              <a:buNone/>
            </a:pPr>
            <a:r>
              <a:rPr lang="vi-VN" altLang="ja-JP" sz="2800" dirty="0">
                <a:solidFill>
                  <a:srgbClr val="000000"/>
                </a:solidFill>
                <a:latin typeface="Arial" panose="020B0604020202020204" pitchFamily="34" charset="0"/>
              </a:rPr>
              <a:t>Hay/ Dễ/Như/Có cảm giác như</a:t>
            </a:r>
            <a:endParaRPr lang="en-US" altLang="ja-JP" sz="2800" dirty="0">
              <a:solidFill>
                <a:srgbClr val="000000"/>
              </a:solidFill>
              <a:latin typeface="Arial" panose="020B0604020202020204" pitchFamily="34" charset="0"/>
            </a:endParaRPr>
          </a:p>
          <a:p>
            <a:pPr marL="0" indent="0" algn="l">
              <a:buNone/>
            </a:pPr>
            <a:endParaRPr lang="vi-VN" altLang="ja-JP" sz="32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796286" y="1828800"/>
            <a:ext cx="4776589"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2800" b="1" dirty="0">
                <a:solidFill>
                  <a:srgbClr val="A11D2B"/>
                </a:solidFill>
              </a:rPr>
              <a:t>接続</a:t>
            </a:r>
            <a:endParaRPr lang="en-US" altLang="ja-JP" sz="2800" b="1" dirty="0">
              <a:solidFill>
                <a:srgbClr val="A11D2B"/>
              </a:solidFill>
            </a:endParaRPr>
          </a:p>
          <a:p>
            <a:pPr marL="0" indent="0" algn="ctr">
              <a:buNone/>
            </a:pPr>
            <a:endParaRPr lang="vi-VN" altLang="ja-JP" sz="2400" dirty="0"/>
          </a:p>
          <a:p>
            <a:pPr marL="0" indent="0" algn="ctr">
              <a:buNone/>
            </a:pPr>
            <a:r>
              <a:rPr lang="ja-JP" altLang="en-US" sz="2800" dirty="0"/>
              <a:t>Ｖ</a:t>
            </a:r>
            <a:r>
              <a:rPr lang="en-US" altLang="ja-JP" sz="2800" dirty="0"/>
              <a:t>-</a:t>
            </a:r>
            <a:r>
              <a:rPr lang="ja-JP" altLang="en-US" sz="2800" dirty="0"/>
              <a:t>マス形 Ｎ＋っぽい</a:t>
            </a:r>
            <a:endParaRPr lang="en-US" altLang="ja-JP" sz="4000" b="1" dirty="0">
              <a:solidFill>
                <a:srgbClr val="A11D2B"/>
              </a:solidFill>
            </a:endParaRPr>
          </a:p>
        </p:txBody>
      </p:sp>
    </p:spTree>
    <p:extLst>
      <p:ext uri="{BB962C8B-B14F-4D97-AF65-F5344CB8AC3E}">
        <p14:creationId xmlns:p14="http://schemas.microsoft.com/office/powerpoint/2010/main" val="2702275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P22</a:t>
            </a:r>
            <a:r>
              <a:rPr lang="ja-JP" altLang="en-US" dirty="0">
                <a:highlight>
                  <a:srgbClr val="FFFF00"/>
                </a:highlight>
              </a:rPr>
              <a:t>）</a:t>
            </a:r>
            <a:endParaRPr lang="en-US" dirty="0">
              <a:highlight>
                <a:srgbClr val="FFFF00"/>
              </a:highlight>
            </a:endParaRPr>
          </a:p>
        </p:txBody>
      </p:sp>
      <p:pic>
        <p:nvPicPr>
          <p:cNvPr id="6" name="Content Placeholder 5" descr="Text, letter&#10;&#10;Description automatically generated">
            <a:extLst>
              <a:ext uri="{FF2B5EF4-FFF2-40B4-BE49-F238E27FC236}">
                <a16:creationId xmlns:a16="http://schemas.microsoft.com/office/drawing/2014/main" id="{69F2F62A-EDCD-47C2-B91A-EDEFA504EA4B}"/>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629265" y="1937376"/>
            <a:ext cx="11250460" cy="3031666"/>
          </a:xfrm>
        </p:spPr>
      </p:pic>
    </p:spTree>
    <p:extLst>
      <p:ext uri="{BB962C8B-B14F-4D97-AF65-F5344CB8AC3E}">
        <p14:creationId xmlns:p14="http://schemas.microsoft.com/office/powerpoint/2010/main" val="3082216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38044" y="174170"/>
            <a:ext cx="10943610" cy="814745"/>
          </a:xfrm>
          <a:solidFill>
            <a:srgbClr val="D9910B"/>
          </a:solidFill>
        </p:spPr>
        <p:txBody>
          <a:bodyPr>
            <a:normAutofit/>
          </a:bodyPr>
          <a:lstStyle/>
          <a:p>
            <a:pPr algn="ctr"/>
            <a:r>
              <a:rPr lang="ja-JP" altLang="en-US" sz="4000" b="1" dirty="0">
                <a:solidFill>
                  <a:srgbClr val="A11D2B"/>
                </a:solidFill>
              </a:rPr>
              <a:t>～っぽい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175658"/>
            <a:ext cx="10943610" cy="5357489"/>
          </a:xfrm>
          <a:solidFill>
            <a:schemeClr val="accent4">
              <a:lumMod val="20000"/>
              <a:lumOff val="80000"/>
            </a:schemeClr>
          </a:solidFill>
        </p:spPr>
        <p:txBody>
          <a:bodyPr>
            <a:normAutofit/>
          </a:bodyPr>
          <a:lstStyle/>
          <a:p>
            <a:pPr marL="0" indent="0">
              <a:buNone/>
            </a:pPr>
            <a:r>
              <a:rPr lang="ja-JP" altLang="en-US" sz="2800" b="1" dirty="0">
                <a:solidFill>
                  <a:srgbClr val="FF0000"/>
                </a:solidFill>
              </a:rPr>
              <a:t>よく～してしまう（人の性格） </a:t>
            </a:r>
            <a:endParaRPr lang="vi-VN" altLang="ja-JP" sz="2800" b="1" dirty="0">
              <a:solidFill>
                <a:srgbClr val="FF0000"/>
              </a:solidFill>
            </a:endParaRPr>
          </a:p>
          <a:p>
            <a:pPr marL="0" indent="0">
              <a:buNone/>
            </a:pPr>
            <a:endParaRPr lang="en-US" altLang="ja-JP" sz="2800" b="1" dirty="0">
              <a:solidFill>
                <a:srgbClr val="FF0000"/>
              </a:solidFill>
            </a:endParaRPr>
          </a:p>
          <a:p>
            <a:pPr marL="0" indent="0">
              <a:buNone/>
            </a:pPr>
            <a:r>
              <a:rPr lang="ja-JP" altLang="en-US" sz="2800" dirty="0"/>
              <a:t> </a:t>
            </a:r>
            <a:r>
              <a:rPr lang="ja-JP" altLang="en-US" sz="3200" dirty="0"/>
              <a:t>① 私は</a:t>
            </a:r>
            <a:r>
              <a:rPr lang="vi-VN" altLang="ja-JP" sz="3200" dirty="0"/>
              <a:t>__________</a:t>
            </a:r>
            <a:r>
              <a:rPr lang="ja-JP" altLang="en-US" sz="3200" dirty="0"/>
              <a:t> 性格 で、よく傘 をどこかへ置 いてきてしまいます。 </a:t>
            </a:r>
            <a:endParaRPr lang="vi-VN" altLang="ja-JP" sz="3200" dirty="0"/>
          </a:p>
          <a:p>
            <a:pPr marL="0" indent="0">
              <a:buNone/>
            </a:pPr>
            <a:endParaRPr lang="vi-VN" altLang="ja-JP" sz="3200" dirty="0"/>
          </a:p>
          <a:p>
            <a:pPr marL="0" indent="0">
              <a:buNone/>
            </a:pPr>
            <a:r>
              <a:rPr lang="ja-JP" altLang="en-US" sz="3200" dirty="0"/>
              <a:t>② 妹は</a:t>
            </a:r>
            <a:r>
              <a:rPr lang="vi-VN" altLang="ja-JP" sz="3200" dirty="0"/>
              <a:t>__________</a:t>
            </a:r>
            <a:r>
              <a:rPr lang="ja-JP" altLang="en-US" sz="3200" dirty="0"/>
              <a:t> くて、始めた習い事をすぐやめてしまいます。</a:t>
            </a:r>
            <a:endParaRPr lang="vi-VN" altLang="ja-JP" sz="3200" dirty="0"/>
          </a:p>
          <a:p>
            <a:pPr marL="0" indent="0">
              <a:buNone/>
            </a:pPr>
            <a:endParaRPr lang="vi-VN" altLang="ja-JP" sz="3200" dirty="0"/>
          </a:p>
          <a:p>
            <a:pPr marL="0" indent="0">
              <a:buNone/>
            </a:pPr>
            <a:r>
              <a:rPr lang="ja-JP" altLang="en-US" sz="3200" dirty="0"/>
              <a:t> ③ 父は気が短くて、</a:t>
            </a:r>
            <a:r>
              <a:rPr lang="vi-VN" altLang="ja-JP" sz="3200" dirty="0"/>
              <a:t>__________</a:t>
            </a:r>
            <a:r>
              <a:rPr lang="ja-JP" altLang="en-US" sz="3200" dirty="0"/>
              <a:t> 性格です。</a:t>
            </a:r>
            <a:endParaRPr lang="en-US" altLang="ja-JP" sz="3200" dirty="0"/>
          </a:p>
        </p:txBody>
      </p:sp>
      <p:sp>
        <p:nvSpPr>
          <p:cNvPr id="2" name="TextBox 1">
            <a:extLst>
              <a:ext uri="{FF2B5EF4-FFF2-40B4-BE49-F238E27FC236}">
                <a16:creationId xmlns:a16="http://schemas.microsoft.com/office/drawing/2014/main" id="{EA0E526A-9710-42CF-AD84-5446DE6C04AE}"/>
              </a:ext>
            </a:extLst>
          </p:cNvPr>
          <p:cNvSpPr txBox="1"/>
          <p:nvPr/>
        </p:nvSpPr>
        <p:spPr>
          <a:xfrm>
            <a:off x="2340141" y="2177715"/>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忘れっぽい</a:t>
            </a:r>
            <a:endParaRPr lang="en-US" sz="2400" dirty="0">
              <a:solidFill>
                <a:srgbClr val="FF0000"/>
              </a:solidFill>
              <a:highlight>
                <a:srgbClr val="FFFF00"/>
              </a:highlight>
            </a:endParaRPr>
          </a:p>
        </p:txBody>
      </p:sp>
      <p:sp>
        <p:nvSpPr>
          <p:cNvPr id="6" name="TextBox 5">
            <a:extLst>
              <a:ext uri="{FF2B5EF4-FFF2-40B4-BE49-F238E27FC236}">
                <a16:creationId xmlns:a16="http://schemas.microsoft.com/office/drawing/2014/main" id="{C29D0B90-592C-4303-974A-D20902B98E4D}"/>
              </a:ext>
            </a:extLst>
          </p:cNvPr>
          <p:cNvSpPr txBox="1"/>
          <p:nvPr/>
        </p:nvSpPr>
        <p:spPr>
          <a:xfrm>
            <a:off x="2003256" y="3756956"/>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飽きっぽい</a:t>
            </a:r>
            <a:endParaRPr lang="en-US" sz="2400" dirty="0">
              <a:solidFill>
                <a:srgbClr val="FF0000"/>
              </a:solidFill>
              <a:highlight>
                <a:srgbClr val="FFFF00"/>
              </a:highlight>
            </a:endParaRPr>
          </a:p>
        </p:txBody>
      </p:sp>
      <p:sp>
        <p:nvSpPr>
          <p:cNvPr id="7" name="TextBox 6">
            <a:extLst>
              <a:ext uri="{FF2B5EF4-FFF2-40B4-BE49-F238E27FC236}">
                <a16:creationId xmlns:a16="http://schemas.microsoft.com/office/drawing/2014/main" id="{1BBBB9D6-E534-4DD6-8DAD-9130842FF2D0}"/>
              </a:ext>
            </a:extLst>
          </p:cNvPr>
          <p:cNvSpPr txBox="1"/>
          <p:nvPr/>
        </p:nvSpPr>
        <p:spPr>
          <a:xfrm>
            <a:off x="4535906" y="5321061"/>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怒りっぽい</a:t>
            </a:r>
            <a:endParaRPr lang="en-US" sz="2400" dirty="0">
              <a:solidFill>
                <a:srgbClr val="FF0000"/>
              </a:solidFill>
              <a:highlight>
                <a:srgbClr val="FFFF00"/>
              </a:highlight>
            </a:endParaRPr>
          </a:p>
        </p:txBody>
      </p:sp>
    </p:spTree>
    <p:extLst>
      <p:ext uri="{BB962C8B-B14F-4D97-AF65-F5344CB8AC3E}">
        <p14:creationId xmlns:p14="http://schemas.microsoft.com/office/powerpoint/2010/main" val="3266015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fade">
                                      <p:cBhvr>
                                        <p:cTn id="12" dur="1000"/>
                                        <p:tgtEl>
                                          <p:spTgt spid="5">
                                            <p:txEl>
                                              <p:pRg st="2" end="2"/>
                                            </p:txEl>
                                          </p:spTgt>
                                        </p:tgtEl>
                                      </p:cBhvr>
                                    </p:animEffect>
                                    <p:anim calcmode="lin" valueType="num">
                                      <p:cBhvr>
                                        <p:cTn id="13"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animEffect transition="in" filter="fade">
                                      <p:cBhvr>
                                        <p:cTn id="17" dur="1000"/>
                                        <p:tgtEl>
                                          <p:spTgt spid="5">
                                            <p:txEl>
                                              <p:pRg st="4" end="4"/>
                                            </p:txEl>
                                          </p:spTgt>
                                        </p:tgtEl>
                                      </p:cBhvr>
                                    </p:animEffect>
                                    <p:anim calcmode="lin" valueType="num">
                                      <p:cBhvr>
                                        <p:cTn id="1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1000"/>
                                        <p:tgtEl>
                                          <p:spTgt spid="5">
                                            <p:txEl>
                                              <p:pRg st="6" end="6"/>
                                            </p:txEl>
                                          </p:spTgt>
                                        </p:tgtEl>
                                      </p:cBhvr>
                                    </p:animEffect>
                                    <p:anim calcmode="lin" valueType="num">
                                      <p:cBhvr>
                                        <p:cTn id="23"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arn(inVertical)">
                                      <p:cBhvr>
                                        <p:cTn id="29" dur="5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arn(inVertical)">
                                      <p:cBhvr>
                                        <p:cTn id="34" dur="500"/>
                                        <p:tgtEl>
                                          <p:spTgt spid="6"/>
                                        </p:tgtEl>
                                      </p:cBhvr>
                                    </p:animEffect>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arn(inVertical)">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78856"/>
            <a:ext cx="10943610" cy="814745"/>
          </a:xfrm>
          <a:solidFill>
            <a:srgbClr val="D9910B"/>
          </a:solidFill>
        </p:spPr>
        <p:txBody>
          <a:bodyPr>
            <a:normAutofit/>
          </a:bodyPr>
          <a:lstStyle/>
          <a:p>
            <a:pPr algn="ctr"/>
            <a:r>
              <a:rPr lang="ja-JP" altLang="en-US" sz="4000" b="1" dirty="0">
                <a:solidFill>
                  <a:srgbClr val="A11D2B"/>
                </a:solidFill>
              </a:rPr>
              <a:t>～っぽい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175658"/>
            <a:ext cx="10943610" cy="5357489"/>
          </a:xfrm>
          <a:solidFill>
            <a:schemeClr val="accent4">
              <a:lumMod val="20000"/>
              <a:lumOff val="80000"/>
            </a:schemeClr>
          </a:solidFill>
        </p:spPr>
        <p:txBody>
          <a:bodyPr>
            <a:normAutofit/>
          </a:bodyPr>
          <a:lstStyle/>
          <a:p>
            <a:pPr marL="0" indent="0">
              <a:buNone/>
            </a:pPr>
            <a:r>
              <a:rPr lang="ja-JP" altLang="en-US" sz="2800" b="1" dirty="0">
                <a:solidFill>
                  <a:srgbClr val="FF0000"/>
                </a:solidFill>
              </a:rPr>
              <a:t>～ように感 じる ～のように見える</a:t>
            </a:r>
            <a:endParaRPr lang="en-US" altLang="ja-JP" sz="2800" b="1" dirty="0">
              <a:solidFill>
                <a:srgbClr val="FF0000"/>
              </a:solidFill>
            </a:endParaRPr>
          </a:p>
          <a:p>
            <a:pPr marL="0" indent="0">
              <a:buNone/>
            </a:pPr>
            <a:endParaRPr lang="en-US" altLang="ja-JP" sz="2800" b="1" dirty="0">
              <a:solidFill>
                <a:srgbClr val="FF0000"/>
              </a:solidFill>
            </a:endParaRPr>
          </a:p>
          <a:p>
            <a:pPr marL="0" indent="0">
              <a:buNone/>
            </a:pPr>
            <a:r>
              <a:rPr lang="ja-JP" altLang="en-US" sz="2800" dirty="0"/>
              <a:t> </a:t>
            </a:r>
            <a:r>
              <a:rPr lang="ja-JP" altLang="en-US" sz="3200" dirty="0"/>
              <a:t>① あの子はまだ小学生なのに、話し方が＿＿＿＿＿＿ 。（大人のようだ）</a:t>
            </a:r>
            <a:endParaRPr lang="en-US" altLang="ja-JP" sz="3200" dirty="0"/>
          </a:p>
          <a:p>
            <a:pPr marL="0" indent="0">
              <a:buNone/>
            </a:pPr>
            <a:endParaRPr lang="en-US" altLang="ja-JP" sz="3200" dirty="0"/>
          </a:p>
          <a:p>
            <a:pPr marL="0" indent="0">
              <a:buNone/>
            </a:pPr>
            <a:r>
              <a:rPr lang="ja-JP" altLang="en-US" sz="3200" dirty="0"/>
              <a:t> ② 彼女は＿＿＿＿＿＿ 性格です。（男のような） </a:t>
            </a:r>
            <a:endParaRPr lang="en-US" altLang="ja-JP" sz="3200" dirty="0"/>
          </a:p>
          <a:p>
            <a:pPr marL="0" indent="0">
              <a:buNone/>
            </a:pPr>
            <a:endParaRPr lang="en-US" altLang="ja-JP" sz="3200" dirty="0"/>
          </a:p>
          <a:p>
            <a:pPr marL="0" indent="0">
              <a:buNone/>
            </a:pPr>
            <a:r>
              <a:rPr lang="ja-JP" altLang="en-US" sz="3200" dirty="0"/>
              <a:t>③ Ａさんはいつも＿＿＿＿＿＿ 服を着ている。明るい色の服のほうが似合と思う けど。 （黒に近い色）</a:t>
            </a:r>
            <a:endParaRPr lang="en-US" altLang="ja-JP" sz="3200" dirty="0"/>
          </a:p>
        </p:txBody>
      </p:sp>
      <p:sp>
        <p:nvSpPr>
          <p:cNvPr id="2" name="TextBox 1">
            <a:extLst>
              <a:ext uri="{FF2B5EF4-FFF2-40B4-BE49-F238E27FC236}">
                <a16:creationId xmlns:a16="http://schemas.microsoft.com/office/drawing/2014/main" id="{EA0E526A-9710-42CF-AD84-5446DE6C04AE}"/>
              </a:ext>
            </a:extLst>
          </p:cNvPr>
          <p:cNvSpPr txBox="1"/>
          <p:nvPr/>
        </p:nvSpPr>
        <p:spPr>
          <a:xfrm>
            <a:off x="8464215" y="2117557"/>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大人っぽい</a:t>
            </a:r>
            <a:endParaRPr lang="en-US" sz="2400" dirty="0">
              <a:solidFill>
                <a:srgbClr val="FF0000"/>
              </a:solidFill>
              <a:highlight>
                <a:srgbClr val="FFFF00"/>
              </a:highlight>
            </a:endParaRPr>
          </a:p>
        </p:txBody>
      </p:sp>
      <p:sp>
        <p:nvSpPr>
          <p:cNvPr id="6" name="TextBox 5">
            <a:extLst>
              <a:ext uri="{FF2B5EF4-FFF2-40B4-BE49-F238E27FC236}">
                <a16:creationId xmlns:a16="http://schemas.microsoft.com/office/drawing/2014/main" id="{C29D0B90-592C-4303-974A-D20902B98E4D}"/>
              </a:ext>
            </a:extLst>
          </p:cNvPr>
          <p:cNvSpPr txBox="1"/>
          <p:nvPr/>
        </p:nvSpPr>
        <p:spPr>
          <a:xfrm>
            <a:off x="2664993" y="3623569"/>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男っぽい</a:t>
            </a:r>
            <a:endParaRPr lang="en-US" sz="2400" dirty="0">
              <a:solidFill>
                <a:srgbClr val="FF0000"/>
              </a:solidFill>
              <a:highlight>
                <a:srgbClr val="FFFF00"/>
              </a:highlight>
            </a:endParaRPr>
          </a:p>
        </p:txBody>
      </p:sp>
      <p:sp>
        <p:nvSpPr>
          <p:cNvPr id="7" name="TextBox 6">
            <a:extLst>
              <a:ext uri="{FF2B5EF4-FFF2-40B4-BE49-F238E27FC236}">
                <a16:creationId xmlns:a16="http://schemas.microsoft.com/office/drawing/2014/main" id="{1BBBB9D6-E534-4DD6-8DAD-9130842FF2D0}"/>
              </a:ext>
            </a:extLst>
          </p:cNvPr>
          <p:cNvSpPr txBox="1"/>
          <p:nvPr/>
        </p:nvSpPr>
        <p:spPr>
          <a:xfrm>
            <a:off x="4138864" y="4847525"/>
            <a:ext cx="2195765" cy="461665"/>
          </a:xfrm>
          <a:prstGeom prst="rect">
            <a:avLst/>
          </a:prstGeom>
          <a:noFill/>
        </p:spPr>
        <p:txBody>
          <a:bodyPr wrap="square" rtlCol="0">
            <a:spAutoFit/>
          </a:bodyPr>
          <a:lstStyle/>
          <a:p>
            <a:pPr algn="ctr"/>
            <a:r>
              <a:rPr lang="ja-JP" altLang="en-US" sz="2400" dirty="0">
                <a:solidFill>
                  <a:srgbClr val="FF0000"/>
                </a:solidFill>
                <a:highlight>
                  <a:srgbClr val="FFFF00"/>
                </a:highlight>
              </a:rPr>
              <a:t>黒っぽい</a:t>
            </a:r>
            <a:endParaRPr lang="en-US" sz="2400" dirty="0">
              <a:solidFill>
                <a:srgbClr val="FF0000"/>
              </a:solidFill>
              <a:highlight>
                <a:srgbClr val="FFFF00"/>
              </a:highlight>
            </a:endParaRPr>
          </a:p>
        </p:txBody>
      </p:sp>
    </p:spTree>
    <p:extLst>
      <p:ext uri="{BB962C8B-B14F-4D97-AF65-F5344CB8AC3E}">
        <p14:creationId xmlns:p14="http://schemas.microsoft.com/office/powerpoint/2010/main" val="2419829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1000"/>
                                        <p:tgtEl>
                                          <p:spTgt spid="5">
                                            <p:txEl>
                                              <p:pRg st="2" end="2"/>
                                            </p:txEl>
                                          </p:spTgt>
                                        </p:tgtEl>
                                      </p:cBhvr>
                                    </p:animEffect>
                                    <p:anim calcmode="lin" valueType="num">
                                      <p:cBhvr>
                                        <p:cTn id="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1000"/>
                                        <p:tgtEl>
                                          <p:spTgt spid="5">
                                            <p:txEl>
                                              <p:pRg st="4" end="4"/>
                                            </p:txEl>
                                          </p:spTgt>
                                        </p:tgtEl>
                                      </p:cBhvr>
                                    </p:animEffect>
                                    <p:anim calcmode="lin" valueType="num">
                                      <p:cBhvr>
                                        <p:cTn id="1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1000"/>
                                        <p:tgtEl>
                                          <p:spTgt spid="5">
                                            <p:txEl>
                                              <p:pRg st="6" end="6"/>
                                            </p:txEl>
                                          </p:spTgt>
                                        </p:tgtEl>
                                      </p:cBhvr>
                                    </p:animEffect>
                                    <p:anim calcmode="lin" valueType="num">
                                      <p:cBhvr>
                                        <p:cTn id="18"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arn(inVertical)">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00"/>
                                        <p:tgtEl>
                                          <p:spTgt spid="6"/>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arn(inVertical)">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38044" y="174170"/>
            <a:ext cx="10943610" cy="814745"/>
          </a:xfrm>
          <a:solidFill>
            <a:srgbClr val="D9910B"/>
          </a:solidFill>
        </p:spPr>
        <p:txBody>
          <a:bodyPr>
            <a:normAutofit/>
          </a:bodyPr>
          <a:lstStyle/>
          <a:p>
            <a:pPr algn="ctr"/>
            <a:r>
              <a:rPr lang="ja-JP" altLang="en-US" sz="4000" b="1" dirty="0">
                <a:solidFill>
                  <a:srgbClr val="A11D2B"/>
                </a:solidFill>
              </a:rPr>
              <a:t>～っぽい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38043" y="1740889"/>
            <a:ext cx="5606346" cy="4407248"/>
          </a:xfrm>
          <a:solidFill>
            <a:schemeClr val="accent4">
              <a:lumMod val="20000"/>
              <a:lumOff val="80000"/>
            </a:schemeClr>
          </a:solidFill>
        </p:spPr>
        <p:txBody>
          <a:bodyPr>
            <a:normAutofit/>
          </a:bodyPr>
          <a:lstStyle/>
          <a:p>
            <a:pPr marL="0" indent="0">
              <a:buNone/>
            </a:pPr>
            <a:endParaRPr lang="vi-VN" altLang="ja-JP" sz="2800" dirty="0"/>
          </a:p>
          <a:p>
            <a:pPr marL="0" indent="0">
              <a:buNone/>
            </a:pPr>
            <a:r>
              <a:rPr lang="ja-JP" altLang="en-US" sz="2800" dirty="0"/>
              <a:t>Ａ：どうしたの？ 調 子が悪そう。 </a:t>
            </a:r>
            <a:endParaRPr lang="en-US" altLang="ja-JP" sz="2800" dirty="0"/>
          </a:p>
          <a:p>
            <a:pPr marL="0" indent="0">
              <a:buNone/>
            </a:pPr>
            <a:endParaRPr lang="en-US" altLang="ja-JP" sz="2800" dirty="0"/>
          </a:p>
          <a:p>
            <a:pPr marL="0" indent="0">
              <a:buNone/>
            </a:pPr>
            <a:r>
              <a:rPr lang="ja-JP" altLang="en-US" sz="2800" dirty="0"/>
              <a:t>Ｂ：うん、何だか＿＿＿＿＿＿ 。今日はどこも行かないで早く帰る。</a:t>
            </a:r>
            <a:endParaRPr lang="vi-VN" altLang="ja-JP" sz="2800" dirty="0"/>
          </a:p>
          <a:p>
            <a:pPr marL="0" indent="0">
              <a:buNone/>
            </a:pPr>
            <a:r>
              <a:rPr lang="ja-JP" altLang="en-US" sz="2800" dirty="0"/>
              <a:t> </a:t>
            </a:r>
            <a:endParaRPr lang="en-US" altLang="ja-JP" sz="3200" dirty="0"/>
          </a:p>
        </p:txBody>
      </p:sp>
      <p:sp>
        <p:nvSpPr>
          <p:cNvPr id="6" name="TextBox 5">
            <a:extLst>
              <a:ext uri="{FF2B5EF4-FFF2-40B4-BE49-F238E27FC236}">
                <a16:creationId xmlns:a16="http://schemas.microsoft.com/office/drawing/2014/main" id="{7D00EBE0-3D6B-45F6-BA0C-2F2FDE29FB1E}"/>
              </a:ext>
            </a:extLst>
          </p:cNvPr>
          <p:cNvSpPr txBox="1"/>
          <p:nvPr/>
        </p:nvSpPr>
        <p:spPr>
          <a:xfrm flipH="1">
            <a:off x="3525248" y="3109869"/>
            <a:ext cx="1876930" cy="461665"/>
          </a:xfrm>
          <a:prstGeom prst="rect">
            <a:avLst/>
          </a:prstGeom>
          <a:noFill/>
        </p:spPr>
        <p:txBody>
          <a:bodyPr wrap="square" rtlCol="0">
            <a:spAutoFit/>
          </a:bodyPr>
          <a:lstStyle/>
          <a:p>
            <a:r>
              <a:rPr lang="ja-JP" altLang="en-US" sz="2400" dirty="0">
                <a:solidFill>
                  <a:srgbClr val="FF0000"/>
                </a:solidFill>
                <a:highlight>
                  <a:srgbClr val="FFFF00"/>
                </a:highlight>
              </a:rPr>
              <a:t>風邪っぽい</a:t>
            </a:r>
            <a:endParaRPr lang="en-US" sz="2400" dirty="0">
              <a:solidFill>
                <a:srgbClr val="FF0000"/>
              </a:solidFill>
              <a:highlight>
                <a:srgbClr val="FFFF00"/>
              </a:highlight>
            </a:endParaRPr>
          </a:p>
        </p:txBody>
      </p:sp>
      <p:pic>
        <p:nvPicPr>
          <p:cNvPr id="8194" name="Picture 2" descr="無料】風邪/インフルエンザに関連するかわいいイラスト(バイ菌/体温計/薬/氷のう/手洗い等) | かわいい無料イラスト・イラストの描き方">
            <a:extLst>
              <a:ext uri="{FF2B5EF4-FFF2-40B4-BE49-F238E27FC236}">
                <a16:creationId xmlns:a16="http://schemas.microsoft.com/office/drawing/2014/main" id="{F0428540-8D01-4319-8CA3-ED8101AEFD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3832" y="1920792"/>
            <a:ext cx="4914564" cy="40228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618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animEffect transition="in" filter="fade">
                                      <p:cBhvr>
                                        <p:cTn id="7" dur="1000"/>
                                        <p:tgtEl>
                                          <p:spTgt spid="5">
                                            <p:txEl>
                                              <p:pRg st="4" end="4"/>
                                            </p:txEl>
                                          </p:spTgt>
                                        </p:tgtEl>
                                      </p:cBhvr>
                                    </p:animEffect>
                                    <p:anim calcmode="lin" valueType="num">
                                      <p:cBhvr>
                                        <p:cTn id="8"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1000"/>
                                        <p:tgtEl>
                                          <p:spTgt spid="5">
                                            <p:txEl>
                                              <p:pRg st="1" end="1"/>
                                            </p:txEl>
                                          </p:spTgt>
                                        </p:tgtEl>
                                      </p:cBhvr>
                                    </p:animEffect>
                                    <p:anim calcmode="lin" valueType="num">
                                      <p:cBhvr>
                                        <p:cTn id="13"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fade">
                                      <p:cBhvr>
                                        <p:cTn id="17" dur="1000"/>
                                        <p:tgtEl>
                                          <p:spTgt spid="5">
                                            <p:txEl>
                                              <p:pRg st="3" end="3"/>
                                            </p:txEl>
                                          </p:spTgt>
                                        </p:tgtEl>
                                      </p:cBhvr>
                                    </p:animEffect>
                                    <p:anim calcmode="lin" valueType="num">
                                      <p:cBhvr>
                                        <p:cTn id="1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Vertical)">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solidFill>
            <a:srgbClr val="D9910B"/>
          </a:solidFill>
        </p:spPr>
        <p:txBody>
          <a:bodyPr>
            <a:normAutofit/>
          </a:bodyPr>
          <a:lstStyle/>
          <a:p>
            <a:pPr algn="ctr"/>
            <a:r>
              <a:rPr lang="ja-JP" altLang="en-US" sz="4000" b="1" dirty="0">
                <a:solidFill>
                  <a:srgbClr val="A11D2B"/>
                </a:solidFill>
              </a:rPr>
              <a:t>～</a:t>
            </a:r>
            <a:r>
              <a:rPr lang="ja-JP" altLang="en-US" sz="2000" dirty="0"/>
              <a:t> </a:t>
            </a:r>
            <a:r>
              <a:rPr lang="ja-JP" altLang="en-US" sz="4000" b="1" dirty="0">
                <a:solidFill>
                  <a:srgbClr val="A11D2B"/>
                </a:solidFill>
              </a:rPr>
              <a:t>でも </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828800"/>
            <a:ext cx="5366421" cy="3414532"/>
          </a:xfrm>
          <a:solidFill>
            <a:srgbClr val="5E9C53"/>
          </a:solidFill>
        </p:spPr>
        <p:txBody>
          <a:bodyPr>
            <a:normAutofit/>
          </a:bodyPr>
          <a:lstStyle/>
          <a:p>
            <a:pPr marL="0" indent="0" algn="ctr">
              <a:buNone/>
            </a:pPr>
            <a:r>
              <a:rPr lang="ja-JP" altLang="en-US" sz="3200" b="1" dirty="0">
                <a:solidFill>
                  <a:srgbClr val="A11D2B"/>
                </a:solidFill>
              </a:rPr>
              <a:t>意 味</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lgn="l">
              <a:buNone/>
            </a:pPr>
            <a:r>
              <a:rPr lang="ja-JP" altLang="en-US" sz="2800" dirty="0"/>
              <a:t>～も</a:t>
            </a:r>
            <a:r>
              <a:rPr lang="en-US" altLang="ja-JP" sz="2800" dirty="0"/>
              <a:t>…</a:t>
            </a:r>
            <a:r>
              <a:rPr lang="ja-JP" altLang="en-US" sz="2800" dirty="0"/>
              <a:t>だから、もちろん他 も～</a:t>
            </a:r>
            <a:endParaRPr lang="vi-VN" altLang="ja-JP" sz="2800" dirty="0"/>
          </a:p>
          <a:p>
            <a:pPr marL="0" indent="0" algn="l">
              <a:buNone/>
            </a:pPr>
            <a:endParaRPr lang="vi-VN" sz="2800" dirty="0"/>
          </a:p>
          <a:p>
            <a:pPr marL="0" indent="0" algn="l">
              <a:buNone/>
            </a:pPr>
            <a:r>
              <a:rPr lang="vi-VN" sz="2800" dirty="0"/>
              <a:t>Thậm chí, ngay cả, bất cứ</a:t>
            </a:r>
            <a:endParaRPr lang="en-US" sz="2800" dirty="0"/>
          </a:p>
        </p:txBody>
      </p:sp>
      <p:sp>
        <p:nvSpPr>
          <p:cNvPr id="6" name="Content Placeholder 4">
            <a:extLst>
              <a:ext uri="{FF2B5EF4-FFF2-40B4-BE49-F238E27FC236}">
                <a16:creationId xmlns:a16="http://schemas.microsoft.com/office/drawing/2014/main" id="{98D3A890-C849-4777-ABA2-6969C6DAD515}"/>
              </a:ext>
            </a:extLst>
          </p:cNvPr>
          <p:cNvSpPr txBox="1">
            <a:spLocks/>
          </p:cNvSpPr>
          <p:nvPr/>
        </p:nvSpPr>
        <p:spPr>
          <a:xfrm>
            <a:off x="6416608" y="1828800"/>
            <a:ext cx="5366421" cy="3414532"/>
          </a:xfrm>
          <a:prstGeom prst="rect">
            <a:avLst/>
          </a:prstGeom>
          <a:solidFill>
            <a:srgbClr val="5E9C53"/>
          </a:solidFill>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ja-JP" altLang="en-US" sz="3200" b="1" dirty="0">
                <a:solidFill>
                  <a:srgbClr val="A11D2B"/>
                </a:solidFill>
              </a:rPr>
              <a:t>接続</a:t>
            </a:r>
            <a:endParaRPr lang="en-US" altLang="ja-JP" sz="3200" b="1" dirty="0">
              <a:solidFill>
                <a:srgbClr val="A11D2B"/>
              </a:solidFill>
            </a:endParaRPr>
          </a:p>
          <a:p>
            <a:pPr marL="0" indent="0" algn="ctr">
              <a:buNone/>
            </a:pPr>
            <a:endParaRPr lang="en-US" altLang="ja-JP" sz="3200" b="1" dirty="0">
              <a:solidFill>
                <a:srgbClr val="A11D2B"/>
              </a:solidFill>
            </a:endParaRPr>
          </a:p>
          <a:p>
            <a:pPr marL="0" indent="0" algn="ctr">
              <a:buNone/>
            </a:pPr>
            <a:r>
              <a:rPr lang="ja-JP" altLang="en-US" sz="2800" dirty="0"/>
              <a:t>Ｎ（＋助詞 ）＋でも </a:t>
            </a:r>
            <a:endParaRPr lang="en-US" altLang="ja-JP" sz="3200" b="1" dirty="0">
              <a:solidFill>
                <a:srgbClr val="A11D2B"/>
              </a:solidFill>
            </a:endParaRPr>
          </a:p>
        </p:txBody>
      </p:sp>
    </p:spTree>
    <p:extLst>
      <p:ext uri="{BB962C8B-B14F-4D97-AF65-F5344CB8AC3E}">
        <p14:creationId xmlns:p14="http://schemas.microsoft.com/office/powerpoint/2010/main" val="4184164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7FF3D-1C5F-4028-AF2A-1DAE728C2E9F}"/>
              </a:ext>
            </a:extLst>
          </p:cNvPr>
          <p:cNvSpPr>
            <a:spLocks noGrp="1"/>
          </p:cNvSpPr>
          <p:nvPr>
            <p:ph type="title"/>
          </p:nvPr>
        </p:nvSpPr>
        <p:spPr>
          <a:solidFill>
            <a:schemeClr val="accent2"/>
          </a:solidFill>
        </p:spPr>
        <p:txBody>
          <a:bodyPr/>
          <a:lstStyle/>
          <a:p>
            <a:r>
              <a:rPr lang="ja-JP" altLang="en-US" dirty="0">
                <a:highlight>
                  <a:srgbClr val="FFFF00"/>
                </a:highlight>
              </a:rPr>
              <a:t>例文（</a:t>
            </a:r>
            <a:r>
              <a:rPr lang="vi-VN" altLang="ja-JP" dirty="0">
                <a:highlight>
                  <a:srgbClr val="FFFF00"/>
                </a:highlight>
              </a:rPr>
              <a:t>P22</a:t>
            </a:r>
            <a:r>
              <a:rPr lang="ja-JP" altLang="en-US" dirty="0">
                <a:highlight>
                  <a:srgbClr val="FFFF00"/>
                </a:highlight>
              </a:rPr>
              <a:t>）</a:t>
            </a:r>
            <a:endParaRPr lang="en-US" dirty="0">
              <a:highlight>
                <a:srgbClr val="FFFF00"/>
              </a:highlight>
            </a:endParaRPr>
          </a:p>
        </p:txBody>
      </p:sp>
      <p:pic>
        <p:nvPicPr>
          <p:cNvPr id="6" name="Content Placeholder 5" descr="Text, letter&#10;&#10;Description automatically generated">
            <a:extLst>
              <a:ext uri="{FF2B5EF4-FFF2-40B4-BE49-F238E27FC236}">
                <a16:creationId xmlns:a16="http://schemas.microsoft.com/office/drawing/2014/main" id="{D2E8CA71-B262-4363-8801-2F778529C37C}"/>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442160" y="1767764"/>
            <a:ext cx="11084609" cy="2948615"/>
          </a:xfrm>
        </p:spPr>
      </p:pic>
    </p:spTree>
    <p:extLst>
      <p:ext uri="{BB962C8B-B14F-4D97-AF65-F5344CB8AC3E}">
        <p14:creationId xmlns:p14="http://schemas.microsoft.com/office/powerpoint/2010/main" val="2340318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38044" y="174170"/>
            <a:ext cx="10943610" cy="814745"/>
          </a:xfrm>
          <a:solidFill>
            <a:srgbClr val="D9910B"/>
          </a:solidFill>
        </p:spPr>
        <p:txBody>
          <a:bodyPr>
            <a:normAutofit/>
          </a:bodyPr>
          <a:lstStyle/>
          <a:p>
            <a:pPr algn="ctr"/>
            <a:r>
              <a:rPr lang="ja-JP" altLang="en-US" sz="4000" b="1" dirty="0">
                <a:solidFill>
                  <a:srgbClr val="A11D2B"/>
                </a:solidFill>
              </a:rPr>
              <a:t>～</a:t>
            </a:r>
            <a:r>
              <a:rPr lang="ja-JP" altLang="en-US" sz="2000" dirty="0"/>
              <a:t> </a:t>
            </a:r>
            <a:r>
              <a:rPr lang="ja-JP" altLang="en-US" sz="4000" b="1" dirty="0">
                <a:solidFill>
                  <a:srgbClr val="A11D2B"/>
                </a:solidFill>
              </a:rPr>
              <a:t>でも </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38043" y="1740889"/>
            <a:ext cx="6376368" cy="3504879"/>
          </a:xfrm>
          <a:solidFill>
            <a:schemeClr val="accent4">
              <a:lumMod val="20000"/>
              <a:lumOff val="80000"/>
            </a:schemeClr>
          </a:solidFill>
        </p:spPr>
        <p:txBody>
          <a:bodyPr>
            <a:normAutofit/>
          </a:bodyPr>
          <a:lstStyle/>
          <a:p>
            <a:pPr marL="0" indent="0">
              <a:buNone/>
            </a:pPr>
            <a:endParaRPr lang="vi-VN" altLang="ja-JP" sz="2800" dirty="0"/>
          </a:p>
          <a:p>
            <a:pPr marL="0" indent="0">
              <a:buNone/>
            </a:pPr>
            <a:endParaRPr lang="vi-VN" altLang="ja-JP" sz="4000" dirty="0">
              <a:solidFill>
                <a:srgbClr val="000000"/>
              </a:solidFill>
              <a:latin typeface="mikachan" panose="02000609000000000000" pitchFamily="49" charset="-128"/>
              <a:ea typeface="mikachan" panose="02000609000000000000" pitchFamily="49" charset="-128"/>
            </a:endParaRPr>
          </a:p>
          <a:p>
            <a:pPr marL="0" indent="0">
              <a:buNone/>
            </a:pPr>
            <a:r>
              <a:rPr lang="ja-JP" altLang="en-US" sz="4000" dirty="0">
                <a:solidFill>
                  <a:srgbClr val="000000"/>
                </a:solidFill>
                <a:latin typeface="mikachan" panose="02000609000000000000" pitchFamily="49" charset="-128"/>
                <a:ea typeface="mikachan" panose="02000609000000000000" pitchFamily="49" charset="-128"/>
              </a:rPr>
              <a:t>スーパマン</a:t>
            </a:r>
            <a:r>
              <a:rPr lang="ja-JP" altLang="en-US" sz="4000" dirty="0">
                <a:solidFill>
                  <a:srgbClr val="FF0000"/>
                </a:solidFill>
                <a:latin typeface="mikachan" panose="02000609000000000000" pitchFamily="49" charset="-128"/>
                <a:ea typeface="mikachan" panose="02000609000000000000" pitchFamily="49" charset="-128"/>
              </a:rPr>
              <a:t>でも</a:t>
            </a:r>
            <a:r>
              <a:rPr lang="ja-JP" altLang="en-US" sz="4000" dirty="0">
                <a:solidFill>
                  <a:srgbClr val="000000"/>
                </a:solidFill>
                <a:latin typeface="mikachan" panose="02000609000000000000" pitchFamily="49" charset="-128"/>
                <a:ea typeface="mikachan" panose="02000609000000000000" pitchFamily="49" charset="-128"/>
              </a:rPr>
              <a:t>、できないこともあるよ。 </a:t>
            </a:r>
            <a:endParaRPr lang="vi-VN" altLang="ja-JP" sz="4000" dirty="0"/>
          </a:p>
          <a:p>
            <a:pPr marL="0" indent="0">
              <a:buNone/>
            </a:pPr>
            <a:r>
              <a:rPr lang="ja-JP" altLang="en-US" sz="4000" dirty="0"/>
              <a:t> </a:t>
            </a:r>
            <a:endParaRPr lang="en-US" altLang="ja-JP" sz="4400" dirty="0"/>
          </a:p>
        </p:txBody>
      </p:sp>
      <p:pic>
        <p:nvPicPr>
          <p:cNvPr id="9218" name="Picture 2" descr="GTA5】日本よこれがカスタムだ！DomisLiveがアメコミヒーローを再現した3種のカスタマイズカーレシピを紹介【動画あり】 :  グランド・セフト・オート5写真大好きブログ！GTA5攻略情報ほか | スーパーマン イラスト, アメコミ ヒーロー, スーパーマン">
            <a:extLst>
              <a:ext uri="{FF2B5EF4-FFF2-40B4-BE49-F238E27FC236}">
                <a16:creationId xmlns:a16="http://schemas.microsoft.com/office/drawing/2014/main" id="{A340B1DD-8F74-428A-874A-E18C940EDA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4905" y="1516746"/>
            <a:ext cx="3248526" cy="4589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405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fade">
                                      <p:cBhvr>
                                        <p:cTn id="7" dur="1000"/>
                                        <p:tgtEl>
                                          <p:spTgt spid="5">
                                            <p:bg/>
                                          </p:spTgt>
                                        </p:tgtEl>
                                      </p:cBhvr>
                                    </p:animEffect>
                                    <p:anim calcmode="lin" valueType="num">
                                      <p:cBhvr>
                                        <p:cTn id="8" dur="1000" fill="hold"/>
                                        <p:tgtEl>
                                          <p:spTgt spid="5">
                                            <p:bg/>
                                          </p:spTgt>
                                        </p:tgtEl>
                                        <p:attrNameLst>
                                          <p:attrName>ppt_x</p:attrName>
                                        </p:attrNameLst>
                                      </p:cBhvr>
                                      <p:tavLst>
                                        <p:tav tm="0">
                                          <p:val>
                                            <p:strVal val="#ppt_x"/>
                                          </p:val>
                                        </p:tav>
                                        <p:tav tm="100000">
                                          <p:val>
                                            <p:strVal val="#ppt_x"/>
                                          </p:val>
                                        </p:tav>
                                      </p:tavLst>
                                    </p:anim>
                                    <p:anim calcmode="lin" valueType="num">
                                      <p:cBhvr>
                                        <p:cTn id="9" dur="1000" fill="hold"/>
                                        <p:tgtEl>
                                          <p:spTgt spid="5">
                                            <p:bg/>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2" end="2"/>
                                            </p:txEl>
                                          </p:spTgt>
                                        </p:tgtEl>
                                        <p:attrNameLst>
                                          <p:attrName>style.visibility</p:attrName>
                                        </p:attrNameLst>
                                      </p:cBhvr>
                                      <p:to>
                                        <p:strVal val="visible"/>
                                      </p:to>
                                    </p:set>
                                    <p:animEffect transition="in" filter="fade">
                                      <p:cBhvr>
                                        <p:cTn id="14" dur="1000"/>
                                        <p:tgtEl>
                                          <p:spTgt spid="5">
                                            <p:txEl>
                                              <p:pRg st="2" end="2"/>
                                            </p:txEl>
                                          </p:spTgt>
                                        </p:tgtEl>
                                      </p:cBhvr>
                                    </p:animEffect>
                                    <p:anim calcmode="lin" valueType="num">
                                      <p:cBhvr>
                                        <p:cTn id="15"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Effect transition="in" filter="fade">
                                      <p:cBhvr>
                                        <p:cTn id="21" dur="1000"/>
                                        <p:tgtEl>
                                          <p:spTgt spid="5">
                                            <p:txEl>
                                              <p:pRg st="3" end="3"/>
                                            </p:txEl>
                                          </p:spTgt>
                                        </p:tgtEl>
                                      </p:cBhvr>
                                    </p:animEffect>
                                    <p:anim calcmode="lin" valueType="num">
                                      <p:cBhvr>
                                        <p:cTn id="22"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78856"/>
            <a:ext cx="10943610" cy="814745"/>
          </a:xfrm>
          <a:solidFill>
            <a:srgbClr val="D9910B"/>
          </a:solidFill>
        </p:spPr>
        <p:txBody>
          <a:bodyPr>
            <a:normAutofit/>
          </a:bodyPr>
          <a:lstStyle/>
          <a:p>
            <a:pPr algn="ctr"/>
            <a:r>
              <a:rPr lang="ja-JP" altLang="en-US" sz="4000" b="1" dirty="0">
                <a:solidFill>
                  <a:srgbClr val="A11D2B"/>
                </a:solidFill>
              </a:rPr>
              <a:t>どれがいい？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175658"/>
            <a:ext cx="10548072" cy="5357489"/>
          </a:xfrm>
          <a:solidFill>
            <a:schemeClr val="accent4">
              <a:lumMod val="20000"/>
              <a:lumOff val="80000"/>
            </a:schemeClr>
          </a:solidFill>
        </p:spPr>
        <p:txBody>
          <a:bodyPr>
            <a:normAutofit/>
          </a:bodyPr>
          <a:lstStyle/>
          <a:p>
            <a:pPr marL="0" indent="0">
              <a:buNone/>
            </a:pPr>
            <a:endParaRPr lang="vi-VN" altLang="ja-JP" sz="2800" dirty="0"/>
          </a:p>
          <a:p>
            <a:pPr marL="0" indent="0">
              <a:buNone/>
            </a:pPr>
            <a:r>
              <a:rPr lang="ja-JP" altLang="en-US" sz="2800" dirty="0"/>
              <a:t>① この料理はとても簡 単 なので、［ ａ</a:t>
            </a:r>
            <a:r>
              <a:rPr lang="en-US" altLang="ja-JP" sz="2800" dirty="0"/>
              <a:t>.</a:t>
            </a:r>
            <a:r>
              <a:rPr lang="ja-JP" altLang="en-US" sz="2800" dirty="0"/>
              <a:t>料理が苦 手な ｂ</a:t>
            </a:r>
            <a:r>
              <a:rPr lang="en-US" altLang="ja-JP" sz="2800" dirty="0"/>
              <a:t>.</a:t>
            </a:r>
            <a:r>
              <a:rPr lang="ja-JP" altLang="en-US" sz="2800" dirty="0"/>
              <a:t>料理が得意 な ］人でも作れます。 </a:t>
            </a:r>
            <a:endParaRPr lang="vi-VN" altLang="ja-JP" sz="2800" dirty="0"/>
          </a:p>
          <a:p>
            <a:pPr marL="0" indent="0">
              <a:buNone/>
            </a:pPr>
            <a:endParaRPr lang="vi-VN" altLang="ja-JP" sz="2800" dirty="0"/>
          </a:p>
          <a:p>
            <a:pPr marL="0" indent="0">
              <a:buNone/>
            </a:pPr>
            <a:r>
              <a:rPr lang="ja-JP" altLang="en-US" sz="2800" dirty="0"/>
              <a:t>② この問題はとても 難ずか しいので、［ ａ</a:t>
            </a:r>
            <a:r>
              <a:rPr lang="en-US" altLang="ja-JP" sz="2800" dirty="0"/>
              <a:t>.</a:t>
            </a:r>
            <a:r>
              <a:rPr lang="ja-JP" altLang="en-US" sz="2800" dirty="0"/>
              <a:t>先生 ｂ</a:t>
            </a:r>
            <a:r>
              <a:rPr lang="en-US" altLang="ja-JP" sz="2800" dirty="0"/>
              <a:t>.</a:t>
            </a:r>
            <a:r>
              <a:rPr lang="ja-JP" altLang="en-US" sz="2800" dirty="0"/>
              <a:t>学生 ］でも間違 えます。</a:t>
            </a:r>
            <a:endParaRPr lang="vi-VN" altLang="ja-JP" sz="2800" dirty="0"/>
          </a:p>
          <a:p>
            <a:pPr marL="0" indent="0">
              <a:buNone/>
            </a:pPr>
            <a:endParaRPr lang="vi-VN" altLang="ja-JP" sz="2800" dirty="0"/>
          </a:p>
          <a:p>
            <a:pPr marL="0" indent="0">
              <a:buNone/>
            </a:pPr>
            <a:endParaRPr lang="vi-VN" altLang="ja-JP" sz="2800" dirty="0"/>
          </a:p>
          <a:p>
            <a:pPr marL="0" indent="0">
              <a:buNone/>
            </a:pPr>
            <a:r>
              <a:rPr lang="ja-JP" altLang="en-US" sz="2800" dirty="0"/>
              <a:t> ③ 北海道 は［ ａ</a:t>
            </a:r>
            <a:r>
              <a:rPr lang="en-US" altLang="ja-JP" sz="2800" dirty="0"/>
              <a:t>.</a:t>
            </a:r>
            <a:r>
              <a:rPr lang="ja-JP" altLang="en-US" sz="2800" dirty="0"/>
              <a:t>夏 ｂ</a:t>
            </a:r>
            <a:r>
              <a:rPr lang="en-US" altLang="ja-JP" sz="2800" dirty="0"/>
              <a:t>.</a:t>
            </a:r>
            <a:r>
              <a:rPr lang="ja-JP" altLang="en-US" sz="2800" dirty="0"/>
              <a:t>冬 ］でも涼しくて、過ごしやすいです。</a:t>
            </a:r>
            <a:endParaRPr lang="en-US" altLang="ja-JP" sz="2800" dirty="0"/>
          </a:p>
        </p:txBody>
      </p:sp>
      <p:sp>
        <p:nvSpPr>
          <p:cNvPr id="2" name="TextBox 1">
            <a:extLst>
              <a:ext uri="{FF2B5EF4-FFF2-40B4-BE49-F238E27FC236}">
                <a16:creationId xmlns:a16="http://schemas.microsoft.com/office/drawing/2014/main" id="{EA0E526A-9710-42CF-AD84-5446DE6C04AE}"/>
              </a:ext>
            </a:extLst>
          </p:cNvPr>
          <p:cNvSpPr txBox="1"/>
          <p:nvPr/>
        </p:nvSpPr>
        <p:spPr>
          <a:xfrm>
            <a:off x="9289153" y="1443060"/>
            <a:ext cx="1665988" cy="707886"/>
          </a:xfrm>
          <a:prstGeom prst="rect">
            <a:avLst/>
          </a:prstGeom>
          <a:noFill/>
        </p:spPr>
        <p:txBody>
          <a:bodyPr wrap="square" rtlCol="0">
            <a:spAutoFit/>
          </a:bodyPr>
          <a:lstStyle/>
          <a:p>
            <a:pPr algn="ctr"/>
            <a:r>
              <a:rPr lang="vi-VN" altLang="ja-JP" sz="4000" dirty="0">
                <a:solidFill>
                  <a:srgbClr val="FF0000"/>
                </a:solidFill>
                <a:highlight>
                  <a:srgbClr val="FFFF00"/>
                </a:highlight>
              </a:rPr>
              <a:t>x</a:t>
            </a:r>
            <a:endParaRPr lang="en-US" sz="4000" dirty="0">
              <a:solidFill>
                <a:srgbClr val="FF0000"/>
              </a:solidFill>
              <a:highlight>
                <a:srgbClr val="FFFF00"/>
              </a:highlight>
            </a:endParaRPr>
          </a:p>
        </p:txBody>
      </p:sp>
      <p:sp>
        <p:nvSpPr>
          <p:cNvPr id="8" name="TextBox 7">
            <a:extLst>
              <a:ext uri="{FF2B5EF4-FFF2-40B4-BE49-F238E27FC236}">
                <a16:creationId xmlns:a16="http://schemas.microsoft.com/office/drawing/2014/main" id="{E82F7607-3A58-45E6-A5A4-CC4D7482EF56}"/>
              </a:ext>
            </a:extLst>
          </p:cNvPr>
          <p:cNvSpPr txBox="1"/>
          <p:nvPr/>
        </p:nvSpPr>
        <p:spPr>
          <a:xfrm>
            <a:off x="8456159" y="2911641"/>
            <a:ext cx="1665988" cy="707886"/>
          </a:xfrm>
          <a:prstGeom prst="rect">
            <a:avLst/>
          </a:prstGeom>
          <a:noFill/>
        </p:spPr>
        <p:txBody>
          <a:bodyPr wrap="square" rtlCol="0">
            <a:spAutoFit/>
          </a:bodyPr>
          <a:lstStyle/>
          <a:p>
            <a:pPr algn="ctr"/>
            <a:r>
              <a:rPr lang="vi-VN" altLang="ja-JP" sz="4000" dirty="0">
                <a:solidFill>
                  <a:srgbClr val="FF0000"/>
                </a:solidFill>
                <a:highlight>
                  <a:srgbClr val="FFFF00"/>
                </a:highlight>
              </a:rPr>
              <a:t>x</a:t>
            </a:r>
            <a:endParaRPr lang="en-US" sz="4000" dirty="0">
              <a:solidFill>
                <a:srgbClr val="FF0000"/>
              </a:solidFill>
              <a:highlight>
                <a:srgbClr val="FFFF00"/>
              </a:highlight>
            </a:endParaRPr>
          </a:p>
        </p:txBody>
      </p:sp>
      <p:sp>
        <p:nvSpPr>
          <p:cNvPr id="9" name="TextBox 8">
            <a:extLst>
              <a:ext uri="{FF2B5EF4-FFF2-40B4-BE49-F238E27FC236}">
                <a16:creationId xmlns:a16="http://schemas.microsoft.com/office/drawing/2014/main" id="{10EF698B-20C3-40D0-AFCD-E60868D156D3}"/>
              </a:ext>
            </a:extLst>
          </p:cNvPr>
          <p:cNvSpPr txBox="1"/>
          <p:nvPr/>
        </p:nvSpPr>
        <p:spPr>
          <a:xfrm>
            <a:off x="3793536" y="4836695"/>
            <a:ext cx="1665988" cy="707886"/>
          </a:xfrm>
          <a:prstGeom prst="rect">
            <a:avLst/>
          </a:prstGeom>
          <a:noFill/>
        </p:spPr>
        <p:txBody>
          <a:bodyPr wrap="square" rtlCol="0">
            <a:spAutoFit/>
          </a:bodyPr>
          <a:lstStyle/>
          <a:p>
            <a:pPr algn="ctr"/>
            <a:r>
              <a:rPr lang="vi-VN" altLang="ja-JP" sz="4000" dirty="0">
                <a:solidFill>
                  <a:srgbClr val="FF0000"/>
                </a:solidFill>
                <a:highlight>
                  <a:srgbClr val="FFFF00"/>
                </a:highlight>
              </a:rPr>
              <a:t>x</a:t>
            </a:r>
            <a:endParaRPr lang="en-US" sz="4000" dirty="0">
              <a:solidFill>
                <a:srgbClr val="FF0000"/>
              </a:solidFill>
              <a:highlight>
                <a:srgbClr val="FFFF00"/>
              </a:highlight>
            </a:endParaRPr>
          </a:p>
        </p:txBody>
      </p:sp>
    </p:spTree>
    <p:extLst>
      <p:ext uri="{BB962C8B-B14F-4D97-AF65-F5344CB8AC3E}">
        <p14:creationId xmlns:p14="http://schemas.microsoft.com/office/powerpoint/2010/main" val="1613870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arn(inVertical)">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CB7EEE1-C007-45D6-9CB2-FB416E743C66}"/>
              </a:ext>
            </a:extLst>
          </p:cNvPr>
          <p:cNvSpPr>
            <a:spLocks noGrp="1"/>
          </p:cNvSpPr>
          <p:nvPr>
            <p:ph type="title"/>
          </p:nvPr>
        </p:nvSpPr>
        <p:spPr>
          <a:xfrm>
            <a:off x="624195" y="78856"/>
            <a:ext cx="10943610" cy="814745"/>
          </a:xfrm>
          <a:solidFill>
            <a:srgbClr val="D9910B"/>
          </a:solidFill>
        </p:spPr>
        <p:txBody>
          <a:bodyPr>
            <a:normAutofit/>
          </a:bodyPr>
          <a:lstStyle/>
          <a:p>
            <a:pPr algn="ctr"/>
            <a:r>
              <a:rPr lang="ja-JP" altLang="en-US" sz="4000" b="1" dirty="0">
                <a:solidFill>
                  <a:srgbClr val="A11D2B"/>
                </a:solidFill>
              </a:rPr>
              <a:t>どれがいい？</a:t>
            </a:r>
            <a:endParaRPr lang="en-US" sz="4000" b="1" dirty="0">
              <a:solidFill>
                <a:srgbClr val="A11D2B"/>
              </a:solidFill>
            </a:endParaRPr>
          </a:p>
        </p:txBody>
      </p:sp>
      <p:sp>
        <p:nvSpPr>
          <p:cNvPr id="5" name="Content Placeholder 4">
            <a:extLst>
              <a:ext uri="{FF2B5EF4-FFF2-40B4-BE49-F238E27FC236}">
                <a16:creationId xmlns:a16="http://schemas.microsoft.com/office/drawing/2014/main" id="{9F4B3034-E2E3-4173-8554-B1E008035346}"/>
              </a:ext>
            </a:extLst>
          </p:cNvPr>
          <p:cNvSpPr>
            <a:spLocks noGrp="1"/>
          </p:cNvSpPr>
          <p:nvPr>
            <p:ph sz="quarter" idx="13"/>
          </p:nvPr>
        </p:nvSpPr>
        <p:spPr>
          <a:xfrm>
            <a:off x="629265" y="1175658"/>
            <a:ext cx="10548072" cy="5357489"/>
          </a:xfrm>
          <a:solidFill>
            <a:schemeClr val="accent4">
              <a:lumMod val="20000"/>
              <a:lumOff val="80000"/>
            </a:schemeClr>
          </a:solidFill>
        </p:spPr>
        <p:txBody>
          <a:bodyPr>
            <a:normAutofit/>
          </a:bodyPr>
          <a:lstStyle/>
          <a:p>
            <a:pPr marL="0" indent="0">
              <a:buNone/>
            </a:pPr>
            <a:endParaRPr lang="vi-VN" altLang="ja-JP" sz="2800" dirty="0"/>
          </a:p>
          <a:p>
            <a:pPr marL="0" indent="0">
              <a:buNone/>
            </a:pPr>
            <a:r>
              <a:rPr lang="ja-JP" altLang="en-US" sz="3200" dirty="0"/>
              <a:t>④ この歌は簡 単ですから、［ ａ</a:t>
            </a:r>
            <a:r>
              <a:rPr lang="en-US" altLang="ja-JP" sz="3200" dirty="0"/>
              <a:t>.</a:t>
            </a:r>
            <a:r>
              <a:rPr lang="ja-JP" altLang="en-US" sz="3200" dirty="0"/>
              <a:t>何 ｂ</a:t>
            </a:r>
            <a:r>
              <a:rPr lang="en-US" altLang="ja-JP" sz="3200" dirty="0"/>
              <a:t>.</a:t>
            </a:r>
            <a:r>
              <a:rPr lang="ja-JP" altLang="en-US" sz="3200" dirty="0"/>
              <a:t>だれ ］でもすぐ歌えるようになります。</a:t>
            </a:r>
            <a:endParaRPr lang="vi-VN" altLang="ja-JP" sz="3200" dirty="0"/>
          </a:p>
          <a:p>
            <a:pPr marL="0" indent="0">
              <a:buNone/>
            </a:pPr>
            <a:endParaRPr lang="vi-VN" altLang="ja-JP" sz="3200" dirty="0"/>
          </a:p>
          <a:p>
            <a:pPr marL="0" indent="0">
              <a:buNone/>
            </a:pPr>
            <a:r>
              <a:rPr lang="ja-JP" altLang="en-US" sz="3200" dirty="0"/>
              <a:t> ⑤ 彼は自転車に乗るのが大好きで、［ ａ</a:t>
            </a:r>
            <a:r>
              <a:rPr lang="en-US" altLang="ja-JP" sz="3200" dirty="0"/>
              <a:t>.</a:t>
            </a:r>
            <a:r>
              <a:rPr lang="ja-JP" altLang="en-US" sz="3200" dirty="0"/>
              <a:t>どこ ｂ</a:t>
            </a:r>
            <a:r>
              <a:rPr lang="en-US" altLang="ja-JP" sz="3200" dirty="0"/>
              <a:t>.</a:t>
            </a:r>
            <a:r>
              <a:rPr lang="ja-JP" altLang="en-US" sz="3200" dirty="0"/>
              <a:t>何 ］でも自転車で行きます</a:t>
            </a:r>
            <a:endParaRPr lang="vi-VN" altLang="ja-JP" sz="3600" dirty="0"/>
          </a:p>
        </p:txBody>
      </p:sp>
      <p:sp>
        <p:nvSpPr>
          <p:cNvPr id="2" name="TextBox 1">
            <a:extLst>
              <a:ext uri="{FF2B5EF4-FFF2-40B4-BE49-F238E27FC236}">
                <a16:creationId xmlns:a16="http://schemas.microsoft.com/office/drawing/2014/main" id="{EA0E526A-9710-42CF-AD84-5446DE6C04AE}"/>
              </a:ext>
            </a:extLst>
          </p:cNvPr>
          <p:cNvSpPr txBox="1"/>
          <p:nvPr/>
        </p:nvSpPr>
        <p:spPr>
          <a:xfrm>
            <a:off x="6096000" y="1515249"/>
            <a:ext cx="1665988" cy="707886"/>
          </a:xfrm>
          <a:prstGeom prst="rect">
            <a:avLst/>
          </a:prstGeom>
          <a:noFill/>
        </p:spPr>
        <p:txBody>
          <a:bodyPr wrap="square" rtlCol="0">
            <a:spAutoFit/>
          </a:bodyPr>
          <a:lstStyle/>
          <a:p>
            <a:pPr algn="ctr"/>
            <a:r>
              <a:rPr lang="vi-VN" altLang="ja-JP" sz="4000" dirty="0">
                <a:solidFill>
                  <a:srgbClr val="FF0000"/>
                </a:solidFill>
                <a:highlight>
                  <a:srgbClr val="FFFF00"/>
                </a:highlight>
              </a:rPr>
              <a:t>x</a:t>
            </a:r>
            <a:endParaRPr lang="en-US" sz="4000" dirty="0">
              <a:solidFill>
                <a:srgbClr val="FF0000"/>
              </a:solidFill>
              <a:highlight>
                <a:srgbClr val="FFFF00"/>
              </a:highlight>
            </a:endParaRPr>
          </a:p>
        </p:txBody>
      </p:sp>
      <p:sp>
        <p:nvSpPr>
          <p:cNvPr id="8" name="TextBox 7">
            <a:extLst>
              <a:ext uri="{FF2B5EF4-FFF2-40B4-BE49-F238E27FC236}">
                <a16:creationId xmlns:a16="http://schemas.microsoft.com/office/drawing/2014/main" id="{E82F7607-3A58-45E6-A5A4-CC4D7482EF56}"/>
              </a:ext>
            </a:extLst>
          </p:cNvPr>
          <p:cNvSpPr txBox="1"/>
          <p:nvPr/>
        </p:nvSpPr>
        <p:spPr>
          <a:xfrm>
            <a:off x="9057738" y="3146516"/>
            <a:ext cx="1665988" cy="707886"/>
          </a:xfrm>
          <a:prstGeom prst="rect">
            <a:avLst/>
          </a:prstGeom>
          <a:noFill/>
        </p:spPr>
        <p:txBody>
          <a:bodyPr wrap="square" rtlCol="0">
            <a:spAutoFit/>
          </a:bodyPr>
          <a:lstStyle/>
          <a:p>
            <a:pPr algn="ctr"/>
            <a:r>
              <a:rPr lang="vi-VN" altLang="ja-JP" sz="4000" dirty="0">
                <a:solidFill>
                  <a:srgbClr val="FF0000"/>
                </a:solidFill>
                <a:highlight>
                  <a:srgbClr val="FFFF00"/>
                </a:highlight>
              </a:rPr>
              <a:t>x</a:t>
            </a:r>
            <a:endParaRPr lang="en-US" sz="4000" dirty="0">
              <a:solidFill>
                <a:srgbClr val="FF0000"/>
              </a:solidFill>
              <a:highlight>
                <a:srgbClr val="FFFF00"/>
              </a:highlight>
            </a:endParaRPr>
          </a:p>
        </p:txBody>
      </p:sp>
    </p:spTree>
    <p:extLst>
      <p:ext uri="{BB962C8B-B14F-4D97-AF65-F5344CB8AC3E}">
        <p14:creationId xmlns:p14="http://schemas.microsoft.com/office/powerpoint/2010/main" val="2577138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3707</TotalTime>
  <Words>1269</Words>
  <Application>Microsoft Office PowerPoint</Application>
  <PresentationFormat>Widescreen</PresentationFormat>
  <Paragraphs>166</Paragraphs>
  <Slides>22</Slides>
  <Notes>18</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mikachan</vt:lpstr>
      <vt:lpstr>Arial</vt:lpstr>
      <vt:lpstr>Calibri</vt:lpstr>
      <vt:lpstr>Calibri Light</vt:lpstr>
      <vt:lpstr>Times New Roman</vt:lpstr>
      <vt:lpstr>Office Theme</vt:lpstr>
      <vt:lpstr>第1課</vt:lpstr>
      <vt:lpstr>PowerPoint Presentation</vt:lpstr>
      <vt:lpstr>伝えてみよう（17） CDーA03</vt:lpstr>
      <vt:lpstr> 伝えてみよう</vt:lpstr>
      <vt:lpstr> 伝えてみよう</vt:lpstr>
      <vt:lpstr> 伝えてみよう</vt:lpstr>
      <vt:lpstr> 伝えてみよう</vt:lpstr>
      <vt:lpstr>使ってみよう4 文法  1.2.3（20ページ）</vt:lpstr>
      <vt:lpstr>～がきっかけで</vt:lpstr>
      <vt:lpstr>例文（P22）</vt:lpstr>
      <vt:lpstr>～がきっかけで</vt:lpstr>
      <vt:lpstr>～がきっかけで</vt:lpstr>
      <vt:lpstr>～っぽい</vt:lpstr>
      <vt:lpstr>例文（P22）</vt:lpstr>
      <vt:lpstr>～っぽい</vt:lpstr>
      <vt:lpstr>～っぽい</vt:lpstr>
      <vt:lpstr>～っぽい</vt:lpstr>
      <vt:lpstr>～ でも </vt:lpstr>
      <vt:lpstr>例文（P22）</vt:lpstr>
      <vt:lpstr>～ でも </vt:lpstr>
      <vt:lpstr>どれがいい？</vt:lpstr>
      <vt:lpstr>どれがいい？</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Oanh Le</dc:creator>
  <cp:lastModifiedBy>Le Thi Kim Oanh (FE FPTU CT)</cp:lastModifiedBy>
  <cp:revision>3</cp:revision>
  <dcterms:created xsi:type="dcterms:W3CDTF">2021-07-16T02:45:36Z</dcterms:created>
  <dcterms:modified xsi:type="dcterms:W3CDTF">2021-09-17T01:26:02Z</dcterms:modified>
</cp:coreProperties>
</file>