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460" r:id="rId3"/>
    <p:sldId id="521" r:id="rId4"/>
    <p:sldId id="518" r:id="rId5"/>
    <p:sldId id="522" r:id="rId6"/>
    <p:sldId id="525" r:id="rId7"/>
    <p:sldId id="523" r:id="rId8"/>
    <p:sldId id="519" r:id="rId9"/>
    <p:sldId id="528" r:id="rId10"/>
    <p:sldId id="524" r:id="rId11"/>
    <p:sldId id="526" r:id="rId12"/>
    <p:sldId id="527" r:id="rId13"/>
    <p:sldId id="458" r:id="rId14"/>
    <p:sldId id="529" r:id="rId15"/>
    <p:sldId id="53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E3B"/>
    <a:srgbClr val="D9910B"/>
    <a:srgbClr val="A11D2B"/>
    <a:srgbClr val="256766"/>
    <a:srgbClr val="5E9C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8B925A-BB43-418B-A15F-CAF1C614A580}" v="1" dt="2021-09-14T13:10:11.9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82603" autoAdjust="0"/>
  </p:normalViewPr>
  <p:slideViewPr>
    <p:cSldViewPr snapToGrid="0" showGuides="1">
      <p:cViewPr varScale="1">
        <p:scale>
          <a:sx n="53" d="100"/>
          <a:sy n="53" d="100"/>
        </p:scale>
        <p:origin x="1092" y="36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hi Kim Oanh (FE FPTU CT)" userId="33772939-cd87-45c1-be61-e0648bc25a53" providerId="ADAL" clId="{428B925A-BB43-418B-A15F-CAF1C614A580}"/>
    <pc:docChg chg="addSld delSld modSld">
      <pc:chgData name="Le Thi Kim Oanh (FE FPTU CT)" userId="33772939-cd87-45c1-be61-e0648bc25a53" providerId="ADAL" clId="{428B925A-BB43-418B-A15F-CAF1C614A580}" dt="2021-09-14T13:10:11.949" v="2"/>
      <pc:docMkLst>
        <pc:docMk/>
      </pc:docMkLst>
      <pc:sldChg chg="add">
        <pc:chgData name="Le Thi Kim Oanh (FE FPTU CT)" userId="33772939-cd87-45c1-be61-e0648bc25a53" providerId="ADAL" clId="{428B925A-BB43-418B-A15F-CAF1C614A580}" dt="2021-09-14T13:10:11.949" v="2"/>
        <pc:sldMkLst>
          <pc:docMk/>
          <pc:sldMk cId="1809037783" sldId="256"/>
        </pc:sldMkLst>
      </pc:sldChg>
      <pc:sldChg chg="del">
        <pc:chgData name="Le Thi Kim Oanh (FE FPTU CT)" userId="33772939-cd87-45c1-be61-e0648bc25a53" providerId="ADAL" clId="{428B925A-BB43-418B-A15F-CAF1C614A580}" dt="2021-09-14T13:08:52.054" v="0" actId="47"/>
        <pc:sldMkLst>
          <pc:docMk/>
          <pc:sldMk cId="4127391314" sldId="520"/>
        </pc:sldMkLst>
      </pc:sldChg>
      <pc:sldChg chg="del">
        <pc:chgData name="Le Thi Kim Oanh (FE FPTU CT)" userId="33772939-cd87-45c1-be61-e0648bc25a53" providerId="ADAL" clId="{428B925A-BB43-418B-A15F-CAF1C614A580}" dt="2021-09-14T13:08:53.287" v="1" actId="47"/>
        <pc:sldMkLst>
          <pc:docMk/>
          <pc:sldMk cId="629386004" sldId="52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10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450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75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Phần này có thể sử dụng làm đề tài viết Sakubun.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9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414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04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7" y="1564330"/>
            <a:ext cx="5425646" cy="877213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5400" b="1" dirty="0">
                <a:solidFill>
                  <a:srgbClr val="A11D2B"/>
                </a:solidFill>
              </a:rPr>
              <a:t>第</a:t>
            </a:r>
            <a:r>
              <a:rPr lang="vi-VN" altLang="ja-JP" sz="5400" b="1" dirty="0">
                <a:solidFill>
                  <a:srgbClr val="A11D2B"/>
                </a:solidFill>
              </a:rPr>
              <a:t>1</a:t>
            </a:r>
            <a:r>
              <a:rPr lang="ja-JP" altLang="en-US" sz="5400" b="1" dirty="0">
                <a:solidFill>
                  <a:srgbClr val="A11D2B"/>
                </a:solidFill>
              </a:rPr>
              <a:t>課</a:t>
            </a:r>
            <a:endParaRPr lang="en-US" sz="5400" b="1" dirty="0">
              <a:solidFill>
                <a:srgbClr val="A11D2B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536" y="3429000"/>
            <a:ext cx="5425646" cy="1708484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vi-VN" altLang="ja-JP" sz="6600" b="1" dirty="0">
              <a:solidFill>
                <a:srgbClr val="D9910B"/>
              </a:solidFill>
            </a:endParaRPr>
          </a:p>
          <a:p>
            <a:pPr marL="0" indent="0" algn="ctr">
              <a:buNone/>
            </a:pPr>
            <a:r>
              <a:rPr lang="ja-JP" altLang="en-US" sz="6600" b="1" dirty="0">
                <a:solidFill>
                  <a:srgbClr val="D9910B"/>
                </a:solidFill>
              </a:rPr>
              <a:t>新たな出会い</a:t>
            </a:r>
            <a:endParaRPr lang="en-US" sz="6600" b="1" dirty="0">
              <a:solidFill>
                <a:srgbClr val="D9910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81"/>
            <a:ext cx="6882063" cy="7509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5D5EB71-9E40-41B8-A539-7F37DC5F83C5}"/>
              </a:ext>
            </a:extLst>
          </p:cNvPr>
          <p:cNvGrpSpPr/>
          <p:nvPr/>
        </p:nvGrpSpPr>
        <p:grpSpPr>
          <a:xfrm>
            <a:off x="6232358" y="196651"/>
            <a:ext cx="5527643" cy="5080567"/>
            <a:chOff x="6256420" y="196651"/>
            <a:chExt cx="5503581" cy="508056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BB626A1-D3CB-4B5B-9A46-76A25247C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54140" y="196651"/>
              <a:ext cx="2414202" cy="2414202"/>
            </a:xfrm>
            <a:prstGeom prst="rect">
              <a:avLst/>
            </a:prstGeom>
          </p:spPr>
        </p:pic>
        <p:pic>
          <p:nvPicPr>
            <p:cNvPr id="1030" name="Picture 6" descr="専業主婦だけど働きたい方へ！職場選びの決め手や人気のパート先ベスト5を紹介♪ | 在宅ワーク・内職の求人・アルバイト情報なら主婦のためのママワークス">
              <a:extLst>
                <a:ext uri="{FF2B5EF4-FFF2-40B4-BE49-F238E27FC236}">
                  <a16:creationId xmlns:a16="http://schemas.microsoft.com/office/drawing/2014/main" id="{D0CD87ED-6398-414B-87B1-5957F62205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6420" y="2941764"/>
              <a:ext cx="2802145" cy="22066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学生寮のイラスト | かわいいフリー素材集 いらすとや">
              <a:extLst>
                <a:ext uri="{FF2B5EF4-FFF2-40B4-BE49-F238E27FC236}">
                  <a16:creationId xmlns:a16="http://schemas.microsoft.com/office/drawing/2014/main" id="{D7FDA65A-86D6-43F9-A033-0C00D10FB4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2601" y="3057893"/>
              <a:ext cx="2057400" cy="22193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B1E5289-BD00-44A2-8AE5-3D1611FA477F}"/>
              </a:ext>
            </a:extLst>
          </p:cNvPr>
          <p:cNvSpPr txBox="1"/>
          <p:nvPr/>
        </p:nvSpPr>
        <p:spPr>
          <a:xfrm>
            <a:off x="636536" y="6208295"/>
            <a:ext cx="1721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highlight>
                  <a:srgbClr val="FFFF00"/>
                </a:highlight>
              </a:rPr>
              <a:t>OanhLTK18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56782" y="1448955"/>
            <a:ext cx="3588971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479640" y="2744422"/>
            <a:ext cx="3566113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456780" y="247567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584853" y="3001956"/>
            <a:ext cx="40216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rgbClr val="5E9C53"/>
                </a:solidFill>
                <a:cs typeface="Arial" pitchFamily="34" charset="0"/>
              </a:rPr>
              <a:t>言葉・表現</a:t>
            </a:r>
            <a:endParaRPr lang="ko-KR" altLang="en-US" sz="32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</a:t>
            </a:r>
            <a:r>
              <a:rPr lang="en-US" altLang="ja-JP" sz="5400" dirty="0">
                <a:solidFill>
                  <a:srgbClr val="A11D2B"/>
                </a:solidFill>
              </a:rPr>
              <a:t>8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616740" y="1675612"/>
            <a:ext cx="3566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1A1E3B"/>
                </a:solidFill>
                <a:cs typeface="Arial" pitchFamily="34" charset="0"/>
              </a:rPr>
              <a:t>やってみよう　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(</a:t>
            </a:r>
            <a:r>
              <a:rPr lang="en-US" altLang="ja-JP" sz="2800" dirty="0">
                <a:solidFill>
                  <a:srgbClr val="1A1E3B"/>
                </a:solidFill>
                <a:cs typeface="Arial" pitchFamily="34" charset="0"/>
              </a:rPr>
              <a:t>23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)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382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7DF2C52A-E0A1-45D9-B0E5-99605A127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78" y="643467"/>
            <a:ext cx="10269244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47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16" y="1621971"/>
            <a:ext cx="9926053" cy="3671924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自己紹介で使える表現</a:t>
            </a:r>
            <a:br>
              <a:rPr lang="en-US" altLang="ja-JP" sz="4000" b="1" dirty="0">
                <a:solidFill>
                  <a:srgbClr val="A11D2B"/>
                </a:solidFill>
              </a:rPr>
            </a:br>
            <a:r>
              <a:rPr lang="ja-JP" altLang="en-US" sz="4000" b="1" dirty="0">
                <a:solidFill>
                  <a:srgbClr val="A11D2B"/>
                </a:solidFill>
              </a:rPr>
              <a:t>　</a:t>
            </a:r>
            <a:r>
              <a:rPr lang="ja-JP" altLang="en-US" sz="2800" b="1" dirty="0">
                <a:solidFill>
                  <a:srgbClr val="A11D2B"/>
                </a:solidFill>
              </a:rPr>
              <a:t>（ワークブック</a:t>
            </a:r>
            <a:r>
              <a:rPr lang="en-US" altLang="ja-JP" sz="2800" b="1" dirty="0">
                <a:solidFill>
                  <a:srgbClr val="A11D2B"/>
                </a:solidFill>
              </a:rPr>
              <a:t>―</a:t>
            </a:r>
            <a:r>
              <a:rPr lang="ja-JP" altLang="en-US" sz="2800" b="1" dirty="0">
                <a:solidFill>
                  <a:srgbClr val="A11D2B"/>
                </a:solidFill>
              </a:rPr>
              <a:t>８＆９ページ）　</a:t>
            </a:r>
            <a:endParaRPr lang="en-US" sz="40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68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A147CC9-2509-45D5-BDC6-B0FB60FCD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118" y="276212"/>
            <a:ext cx="7494525" cy="587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128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A4D34278-7359-49F1-9552-7CB8797E0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665" y="671261"/>
            <a:ext cx="9626983" cy="551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26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052CD85C-F508-431D-B3EB-AC530048C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918" y="94247"/>
            <a:ext cx="8181977" cy="647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635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16" y="1621971"/>
            <a:ext cx="9926053" cy="3671924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性格を表す言葉</a:t>
            </a:r>
            <a:br>
              <a:rPr lang="en-US" altLang="ja-JP" sz="4000" b="1" dirty="0">
                <a:solidFill>
                  <a:srgbClr val="A11D2B"/>
                </a:solidFill>
              </a:rPr>
            </a:br>
            <a:r>
              <a:rPr lang="ja-JP" altLang="en-US" sz="4000" b="1" dirty="0">
                <a:solidFill>
                  <a:srgbClr val="A11D2B"/>
                </a:solidFill>
              </a:rPr>
              <a:t>　</a:t>
            </a:r>
            <a:r>
              <a:rPr lang="ja-JP" altLang="en-US" sz="2800" b="1" dirty="0">
                <a:solidFill>
                  <a:srgbClr val="A11D2B"/>
                </a:solidFill>
              </a:rPr>
              <a:t>（ワークブック</a:t>
            </a:r>
            <a:r>
              <a:rPr lang="en-US" altLang="ja-JP" sz="2800" b="1" dirty="0">
                <a:solidFill>
                  <a:srgbClr val="A11D2B"/>
                </a:solidFill>
              </a:rPr>
              <a:t>―</a:t>
            </a:r>
            <a:r>
              <a:rPr lang="ja-JP" altLang="en-US" sz="2800" b="1" dirty="0">
                <a:solidFill>
                  <a:srgbClr val="A11D2B"/>
                </a:solidFill>
              </a:rPr>
              <a:t>９ページ）　</a:t>
            </a:r>
            <a:endParaRPr lang="en-US" sz="40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357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4948E8F5-345E-4B78-8A58-964AB1C90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604" y="759138"/>
            <a:ext cx="8496764" cy="584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291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text, receipt&#10;&#10;Description automatically generated">
            <a:extLst>
              <a:ext uri="{FF2B5EF4-FFF2-40B4-BE49-F238E27FC236}">
                <a16:creationId xmlns:a16="http://schemas.microsoft.com/office/drawing/2014/main" id="{940C6E58-E65D-4FD6-9312-53C7C1756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39" y="596030"/>
            <a:ext cx="9938094" cy="559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827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CB14254D-F4DC-4D05-A8ED-67B043AC4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479" y="702182"/>
            <a:ext cx="9928856" cy="532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459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3ADCB488-DA5F-480A-9E5F-E957C072D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04" y="307050"/>
            <a:ext cx="10732721" cy="617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38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8627" y="271105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やってみよう（</a:t>
            </a:r>
            <a:r>
              <a:rPr lang="en-US" altLang="ja-JP" sz="4000" b="1" dirty="0">
                <a:solidFill>
                  <a:srgbClr val="A11D2B"/>
                </a:solidFill>
              </a:rPr>
              <a:t>23</a:t>
            </a:r>
            <a:r>
              <a:rPr lang="ja-JP" altLang="en-US" sz="4000" b="1" dirty="0">
                <a:solidFill>
                  <a:srgbClr val="A11D2B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20704" y="2754630"/>
            <a:ext cx="10468664" cy="2972402"/>
          </a:xfrm>
          <a:solidFill>
            <a:srgbClr val="D9910B"/>
          </a:solidFill>
        </p:spPr>
        <p:txBody>
          <a:bodyPr>
            <a:normAutofit/>
          </a:bodyPr>
          <a:lstStyle/>
          <a:p>
            <a:pPr marL="0" indent="0" algn="l">
              <a:buNone/>
            </a:pPr>
            <a:endParaRPr kumimoji="1" lang="vi-VN" altLang="ja-JP" sz="32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l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自己紹介カードを書いて周りの人と交換しましょう。</a:t>
            </a:r>
            <a:endParaRPr kumimoji="1" lang="en-US" altLang="ja-JP" sz="3200" dirty="0">
              <a:solidFill>
                <a:srgbClr val="A11D2B"/>
              </a:solidFill>
              <a:latin typeface="Arial" panose="020B0604020202020204" pitchFamily="34" charset="0"/>
            </a:endParaRPr>
          </a:p>
        </p:txBody>
      </p:sp>
      <p:pic>
        <p:nvPicPr>
          <p:cNvPr id="3074" name="Picture 2" descr="喫茶店で話す人達のイラスト（女子学生）">
            <a:extLst>
              <a:ext uri="{FF2B5EF4-FFF2-40B4-BE49-F238E27FC236}">
                <a16:creationId xmlns:a16="http://schemas.microsoft.com/office/drawing/2014/main" id="{56E42CE6-F030-40FA-919B-033467AFC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04" y="125729"/>
            <a:ext cx="2056785" cy="205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7866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8627" y="271105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やってみよう（</a:t>
            </a:r>
            <a:r>
              <a:rPr lang="en-US" altLang="ja-JP" sz="4000" b="1" dirty="0">
                <a:solidFill>
                  <a:srgbClr val="A11D2B"/>
                </a:solidFill>
              </a:rPr>
              <a:t>23</a:t>
            </a:r>
            <a:r>
              <a:rPr lang="ja-JP" altLang="en-US" sz="4000" b="1" dirty="0">
                <a:solidFill>
                  <a:srgbClr val="A11D2B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818146" y="2478505"/>
            <a:ext cx="9685421" cy="3838074"/>
          </a:xfrm>
          <a:solidFill>
            <a:schemeClr val="accent3"/>
          </a:solidFill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kumimoji="1" lang="ja-JP" altLang="en-US" sz="3200" dirty="0">
                <a:solidFill>
                  <a:srgbClr val="A11D2B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流れ</a:t>
            </a:r>
            <a:endParaRPr kumimoji="1" lang="en-US" altLang="ja-JP" sz="3200" dirty="0">
              <a:solidFill>
                <a:srgbClr val="A11D2B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kumimoji="1" lang="ja-JP" altLang="en-US" sz="3200" dirty="0">
                <a:solidFill>
                  <a:srgbClr val="A11D2B"/>
                </a:solidFill>
                <a:latin typeface="Arial" panose="020B0604020202020204" pitchFamily="34" charset="0"/>
              </a:rPr>
              <a:t>１．名前・名前の意味</a:t>
            </a:r>
            <a:endParaRPr kumimoji="1" lang="en-US" altLang="ja-JP" sz="32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kumimoji="1" lang="ja-JP" altLang="en-US" sz="3200" dirty="0">
                <a:solidFill>
                  <a:srgbClr val="A11D2B"/>
                </a:solidFill>
                <a:latin typeface="Arial" panose="020B0604020202020204" pitchFamily="34" charset="0"/>
              </a:rPr>
              <a:t>２．国・出身地・ふるさと</a:t>
            </a:r>
            <a:endParaRPr kumimoji="1" lang="en-US" altLang="ja-JP" sz="32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kumimoji="1" lang="ja-JP" altLang="en-US" sz="3200" dirty="0">
                <a:solidFill>
                  <a:srgbClr val="A11D2B"/>
                </a:solidFill>
                <a:latin typeface="Arial" panose="020B0604020202020204" pitchFamily="34" charset="0"/>
              </a:rPr>
              <a:t>３．どうして日本語を勉強するのか。</a:t>
            </a:r>
            <a:endParaRPr kumimoji="1" lang="en-US" altLang="ja-JP" sz="32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kumimoji="1" lang="ja-JP" altLang="en-US" sz="3200" dirty="0">
                <a:solidFill>
                  <a:srgbClr val="A11D2B"/>
                </a:solidFill>
                <a:latin typeface="Arial" panose="020B0604020202020204" pitchFamily="34" charset="0"/>
              </a:rPr>
              <a:t>４．自分の性格</a:t>
            </a:r>
            <a:endParaRPr kumimoji="1" lang="vi-VN" altLang="ja-JP" sz="32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</p:txBody>
      </p:sp>
      <p:pic>
        <p:nvPicPr>
          <p:cNvPr id="3074" name="Picture 2" descr="喫茶店で話す人達のイラスト（女子学生）">
            <a:extLst>
              <a:ext uri="{FF2B5EF4-FFF2-40B4-BE49-F238E27FC236}">
                <a16:creationId xmlns:a16="http://schemas.microsoft.com/office/drawing/2014/main" id="{56E42CE6-F030-40FA-919B-033467AFC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04" y="125729"/>
            <a:ext cx="2056785" cy="205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5791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8627" y="271105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練習してみよう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818146" y="2478505"/>
            <a:ext cx="10708107" cy="4108390"/>
          </a:xfrm>
          <a:solidFill>
            <a:schemeClr val="accent3"/>
          </a:solidFill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kumimoji="1" lang="ja-JP" altLang="en-US" sz="3200" dirty="0">
                <a:solidFill>
                  <a:srgbClr val="A11D2B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流れ</a:t>
            </a:r>
            <a:endParaRPr kumimoji="1" lang="en-US" altLang="ja-JP" sz="3200" dirty="0">
              <a:solidFill>
                <a:srgbClr val="A11D2B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kumimoji="1" lang="ja-JP" altLang="en-US" sz="2800" dirty="0">
                <a:solidFill>
                  <a:srgbClr val="A11D2B"/>
                </a:solidFill>
                <a:latin typeface="Arial" panose="020B0604020202020204" pitchFamily="34" charset="0"/>
              </a:rPr>
              <a:t>１．～ともうします。</a:t>
            </a:r>
            <a:endParaRPr kumimoji="1" lang="en-US" altLang="ja-JP" sz="28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kumimoji="1" lang="ja-JP" altLang="en-US" sz="2800" dirty="0">
                <a:solidFill>
                  <a:srgbClr val="A11D2B"/>
                </a:solidFill>
                <a:latin typeface="Arial" panose="020B0604020202020204" pitchFamily="34" charset="0"/>
              </a:rPr>
              <a:t>２．～「　」なので、～　ちゃんと呼んでください。</a:t>
            </a:r>
            <a:endParaRPr kumimoji="1" lang="en-US" altLang="ja-JP" sz="28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kumimoji="1" lang="ja-JP" altLang="en-US" sz="2800" dirty="0">
                <a:solidFill>
                  <a:srgbClr val="A11D2B"/>
                </a:solidFill>
                <a:latin typeface="Arial" panose="020B0604020202020204" pitchFamily="34" charset="0"/>
              </a:rPr>
              <a:t>３．～がきっかけで、～を始めました。</a:t>
            </a:r>
            <a:endParaRPr kumimoji="1" lang="en-US" altLang="ja-JP" sz="28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kumimoji="1" lang="ja-JP" altLang="en-US" sz="2800" dirty="0">
                <a:solidFill>
                  <a:srgbClr val="A11D2B"/>
                </a:solidFill>
                <a:latin typeface="Arial" panose="020B0604020202020204" pitchFamily="34" charset="0"/>
              </a:rPr>
              <a:t>４．～ようになりました。</a:t>
            </a:r>
            <a:endParaRPr kumimoji="1" lang="en-US" altLang="ja-JP" sz="28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kumimoji="1" lang="ja-JP" altLang="en-US" sz="2800" dirty="0">
                <a:solidFill>
                  <a:srgbClr val="A11D2B"/>
                </a:solidFill>
                <a:latin typeface="Arial" panose="020B0604020202020204" pitchFamily="34" charset="0"/>
              </a:rPr>
              <a:t>５．人・友達に～だと言わます。でも、～</a:t>
            </a:r>
            <a:endParaRPr kumimoji="1" lang="en-US" altLang="ja-JP" sz="28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kumimoji="1" lang="ja-JP" altLang="en-US" sz="2800" dirty="0">
                <a:solidFill>
                  <a:srgbClr val="A11D2B"/>
                </a:solidFill>
                <a:latin typeface="Arial" panose="020B0604020202020204" pitchFamily="34" charset="0"/>
              </a:rPr>
              <a:t>６．得意なことは～</a:t>
            </a:r>
            <a:endParaRPr kumimoji="1" lang="vi-VN" altLang="ja-JP" sz="28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</p:txBody>
      </p:sp>
      <p:pic>
        <p:nvPicPr>
          <p:cNvPr id="3074" name="Picture 2" descr="喫茶店で話す人達のイラスト（女子学生）">
            <a:extLst>
              <a:ext uri="{FF2B5EF4-FFF2-40B4-BE49-F238E27FC236}">
                <a16:creationId xmlns:a16="http://schemas.microsoft.com/office/drawing/2014/main" id="{56E42CE6-F030-40FA-919B-033467AFC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04" y="125729"/>
            <a:ext cx="2056785" cy="205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493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3719</TotalTime>
  <Words>290</Words>
  <Application>Microsoft Office PowerPoint</Application>
  <PresentationFormat>Widescreen</PresentationFormat>
  <Paragraphs>42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第1課</vt:lpstr>
      <vt:lpstr>PowerPoint Presentation</vt:lpstr>
      <vt:lpstr>PowerPoint Presentation</vt:lpstr>
      <vt:lpstr>自己紹介で使える表現 　（ワークブック―８＆９ページ）　</vt:lpstr>
      <vt:lpstr>PowerPoint Presentation</vt:lpstr>
      <vt:lpstr>PowerPoint Presentation</vt:lpstr>
      <vt:lpstr>PowerPoint Presentation</vt:lpstr>
      <vt:lpstr>性格を表す言葉 　（ワークブック―９ページ）　</vt:lpstr>
      <vt:lpstr>PowerPoint Presentation</vt:lpstr>
      <vt:lpstr>PowerPoint Presentation</vt:lpstr>
      <vt:lpstr>PowerPoint Presentation</vt:lpstr>
      <vt:lpstr>PowerPoint Presentation</vt:lpstr>
      <vt:lpstr>やってみよう（23）</vt:lpstr>
      <vt:lpstr>やってみよう（23）</vt:lpstr>
      <vt:lpstr>練習してみよう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5</cp:revision>
  <dcterms:created xsi:type="dcterms:W3CDTF">2021-07-16T02:45:36Z</dcterms:created>
  <dcterms:modified xsi:type="dcterms:W3CDTF">2021-10-19T15:09:13Z</dcterms:modified>
</cp:coreProperties>
</file>