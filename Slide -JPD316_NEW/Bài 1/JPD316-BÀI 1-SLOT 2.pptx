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51" r:id="rId3"/>
    <p:sldId id="352" r:id="rId4"/>
    <p:sldId id="472" r:id="rId5"/>
    <p:sldId id="461" r:id="rId6"/>
    <p:sldId id="258" r:id="rId7"/>
    <p:sldId id="353" r:id="rId8"/>
    <p:sldId id="473" r:id="rId9"/>
    <p:sldId id="356" r:id="rId10"/>
    <p:sldId id="475" r:id="rId11"/>
    <p:sldId id="357" r:id="rId12"/>
    <p:sldId id="358" r:id="rId13"/>
    <p:sldId id="462" r:id="rId14"/>
    <p:sldId id="389" r:id="rId15"/>
    <p:sldId id="463" r:id="rId16"/>
    <p:sldId id="464" r:id="rId17"/>
    <p:sldId id="470" r:id="rId18"/>
    <p:sldId id="537" r:id="rId19"/>
    <p:sldId id="469" r:id="rId20"/>
    <p:sldId id="467" r:id="rId21"/>
    <p:sldId id="4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D9910B"/>
    <a:srgbClr val="A11D2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5B4F9-C47C-47F2-9C4E-089AB2E54018}" v="17" dt="2021-09-17T01:16:24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9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6675B4F9-C47C-47F2-9C4E-089AB2E54018}"/>
    <pc:docChg chg="custSel addSld delSld modSld sldOrd">
      <pc:chgData name="Le Thi Kim Oanh (FE FPTU CT)" userId="33772939-cd87-45c1-be61-e0648bc25a53" providerId="ADAL" clId="{6675B4F9-C47C-47F2-9C4E-089AB2E54018}" dt="2021-09-17T01:16:53.250" v="37" actId="47"/>
      <pc:docMkLst>
        <pc:docMk/>
      </pc:docMkLst>
      <pc:sldChg chg="addSp delSp modSp mod">
        <pc:chgData name="Le Thi Kim Oanh (FE FPTU CT)" userId="33772939-cd87-45c1-be61-e0648bc25a53" providerId="ADAL" clId="{6675B4F9-C47C-47F2-9C4E-089AB2E54018}" dt="2021-09-13T10:48:47.613" v="7" actId="1076"/>
        <pc:sldMkLst>
          <pc:docMk/>
          <pc:sldMk cId="1502880382" sldId="352"/>
        </pc:sldMkLst>
        <pc:spChg chg="add del mod">
          <ac:chgData name="Le Thi Kim Oanh (FE FPTU CT)" userId="33772939-cd87-45c1-be61-e0648bc25a53" providerId="ADAL" clId="{6675B4F9-C47C-47F2-9C4E-089AB2E54018}" dt="2021-09-13T10:48:38.473" v="1" actId="931"/>
          <ac:spMkLst>
            <pc:docMk/>
            <pc:sldMk cId="1502880382" sldId="352"/>
            <ac:spMk id="3" creationId="{ECB8DCF7-4737-4444-B234-CC24C67BB589}"/>
          </ac:spMkLst>
        </pc:spChg>
        <pc:picChg chg="add mod">
          <ac:chgData name="Le Thi Kim Oanh (FE FPTU CT)" userId="33772939-cd87-45c1-be61-e0648bc25a53" providerId="ADAL" clId="{6675B4F9-C47C-47F2-9C4E-089AB2E54018}" dt="2021-09-13T10:48:47.613" v="7" actId="1076"/>
          <ac:picMkLst>
            <pc:docMk/>
            <pc:sldMk cId="1502880382" sldId="352"/>
            <ac:picMk id="5" creationId="{B0E8A3C8-7036-41E7-8786-210FA6B891BC}"/>
          </ac:picMkLst>
        </pc:picChg>
        <pc:picChg chg="del">
          <ac:chgData name="Le Thi Kim Oanh (FE FPTU CT)" userId="33772939-cd87-45c1-be61-e0648bc25a53" providerId="ADAL" clId="{6675B4F9-C47C-47F2-9C4E-089AB2E54018}" dt="2021-09-13T10:48:11.584" v="0" actId="478"/>
          <ac:picMkLst>
            <pc:docMk/>
            <pc:sldMk cId="1502880382" sldId="352"/>
            <ac:picMk id="10" creationId="{D17E964F-7CA6-4D10-ABB8-BB05562EC155}"/>
          </ac:picMkLst>
        </pc:picChg>
      </pc:sldChg>
      <pc:sldChg chg="addSp delSp modSp mod">
        <pc:chgData name="Le Thi Kim Oanh (FE FPTU CT)" userId="33772939-cd87-45c1-be61-e0648bc25a53" providerId="ADAL" clId="{6675B4F9-C47C-47F2-9C4E-089AB2E54018}" dt="2021-09-13T10:49:09.686" v="15" actId="1076"/>
        <pc:sldMkLst>
          <pc:docMk/>
          <pc:sldMk cId="1260844141" sldId="356"/>
        </pc:sldMkLst>
        <pc:spChg chg="add del mod">
          <ac:chgData name="Le Thi Kim Oanh (FE FPTU CT)" userId="33772939-cd87-45c1-be61-e0648bc25a53" providerId="ADAL" clId="{6675B4F9-C47C-47F2-9C4E-089AB2E54018}" dt="2021-09-13T10:49:01.891" v="9" actId="931"/>
          <ac:spMkLst>
            <pc:docMk/>
            <pc:sldMk cId="1260844141" sldId="356"/>
            <ac:spMk id="3" creationId="{57D4298F-AFF0-43DF-9491-44612D76D906}"/>
          </ac:spMkLst>
        </pc:spChg>
        <pc:picChg chg="add mod">
          <ac:chgData name="Le Thi Kim Oanh (FE FPTU CT)" userId="33772939-cd87-45c1-be61-e0648bc25a53" providerId="ADAL" clId="{6675B4F9-C47C-47F2-9C4E-089AB2E54018}" dt="2021-09-13T10:49:09.686" v="15" actId="1076"/>
          <ac:picMkLst>
            <pc:docMk/>
            <pc:sldMk cId="1260844141" sldId="356"/>
            <ac:picMk id="5" creationId="{B6E2FCC4-4F1E-41FB-882D-A8F2F31FEC53}"/>
          </ac:picMkLst>
        </pc:picChg>
        <pc:picChg chg="del">
          <ac:chgData name="Le Thi Kim Oanh (FE FPTU CT)" userId="33772939-cd87-45c1-be61-e0648bc25a53" providerId="ADAL" clId="{6675B4F9-C47C-47F2-9C4E-089AB2E54018}" dt="2021-09-13T10:48:52.707" v="8" actId="478"/>
          <ac:picMkLst>
            <pc:docMk/>
            <pc:sldMk cId="1260844141" sldId="356"/>
            <ac:picMk id="7" creationId="{C6A22532-85AD-4D81-AD55-141439BC0C3F}"/>
          </ac:picMkLst>
        </pc:picChg>
      </pc:sldChg>
      <pc:sldChg chg="del">
        <pc:chgData name="Le Thi Kim Oanh (FE FPTU CT)" userId="33772939-cd87-45c1-be61-e0648bc25a53" providerId="ADAL" clId="{6675B4F9-C47C-47F2-9C4E-089AB2E54018}" dt="2021-09-17T01:16:35.093" v="33" actId="47"/>
        <pc:sldMkLst>
          <pc:docMk/>
          <pc:sldMk cId="2764420884" sldId="474"/>
        </pc:sldMkLst>
      </pc:sldChg>
      <pc:sldChg chg="addSp delSp modSp add mod">
        <pc:chgData name="Le Thi Kim Oanh (FE FPTU CT)" userId="33772939-cd87-45c1-be61-e0648bc25a53" providerId="ADAL" clId="{6675B4F9-C47C-47F2-9C4E-089AB2E54018}" dt="2021-09-17T01:16:33.317" v="32" actId="14100"/>
        <pc:sldMkLst>
          <pc:docMk/>
          <pc:sldMk cId="3766553441" sldId="537"/>
        </pc:sldMkLst>
        <pc:spChg chg="mod">
          <ac:chgData name="Le Thi Kim Oanh (FE FPTU CT)" userId="33772939-cd87-45c1-be61-e0648bc25a53" providerId="ADAL" clId="{6675B4F9-C47C-47F2-9C4E-089AB2E54018}" dt="2021-09-17T01:15:55.494" v="22"/>
          <ac:spMkLst>
            <pc:docMk/>
            <pc:sldMk cId="3766553441" sldId="537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6675B4F9-C47C-47F2-9C4E-089AB2E54018}" dt="2021-09-17T01:16:24.608" v="24" actId="931"/>
          <ac:spMkLst>
            <pc:docMk/>
            <pc:sldMk cId="3766553441" sldId="537"/>
            <ac:spMk id="4" creationId="{A2B37425-F4DB-4415-AAAE-C5846FF66338}"/>
          </ac:spMkLst>
        </pc:spChg>
        <pc:picChg chg="add mod">
          <ac:chgData name="Le Thi Kim Oanh (FE FPTU CT)" userId="33772939-cd87-45c1-be61-e0648bc25a53" providerId="ADAL" clId="{6675B4F9-C47C-47F2-9C4E-089AB2E54018}" dt="2021-09-17T01:16:33.317" v="32" actId="14100"/>
          <ac:picMkLst>
            <pc:docMk/>
            <pc:sldMk cId="3766553441" sldId="537"/>
            <ac:picMk id="6" creationId="{07E0E4F2-BCEE-4936-8BE4-19083445FEED}"/>
          </ac:picMkLst>
        </pc:picChg>
        <pc:picChg chg="del">
          <ac:chgData name="Le Thi Kim Oanh (FE FPTU CT)" userId="33772939-cd87-45c1-be61-e0648bc25a53" providerId="ADAL" clId="{6675B4F9-C47C-47F2-9C4E-089AB2E54018}" dt="2021-09-17T01:16:02.212" v="23" actId="478"/>
          <ac:picMkLst>
            <pc:docMk/>
            <pc:sldMk cId="3766553441" sldId="537"/>
            <ac:picMk id="7" creationId="{8DAB2762-EB10-4FCE-BA21-01813B72B44D}"/>
          </ac:picMkLst>
        </pc:picChg>
      </pc:sldChg>
      <pc:sldChg chg="add del ord">
        <pc:chgData name="Le Thi Kim Oanh (FE FPTU CT)" userId="33772939-cd87-45c1-be61-e0648bc25a53" providerId="ADAL" clId="{6675B4F9-C47C-47F2-9C4E-089AB2E54018}" dt="2021-09-17T01:16:53.250" v="37" actId="47"/>
        <pc:sldMkLst>
          <pc:docMk/>
          <pc:sldMk cId="625960018" sldId="538"/>
        </pc:sldMkLst>
      </pc:sldChg>
    </pc:docChg>
  </pc:docChgLst>
  <pc:docChgLst>
    <pc:chgData name="Oanh Le Thi Kim  (FE FPTU CT)" userId="33772939-cd87-45c1-be61-e0648bc25a53" providerId="ADAL" clId="{6675B4F9-C47C-47F2-9C4E-089AB2E54018}"/>
    <pc:docChg chg="undo custSel addSld delSld modSld sldOrd delSection modSection">
      <pc:chgData name="Oanh Le Thi Kim  (FE FPTU CT)" userId="33772939-cd87-45c1-be61-e0648bc25a53" providerId="ADAL" clId="{6675B4F9-C47C-47F2-9C4E-089AB2E54018}" dt="2021-09-08T14:37:12.855" v="510" actId="14100"/>
      <pc:docMkLst>
        <pc:docMk/>
      </pc:docMkLst>
      <pc:sldChg chg="modSp mod">
        <pc:chgData name="Oanh Le Thi Kim  (FE FPTU CT)" userId="33772939-cd87-45c1-be61-e0648bc25a53" providerId="ADAL" clId="{6675B4F9-C47C-47F2-9C4E-089AB2E54018}" dt="2021-08-22T02:32:24.084" v="8" actId="14100"/>
        <pc:sldMkLst>
          <pc:docMk/>
          <pc:sldMk cId="1809037783" sldId="256"/>
        </pc:sldMkLst>
        <pc:picChg chg="mod">
          <ac:chgData name="Oanh Le Thi Kim  (FE FPTU CT)" userId="33772939-cd87-45c1-be61-e0648bc25a53" providerId="ADAL" clId="{6675B4F9-C47C-47F2-9C4E-089AB2E54018}" dt="2021-08-22T02:32:24.084" v="8" actId="14100"/>
          <ac:picMkLst>
            <pc:docMk/>
            <pc:sldMk cId="1809037783" sldId="256"/>
            <ac:picMk id="4" creationId="{DAAF1E5F-AE49-4BFB-A904-4DB64475F41C}"/>
          </ac:picMkLst>
        </pc:picChg>
      </pc:sldChg>
      <pc:sldChg chg="del">
        <pc:chgData name="Oanh Le Thi Kim  (FE FPTU CT)" userId="33772939-cd87-45c1-be61-e0648bc25a53" providerId="ADAL" clId="{6675B4F9-C47C-47F2-9C4E-089AB2E54018}" dt="2021-08-21T06:53:47.671" v="1" actId="47"/>
        <pc:sldMkLst>
          <pc:docMk/>
          <pc:sldMk cId="602090843" sldId="257"/>
        </pc:sldMkLst>
      </pc:sldChg>
      <pc:sldChg chg="addSp delSp modSp mod">
        <pc:chgData name="Oanh Le Thi Kim  (FE FPTU CT)" userId="33772939-cd87-45c1-be61-e0648bc25a53" providerId="ADAL" clId="{6675B4F9-C47C-47F2-9C4E-089AB2E54018}" dt="2021-09-08T13:04:31.396" v="471" actId="20577"/>
        <pc:sldMkLst>
          <pc:docMk/>
          <pc:sldMk cId="1378875007" sldId="351"/>
        </pc:sldMkLst>
        <pc:spChg chg="add del">
          <ac:chgData name="Oanh Le Thi Kim  (FE FPTU CT)" userId="33772939-cd87-45c1-be61-e0648bc25a53" providerId="ADAL" clId="{6675B4F9-C47C-47F2-9C4E-089AB2E54018}" dt="2021-09-08T12:50:36.585" v="15" actId="22"/>
          <ac:spMkLst>
            <pc:docMk/>
            <pc:sldMk cId="1378875007" sldId="351"/>
            <ac:spMk id="18" creationId="{AC1ECD13-C271-4A03-A29B-D05BB3A7F268}"/>
          </ac:spMkLst>
        </pc:spChg>
        <pc:spChg chg="mod">
          <ac:chgData name="Oanh Le Thi Kim  (FE FPTU CT)" userId="33772939-cd87-45c1-be61-e0648bc25a53" providerId="ADAL" clId="{6675B4F9-C47C-47F2-9C4E-089AB2E54018}" dt="2021-09-08T13:04:31.396" v="471" actId="20577"/>
          <ac:spMkLst>
            <pc:docMk/>
            <pc:sldMk cId="1378875007" sldId="351"/>
            <ac:spMk id="65" creationId="{2429D96E-5F83-4BC8-AAF6-1C5FFF81E153}"/>
          </ac:spMkLst>
        </pc:spChg>
        <pc:spChg chg="mod">
          <ac:chgData name="Oanh Le Thi Kim  (FE FPTU CT)" userId="33772939-cd87-45c1-be61-e0648bc25a53" providerId="ADAL" clId="{6675B4F9-C47C-47F2-9C4E-089AB2E54018}" dt="2021-09-08T13:04:20.343" v="466" actId="1076"/>
          <ac:spMkLst>
            <pc:docMk/>
            <pc:sldMk cId="1378875007" sldId="351"/>
            <ac:spMk id="67" creationId="{DA11F572-F2F7-4422-966B-B26E1FC9651E}"/>
          </ac:spMkLst>
        </pc:spChg>
        <pc:spChg chg="mod">
          <ac:chgData name="Oanh Le Thi Kim  (FE FPTU CT)" userId="33772939-cd87-45c1-be61-e0648bc25a53" providerId="ADAL" clId="{6675B4F9-C47C-47F2-9C4E-089AB2E54018}" dt="2021-09-08T13:04:20.795" v="467" actId="14100"/>
          <ac:spMkLst>
            <pc:docMk/>
            <pc:sldMk cId="1378875007" sldId="351"/>
            <ac:spMk id="76" creationId="{5488B2A3-09E1-4ED9-8CB5-A06EA337ED44}"/>
          </ac:spMkLst>
        </pc:spChg>
      </pc:sldChg>
      <pc:sldChg chg="addSp delSp modSp mod setBg delAnim modAnim setClrOvrMap modNotesTx">
        <pc:chgData name="Oanh Le Thi Kim  (FE FPTU CT)" userId="33772939-cd87-45c1-be61-e0648bc25a53" providerId="ADAL" clId="{6675B4F9-C47C-47F2-9C4E-089AB2E54018}" dt="2021-09-08T12:52:37.422" v="46" actId="14100"/>
        <pc:sldMkLst>
          <pc:docMk/>
          <pc:sldMk cId="1502880382" sldId="352"/>
        </pc:sldMkLst>
        <pc:spChg chg="del mod">
          <ac:chgData name="Oanh Le Thi Kim  (FE FPTU CT)" userId="33772939-cd87-45c1-be61-e0648bc25a53" providerId="ADAL" clId="{6675B4F9-C47C-47F2-9C4E-089AB2E54018}" dt="2021-09-08T12:52:14.850" v="39" actId="478"/>
          <ac:spMkLst>
            <pc:docMk/>
            <pc:sldMk cId="1502880382" sldId="352"/>
            <ac:spMk id="4" creationId="{9CB7EEE1-C007-45D6-9CB2-FB416E743C66}"/>
          </ac:spMkLst>
        </pc:spChg>
        <pc:spChg chg="del">
          <ac:chgData name="Oanh Le Thi Kim  (FE FPTU CT)" userId="33772939-cd87-45c1-be61-e0648bc25a53" providerId="ADAL" clId="{6675B4F9-C47C-47F2-9C4E-089AB2E54018}" dt="2021-09-08T12:50:51.759" v="17" actId="478"/>
          <ac:spMkLst>
            <pc:docMk/>
            <pc:sldMk cId="1502880382" sldId="352"/>
            <ac:spMk id="5" creationId="{9F4B3034-E2E3-4173-8554-B1E008035346}"/>
          </ac:spMkLst>
        </pc:spChg>
        <pc:spChg chg="add del mod">
          <ac:chgData name="Oanh Le Thi Kim  (FE FPTU CT)" userId="33772939-cd87-45c1-be61-e0648bc25a53" providerId="ADAL" clId="{6675B4F9-C47C-47F2-9C4E-089AB2E54018}" dt="2021-09-08T12:51:17.557" v="23" actId="931"/>
          <ac:spMkLst>
            <pc:docMk/>
            <pc:sldMk cId="1502880382" sldId="352"/>
            <ac:spMk id="8" creationId="{4E6B6055-DB85-4F6A-9B19-F89FE6F714C9}"/>
          </ac:spMkLst>
        </pc:spChg>
        <pc:spChg chg="add del mod">
          <ac:chgData name="Oanh Le Thi Kim  (FE FPTU CT)" userId="33772939-cd87-45c1-be61-e0648bc25a53" providerId="ADAL" clId="{6675B4F9-C47C-47F2-9C4E-089AB2E54018}" dt="2021-09-08T12:52:18.497" v="40" actId="478"/>
          <ac:spMkLst>
            <pc:docMk/>
            <pc:sldMk cId="1502880382" sldId="352"/>
            <ac:spMk id="12" creationId="{1CE60D28-BF35-4816-9E27-4A942629888F}"/>
          </ac:spMkLst>
        </pc:spChg>
        <pc:spChg chg="add del">
          <ac:chgData name="Oanh Le Thi Kim  (FE FPTU CT)" userId="33772939-cd87-45c1-be61-e0648bc25a53" providerId="ADAL" clId="{6675B4F9-C47C-47F2-9C4E-089AB2E54018}" dt="2021-09-08T12:52:04.968" v="35" actId="26606"/>
          <ac:spMkLst>
            <pc:docMk/>
            <pc:sldMk cId="1502880382" sldId="352"/>
            <ac:spMk id="15" creationId="{E49CC64F-7275-4E33-961B-0C5CDC439875}"/>
          </ac:spMkLst>
        </pc:spChg>
        <pc:picChg chg="del mod">
          <ac:chgData name="Oanh Le Thi Kim  (FE FPTU CT)" userId="33772939-cd87-45c1-be61-e0648bc25a53" providerId="ADAL" clId="{6675B4F9-C47C-47F2-9C4E-089AB2E54018}" dt="2021-09-08T12:50:53.979" v="19" actId="478"/>
          <ac:picMkLst>
            <pc:docMk/>
            <pc:sldMk cId="1502880382" sldId="352"/>
            <ac:picMk id="3" creationId="{7388BEB4-7DFA-4A75-AB13-A7EF987FBE94}"/>
          </ac:picMkLst>
        </pc:picChg>
        <pc:picChg chg="del">
          <ac:chgData name="Oanh Le Thi Kim  (FE FPTU CT)" userId="33772939-cd87-45c1-be61-e0648bc25a53" providerId="ADAL" clId="{6675B4F9-C47C-47F2-9C4E-089AB2E54018}" dt="2021-09-08T12:50:55.434" v="20" actId="478"/>
          <ac:picMkLst>
            <pc:docMk/>
            <pc:sldMk cId="1502880382" sldId="352"/>
            <ac:picMk id="6" creationId="{CEF9C933-2D5B-4696-87BC-E0CD5259F23B}"/>
          </ac:picMkLst>
        </pc:picChg>
        <pc:picChg chg="del">
          <ac:chgData name="Oanh Le Thi Kim  (FE FPTU CT)" userId="33772939-cd87-45c1-be61-e0648bc25a53" providerId="ADAL" clId="{6675B4F9-C47C-47F2-9C4E-089AB2E54018}" dt="2021-09-08T12:50:57.079" v="21" actId="478"/>
          <ac:picMkLst>
            <pc:docMk/>
            <pc:sldMk cId="1502880382" sldId="352"/>
            <ac:picMk id="7" creationId="{F690CA54-F10E-4936-81EA-EEF6D9E1E4F7}"/>
          </ac:picMkLst>
        </pc:picChg>
        <pc:picChg chg="add mod">
          <ac:chgData name="Oanh Le Thi Kim  (FE FPTU CT)" userId="33772939-cd87-45c1-be61-e0648bc25a53" providerId="ADAL" clId="{6675B4F9-C47C-47F2-9C4E-089AB2E54018}" dt="2021-09-08T12:52:37.422" v="46" actId="14100"/>
          <ac:picMkLst>
            <pc:docMk/>
            <pc:sldMk cId="1502880382" sldId="352"/>
            <ac:picMk id="10" creationId="{D17E964F-7CA6-4D10-ABB8-BB05562EC155}"/>
          </ac:picMkLst>
        </pc:picChg>
      </pc:sldChg>
      <pc:sldChg chg="addSp delSp modSp mod modNotesTx">
        <pc:chgData name="Oanh Le Thi Kim  (FE FPTU CT)" userId="33772939-cd87-45c1-be61-e0648bc25a53" providerId="ADAL" clId="{6675B4F9-C47C-47F2-9C4E-089AB2E54018}" dt="2021-09-08T12:57:16.166" v="190" actId="14100"/>
        <pc:sldMkLst>
          <pc:docMk/>
          <pc:sldMk cId="4273538635" sldId="353"/>
        </pc:sldMkLst>
        <pc:spChg chg="mod">
          <ac:chgData name="Oanh Le Thi Kim  (FE FPTU CT)" userId="33772939-cd87-45c1-be61-e0648bc25a53" providerId="ADAL" clId="{6675B4F9-C47C-47F2-9C4E-089AB2E54018}" dt="2021-09-08T12:55:54.225" v="92" actId="14100"/>
          <ac:spMkLst>
            <pc:docMk/>
            <pc:sldMk cId="4273538635" sldId="353"/>
            <ac:spMk id="4" creationId="{9CB7EEE1-C007-45D6-9CB2-FB416E743C66}"/>
          </ac:spMkLst>
        </pc:spChg>
        <pc:spChg chg="add del mod">
          <ac:chgData name="Oanh Le Thi Kim  (FE FPTU CT)" userId="33772939-cd87-45c1-be61-e0648bc25a53" providerId="ADAL" clId="{6675B4F9-C47C-47F2-9C4E-089AB2E54018}" dt="2021-09-08T12:57:16.166" v="190" actId="14100"/>
          <ac:spMkLst>
            <pc:docMk/>
            <pc:sldMk cId="4273538635" sldId="353"/>
            <ac:spMk id="5" creationId="{9F4B3034-E2E3-4173-8554-B1E008035346}"/>
          </ac:spMkLst>
        </pc:spChg>
        <pc:picChg chg="del">
          <ac:chgData name="Oanh Le Thi Kim  (FE FPTU CT)" userId="33772939-cd87-45c1-be61-e0648bc25a53" providerId="ADAL" clId="{6675B4F9-C47C-47F2-9C4E-089AB2E54018}" dt="2021-09-08T12:54:19.583" v="48" actId="478"/>
          <ac:picMkLst>
            <pc:docMk/>
            <pc:sldMk cId="4273538635" sldId="353"/>
            <ac:picMk id="12" creationId="{D4D87842-2B94-4B6D-92E9-A2837B12F241}"/>
          </ac:picMkLst>
        </pc:picChg>
      </pc:sldChg>
      <pc:sldChg chg="addSp delSp modSp mod modNotesTx">
        <pc:chgData name="Oanh Le Thi Kim  (FE FPTU CT)" userId="33772939-cd87-45c1-be61-e0648bc25a53" providerId="ADAL" clId="{6675B4F9-C47C-47F2-9C4E-089AB2E54018}" dt="2021-09-08T14:36:06.777" v="493" actId="5793"/>
        <pc:sldMkLst>
          <pc:docMk/>
          <pc:sldMk cId="1260844141" sldId="356"/>
        </pc:sldMkLst>
        <pc:spChg chg="add del mod">
          <ac:chgData name="Oanh Le Thi Kim  (FE FPTU CT)" userId="33772939-cd87-45c1-be61-e0648bc25a53" providerId="ADAL" clId="{6675B4F9-C47C-47F2-9C4E-089AB2E54018}" dt="2021-09-08T14:35:38.310" v="477" actId="931"/>
          <ac:spMkLst>
            <pc:docMk/>
            <pc:sldMk cId="1260844141" sldId="356"/>
            <ac:spMk id="3" creationId="{556AD8F3-D1E4-4C5C-925C-A1E2BF890AFB}"/>
          </ac:spMkLst>
        </pc:spChg>
        <pc:spChg chg="del mod">
          <ac:chgData name="Oanh Le Thi Kim  (FE FPTU CT)" userId="33772939-cd87-45c1-be61-e0648bc25a53" providerId="ADAL" clId="{6675B4F9-C47C-47F2-9C4E-089AB2E54018}" dt="2021-09-08T14:35:50.567" v="484" actId="478"/>
          <ac:spMkLst>
            <pc:docMk/>
            <pc:sldMk cId="1260844141" sldId="356"/>
            <ac:spMk id="4" creationId="{9CB7EEE1-C007-45D6-9CB2-FB416E743C66}"/>
          </ac:spMkLst>
        </pc:spChg>
        <pc:spChg chg="del">
          <ac:chgData name="Oanh Le Thi Kim  (FE FPTU CT)" userId="33772939-cd87-45c1-be61-e0648bc25a53" providerId="ADAL" clId="{6675B4F9-C47C-47F2-9C4E-089AB2E54018}" dt="2021-09-08T14:35:27.524" v="476" actId="478"/>
          <ac:spMkLst>
            <pc:docMk/>
            <pc:sldMk cId="1260844141" sldId="356"/>
            <ac:spMk id="5" creationId="{9F4B3034-E2E3-4173-8554-B1E008035346}"/>
          </ac:spMkLst>
        </pc:spChg>
        <pc:spChg chg="add del mod">
          <ac:chgData name="Oanh Le Thi Kim  (FE FPTU CT)" userId="33772939-cd87-45c1-be61-e0648bc25a53" providerId="ADAL" clId="{6675B4F9-C47C-47F2-9C4E-089AB2E54018}" dt="2021-09-08T14:35:52.364" v="485" actId="478"/>
          <ac:spMkLst>
            <pc:docMk/>
            <pc:sldMk cId="1260844141" sldId="356"/>
            <ac:spMk id="9" creationId="{B10C3BB1-2474-40E4-B90C-6A6DC4313113}"/>
          </ac:spMkLst>
        </pc:spChg>
        <pc:picChg chg="add mod">
          <ac:chgData name="Oanh Le Thi Kim  (FE FPTU CT)" userId="33772939-cd87-45c1-be61-e0648bc25a53" providerId="ADAL" clId="{6675B4F9-C47C-47F2-9C4E-089AB2E54018}" dt="2021-09-08T14:36:05.199" v="492" actId="14100"/>
          <ac:picMkLst>
            <pc:docMk/>
            <pc:sldMk cId="1260844141" sldId="356"/>
            <ac:picMk id="7" creationId="{C6A22532-85AD-4D81-AD55-141439BC0C3F}"/>
          </ac:picMkLst>
        </pc:picChg>
        <pc:picChg chg="del">
          <ac:chgData name="Oanh Le Thi Kim  (FE FPTU CT)" userId="33772939-cd87-45c1-be61-e0648bc25a53" providerId="ADAL" clId="{6675B4F9-C47C-47F2-9C4E-089AB2E54018}" dt="2021-09-08T14:35:25.193" v="475" actId="478"/>
          <ac:picMkLst>
            <pc:docMk/>
            <pc:sldMk cId="1260844141" sldId="356"/>
            <ac:picMk id="3074" creationId="{DB8EAD01-2991-4464-A74E-E8086DC2622D}"/>
          </ac:picMkLst>
        </pc:picChg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674687173" sldId="36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141102625" sldId="36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189862289" sldId="37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636810010" sldId="41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671139041" sldId="41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513659411" sldId="41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94612983" sldId="42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920024879" sldId="431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016727121" sldId="43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161235609" sldId="43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809780006" sldId="43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18416491" sldId="43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120370565" sldId="440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055448676" sldId="45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888382770" sldId="460"/>
        </pc:sldMkLst>
      </pc:sldChg>
      <pc:sldChg chg="modSp mod">
        <pc:chgData name="Oanh Le Thi Kim  (FE FPTU CT)" userId="33772939-cd87-45c1-be61-e0648bc25a53" providerId="ADAL" clId="{6675B4F9-C47C-47F2-9C4E-089AB2E54018}" dt="2021-09-08T14:36:48.741" v="495" actId="14100"/>
        <pc:sldMkLst>
          <pc:docMk/>
          <pc:sldMk cId="2734768885" sldId="463"/>
        </pc:sldMkLst>
        <pc:spChg chg="mod">
          <ac:chgData name="Oanh Le Thi Kim  (FE FPTU CT)" userId="33772939-cd87-45c1-be61-e0648bc25a53" providerId="ADAL" clId="{6675B4F9-C47C-47F2-9C4E-089AB2E54018}" dt="2021-09-08T14:36:48.741" v="495" actId="14100"/>
          <ac:spMkLst>
            <pc:docMk/>
            <pc:sldMk cId="2734768885" sldId="463"/>
            <ac:spMk id="2" creationId="{00000000-0000-0000-0000-000000000000}"/>
          </ac:spMkLst>
        </pc:spChg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317478818" sldId="46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206096002" sldId="46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657811786" sldId="471"/>
        </pc:sldMkLst>
      </pc:sldChg>
      <pc:sldChg chg="addSp delSp modSp add del mod">
        <pc:chgData name="Oanh Le Thi Kim  (FE FPTU CT)" userId="33772939-cd87-45c1-be61-e0648bc25a53" providerId="ADAL" clId="{6675B4F9-C47C-47F2-9C4E-089AB2E54018}" dt="2021-09-08T12:57:41.114" v="191" actId="47"/>
        <pc:sldMkLst>
          <pc:docMk/>
          <pc:sldMk cId="1759572278" sldId="471"/>
        </pc:sldMkLst>
        <pc:spChg chg="add mod">
          <ac:chgData name="Oanh Le Thi Kim  (FE FPTU CT)" userId="33772939-cd87-45c1-be61-e0648bc25a53" providerId="ADAL" clId="{6675B4F9-C47C-47F2-9C4E-089AB2E54018}" dt="2021-09-08T12:35:38.733" v="13" actId="14100"/>
          <ac:spMkLst>
            <pc:docMk/>
            <pc:sldMk cId="1759572278" sldId="471"/>
            <ac:spMk id="3" creationId="{4C8609EC-9BBE-4535-9D2A-6F496E16FD04}"/>
          </ac:spMkLst>
        </pc:spChg>
        <pc:spChg chg="del mod">
          <ac:chgData name="Oanh Le Thi Kim  (FE FPTU CT)" userId="33772939-cd87-45c1-be61-e0648bc25a53" providerId="ADAL" clId="{6675B4F9-C47C-47F2-9C4E-089AB2E54018}" dt="2021-09-08T12:35:33.716" v="11" actId="478"/>
          <ac:spMkLst>
            <pc:docMk/>
            <pc:sldMk cId="1759572278" sldId="471"/>
            <ac:spMk id="5" creationId="{9F4B3034-E2E3-4173-8554-B1E008035346}"/>
          </ac:spMkLst>
        </pc:spChg>
        <pc:spChg chg="del">
          <ac:chgData name="Oanh Le Thi Kim  (FE FPTU CT)" userId="33772939-cd87-45c1-be61-e0648bc25a53" providerId="ADAL" clId="{6675B4F9-C47C-47F2-9C4E-089AB2E54018}" dt="2021-09-08T12:35:36.166" v="12" actId="478"/>
          <ac:spMkLst>
            <pc:docMk/>
            <pc:sldMk cId="1759572278" sldId="471"/>
            <ac:spMk id="6" creationId="{98D3A890-C849-4777-ABA2-6969C6DAD515}"/>
          </ac:spMkLst>
        </pc:spChg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987865810" sldId="472"/>
        </pc:sldMkLst>
      </pc:sldChg>
      <pc:sldChg chg="add">
        <pc:chgData name="Oanh Le Thi Kim  (FE FPTU CT)" userId="33772939-cd87-45c1-be61-e0648bc25a53" providerId="ADAL" clId="{6675B4F9-C47C-47F2-9C4E-089AB2E54018}" dt="2021-09-08T12:50:46.242" v="16" actId="2890"/>
        <pc:sldMkLst>
          <pc:docMk/>
          <pc:sldMk cId="1037127237" sldId="472"/>
        </pc:sldMkLst>
      </pc:sldChg>
      <pc:sldChg chg="add">
        <pc:chgData name="Oanh Le Thi Kim  (FE FPTU CT)" userId="33772939-cd87-45c1-be61-e0648bc25a53" providerId="ADAL" clId="{6675B4F9-C47C-47F2-9C4E-089AB2E54018}" dt="2021-09-08T12:54:12.657" v="47" actId="2890"/>
        <pc:sldMkLst>
          <pc:docMk/>
          <pc:sldMk cId="1168477307" sldId="47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369113007" sldId="47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907146089" sldId="474"/>
        </pc:sldMkLst>
      </pc:sldChg>
      <pc:sldChg chg="addSp delSp modSp add mod ord modNotesTx">
        <pc:chgData name="Oanh Le Thi Kim  (FE FPTU CT)" userId="33772939-cd87-45c1-be61-e0648bc25a53" providerId="ADAL" clId="{6675B4F9-C47C-47F2-9C4E-089AB2E54018}" dt="2021-09-08T14:37:12.855" v="510" actId="14100"/>
        <pc:sldMkLst>
          <pc:docMk/>
          <pc:sldMk cId="2764420884" sldId="474"/>
        </pc:sldMkLst>
        <pc:spChg chg="del mod">
          <ac:chgData name="Oanh Le Thi Kim  (FE FPTU CT)" userId="33772939-cd87-45c1-be61-e0648bc25a53" providerId="ADAL" clId="{6675B4F9-C47C-47F2-9C4E-089AB2E54018}" dt="2021-09-08T12:59:31.180" v="198"/>
          <ac:spMkLst>
            <pc:docMk/>
            <pc:sldMk cId="2764420884" sldId="474"/>
            <ac:spMk id="4" creationId="{9CB7EEE1-C007-45D6-9CB2-FB416E743C66}"/>
          </ac:spMkLst>
        </pc:spChg>
        <pc:spChg chg="add mod">
          <ac:chgData name="Oanh Le Thi Kim  (FE FPTU CT)" userId="33772939-cd87-45c1-be61-e0648bc25a53" providerId="ADAL" clId="{6675B4F9-C47C-47F2-9C4E-089AB2E54018}" dt="2021-09-08T14:37:06.897" v="507" actId="20577"/>
          <ac:spMkLst>
            <pc:docMk/>
            <pc:sldMk cId="2764420884" sldId="474"/>
            <ac:spMk id="4" creationId="{D99E8BCF-CAED-4398-BC29-484CA9648665}"/>
          </ac:spMkLst>
        </pc:spChg>
        <pc:spChg chg="mod">
          <ac:chgData name="Oanh Le Thi Kim  (FE FPTU CT)" userId="33772939-cd87-45c1-be61-e0648bc25a53" providerId="ADAL" clId="{6675B4F9-C47C-47F2-9C4E-089AB2E54018}" dt="2021-09-08T13:03:20.603" v="458" actId="108"/>
          <ac:spMkLst>
            <pc:docMk/>
            <pc:sldMk cId="2764420884" sldId="474"/>
            <ac:spMk id="5" creationId="{9F4B3034-E2E3-4173-8554-B1E008035346}"/>
          </ac:spMkLst>
        </pc:spChg>
        <pc:spChg chg="add mod">
          <ac:chgData name="Oanh Le Thi Kim  (FE FPTU CT)" userId="33772939-cd87-45c1-be61-e0648bc25a53" providerId="ADAL" clId="{6675B4F9-C47C-47F2-9C4E-089AB2E54018}" dt="2021-09-08T14:37:12.855" v="510" actId="14100"/>
          <ac:spMkLst>
            <pc:docMk/>
            <pc:sldMk cId="2764420884" sldId="474"/>
            <ac:spMk id="6" creationId="{9D1DCF8C-7F7C-4B3E-93AA-57FB04CCBF01}"/>
          </ac:spMkLst>
        </pc:spChg>
      </pc:sldChg>
      <pc:sldChg chg="add del">
        <pc:chgData name="Oanh Le Thi Kim  (FE FPTU CT)" userId="33772939-cd87-45c1-be61-e0648bc25a53" providerId="ADAL" clId="{6675B4F9-C47C-47F2-9C4E-089AB2E54018}" dt="2021-09-08T12:58:37.180" v="193" actId="2890"/>
        <pc:sldMkLst>
          <pc:docMk/>
          <pc:sldMk cId="4150117018" sldId="47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313999754" sldId="475"/>
        </pc:sldMkLst>
      </pc:sldChg>
      <pc:sldChg chg="add">
        <pc:chgData name="Oanh Le Thi Kim  (FE FPTU CT)" userId="33772939-cd87-45c1-be61-e0648bc25a53" providerId="ADAL" clId="{6675B4F9-C47C-47F2-9C4E-089AB2E54018}" dt="2021-09-08T14:35:13.953" v="472" actId="2890"/>
        <pc:sldMkLst>
          <pc:docMk/>
          <pc:sldMk cId="3386309441" sldId="47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327895418" sldId="47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761256136" sldId="47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439999023" sldId="47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827843454" sldId="479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645481903" sldId="480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155267369" sldId="481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740189654" sldId="48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42692959" sldId="48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468109058" sldId="48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779720317" sldId="48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538889882" sldId="48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503800742" sldId="48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305765106" sldId="48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543563530" sldId="489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657659426" sldId="490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742253074" sldId="491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149734218" sldId="49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442980429" sldId="49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634672553" sldId="49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259931112" sldId="49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741788040" sldId="49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958271465" sldId="49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751100020" sldId="49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912670926" sldId="499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797964670" sldId="500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142910932" sldId="501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066729684" sldId="50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52006646" sldId="50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330583441" sldId="50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509656281" sldId="50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856847072" sldId="50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209224733" sldId="50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22587388" sldId="50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977898121" sldId="509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702275674" sldId="510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266015208" sldId="511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419829319" sldId="512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33618400" sldId="513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1613870191" sldId="514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577138615" sldId="515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2818405752" sldId="516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285738145" sldId="517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311268855" sldId="518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988357671" sldId="519"/>
        </pc:sldMkLst>
      </pc:sldChg>
      <pc:sldChg chg="del">
        <pc:chgData name="Oanh Le Thi Kim  (FE FPTU CT)" userId="33772939-cd87-45c1-be61-e0648bc25a53" providerId="ADAL" clId="{6675B4F9-C47C-47F2-9C4E-089AB2E54018}" dt="2021-08-08T08:27:38.077" v="0" actId="47"/>
        <pc:sldMkLst>
          <pc:docMk/>
          <pc:sldMk cId="4127391314" sldId="520"/>
        </pc:sldMkLst>
      </pc:sldChg>
      <pc:sldChg chg="del">
        <pc:chgData name="Oanh Le Thi Kim  (FE FPTU CT)" userId="33772939-cd87-45c1-be61-e0648bc25a53" providerId="ADAL" clId="{6675B4F9-C47C-47F2-9C4E-089AB2E54018}" dt="2021-08-21T06:53:48.554" v="2" actId="47"/>
        <pc:sldMkLst>
          <pc:docMk/>
          <pc:sldMk cId="1898261554" sldId="521"/>
        </pc:sldMkLst>
      </pc:sldChg>
      <pc:sldChg chg="del">
        <pc:chgData name="Oanh Le Thi Kim  (FE FPTU CT)" userId="33772939-cd87-45c1-be61-e0648bc25a53" providerId="ADAL" clId="{6675B4F9-C47C-47F2-9C4E-089AB2E54018}" dt="2021-08-21T06:53:49.578" v="3" actId="47"/>
        <pc:sldMkLst>
          <pc:docMk/>
          <pc:sldMk cId="4148253158" sldId="5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9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大学、会社、学校、インターネット、イベントなど。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0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30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92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50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１．イベントのポスターを見ています。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Facebook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で探します。インターネットで探します。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２．バーベキューパーティー。音楽のライブ。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４．イベントに参加したいと思って、掲示板を見ています。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33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99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バーベキューをします。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桜公園のバーベキュー広場において。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電話または協会窓口で申し込みます。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ありません。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81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0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89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SV tự điền 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4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SV tự điền 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65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41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882063" cy="7509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ight Arrow 30">
            <a:extLst>
              <a:ext uri="{FF2B5EF4-FFF2-40B4-BE49-F238E27FC236}">
                <a16:creationId xmlns:a16="http://schemas.microsoft.com/office/drawing/2014/main" id="{2F267E1A-03EB-41DA-BEE2-867D3C6241D5}"/>
              </a:ext>
            </a:extLst>
          </p:cNvPr>
          <p:cNvSpPr/>
          <p:nvPr/>
        </p:nvSpPr>
        <p:spPr>
          <a:xfrm>
            <a:off x="3493449" y="2482814"/>
            <a:ext cx="3764002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79640" y="3393901"/>
            <a:ext cx="3723667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93446" y="4454432"/>
            <a:ext cx="2873667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dirty="0">
                <a:solidFill>
                  <a:srgbClr val="D9910B"/>
                </a:solidFill>
              </a:rPr>
              <a:t>文法説明　</a:t>
            </a:r>
            <a:r>
              <a:rPr lang="vi-VN" altLang="ja-JP" sz="2400" dirty="0">
                <a:solidFill>
                  <a:srgbClr val="D9910B"/>
                </a:solidFill>
              </a:rPr>
              <a:t>1</a:t>
            </a:r>
            <a:endParaRPr lang="ko-KR" altLang="en-US" sz="2400" dirty="0">
              <a:solidFill>
                <a:srgbClr val="D9910B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93448" y="1516074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880987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39165" y="1651868"/>
            <a:ext cx="3764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話してみようみよう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15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</a:t>
            </a:r>
            <a:r>
              <a:rPr lang="en-US" altLang="ja-JP" sz="5400" dirty="0">
                <a:solidFill>
                  <a:srgbClr val="A11D2B"/>
                </a:solidFill>
              </a:rPr>
              <a:t>2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0A7447-8EF2-42C2-BE4F-E0845158EDB0}"/>
              </a:ext>
            </a:extLst>
          </p:cNvPr>
          <p:cNvSpPr txBox="1"/>
          <p:nvPr/>
        </p:nvSpPr>
        <p:spPr>
          <a:xfrm>
            <a:off x="3539167" y="2709275"/>
            <a:ext cx="3227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solidFill>
                  <a:srgbClr val="A11D2B"/>
                </a:solidFill>
                <a:cs typeface="Arial" pitchFamily="34" charset="0"/>
              </a:rPr>
              <a:t>見つけた</a:t>
            </a:r>
            <a:r>
              <a:rPr lang="ja-JP" altLang="en-US" sz="2800" dirty="0">
                <a:solidFill>
                  <a:srgbClr val="A11D2B"/>
                </a:solidFill>
                <a:cs typeface="Arial" pitchFamily="34" charset="0"/>
              </a:rPr>
              <a:t>（</a:t>
            </a:r>
            <a:r>
              <a:rPr lang="en-US" altLang="ja-JP" sz="2800" dirty="0">
                <a:solidFill>
                  <a:srgbClr val="A11D2B"/>
                </a:solidFill>
                <a:cs typeface="Arial" pitchFamily="34" charset="0"/>
              </a:rPr>
              <a:t>16</a:t>
            </a:r>
            <a:r>
              <a:rPr lang="vi-VN" altLang="ja-JP" sz="3200" dirty="0">
                <a:solidFill>
                  <a:srgbClr val="A11D2B"/>
                </a:solidFill>
                <a:cs typeface="Arial" pitchFamily="34" charset="0"/>
              </a:rPr>
              <a:t>)</a:t>
            </a:r>
            <a:endParaRPr lang="ko-KR" altLang="en-US" sz="3200" dirty="0">
              <a:solidFill>
                <a:srgbClr val="A11D2B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738707" y="3642039"/>
            <a:ext cx="40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使ってみよう１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18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875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0E8A3C8-7036-41E7-8786-210FA6B891B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296" y="106299"/>
            <a:ext cx="6888115" cy="6645401"/>
          </a:xfrm>
        </p:spPr>
      </p:pic>
    </p:spTree>
    <p:extLst>
      <p:ext uri="{BB962C8B-B14F-4D97-AF65-F5344CB8AC3E}">
        <p14:creationId xmlns:p14="http://schemas.microsoft.com/office/powerpoint/2010/main" val="150288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話してみよう（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15</a:t>
            </a:r>
            <a:r>
              <a:rPr lang="ja-JP" altLang="en-US" sz="4000" b="1" dirty="0">
                <a:solidFill>
                  <a:srgbClr val="A11D2B"/>
                </a:solidFill>
              </a:rPr>
              <a:t>）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3644" y="1576138"/>
            <a:ext cx="5049640" cy="1624262"/>
          </a:xfrm>
          <a:solidFill>
            <a:srgbClr val="D9910B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altLang="ja-JP" sz="3200" b="0" i="0" dirty="0">
              <a:solidFill>
                <a:srgbClr val="383838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46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</a:rPr>
              <a:t>どんなところで新しい出会いがありますか。</a:t>
            </a:r>
            <a:endParaRPr lang="en-US" altLang="ja-JP" sz="4600" b="0" i="0" dirty="0">
              <a:solidFill>
                <a:srgbClr val="383838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ja-JP" altLang="en-US" sz="3200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88BEB4-7DFA-4A75-AB13-A7EF987FB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89" y="3484984"/>
            <a:ext cx="2878992" cy="3179221"/>
          </a:xfrm>
          <a:prstGeom prst="rect">
            <a:avLst/>
          </a:prstGeom>
        </p:spPr>
      </p:pic>
      <p:pic>
        <p:nvPicPr>
          <p:cNvPr id="7" name="Picture 2" descr="學校資訊】直資學校好處【尋補Blog】">
            <a:extLst>
              <a:ext uri="{FF2B5EF4-FFF2-40B4-BE49-F238E27FC236}">
                <a16:creationId xmlns:a16="http://schemas.microsoft.com/office/drawing/2014/main" id="{F690CA54-F10E-4936-81EA-EEF6D9E1E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4427353"/>
            <a:ext cx="4135168" cy="197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F9C933-2D5B-4696-87BC-E0CD5259F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064" y="1350446"/>
            <a:ext cx="4063371" cy="274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2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話してみよう（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15</a:t>
            </a:r>
            <a:r>
              <a:rPr lang="ja-JP" altLang="en-US" sz="4000" b="1" dirty="0">
                <a:solidFill>
                  <a:srgbClr val="A11D2B"/>
                </a:solidFill>
              </a:rPr>
              <a:t>）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2053390"/>
            <a:ext cx="5466735" cy="2827420"/>
          </a:xfrm>
          <a:solidFill>
            <a:srgbClr val="D9910B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ja-JP" sz="3200" b="0" i="0" dirty="0">
              <a:solidFill>
                <a:srgbClr val="383838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2800" dirty="0"/>
              <a:t>これまで、どんな人と知り合いになりましたか。</a:t>
            </a:r>
            <a:br>
              <a:rPr lang="ja-JP" altLang="en-US" sz="2800" dirty="0"/>
            </a:b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これからどんな人と知り合いになりたいですか。</a:t>
            </a:r>
            <a:br>
              <a:rPr lang="ja-JP" altLang="en-US" sz="4000" dirty="0"/>
            </a:br>
            <a:endParaRPr lang="en-US" sz="2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DC0430-2CAE-47BB-A21F-9C5B39731E17}"/>
              </a:ext>
            </a:extLst>
          </p:cNvPr>
          <p:cNvGrpSpPr/>
          <p:nvPr/>
        </p:nvGrpSpPr>
        <p:grpSpPr>
          <a:xfrm>
            <a:off x="6360307" y="1367422"/>
            <a:ext cx="5448982" cy="5140990"/>
            <a:chOff x="6233681" y="1339106"/>
            <a:chExt cx="5833634" cy="5281768"/>
          </a:xfrm>
        </p:grpSpPr>
        <p:pic>
          <p:nvPicPr>
            <p:cNvPr id="10" name="Picture 8" descr="握手をしているビジネスマンのイラスト「日本人と外国人」">
              <a:extLst>
                <a:ext uri="{FF2B5EF4-FFF2-40B4-BE49-F238E27FC236}">
                  <a16:creationId xmlns:a16="http://schemas.microsoft.com/office/drawing/2014/main" id="{8D978187-1475-4DF2-8428-68DE2F06F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9229" y="1339106"/>
              <a:ext cx="2383340" cy="2383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7404DAB-5F7B-4F81-B076-90723E3D6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44622" y="3792085"/>
              <a:ext cx="2822693" cy="282878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1280D0-6FC2-4C83-ABE7-194663F8E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3681" y="4035407"/>
              <a:ext cx="2585467" cy="2585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003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08" y="285613"/>
            <a:ext cx="10943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今日のテーマ</a:t>
            </a:r>
            <a:endParaRPr lang="en-US" sz="4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508" y="1789043"/>
            <a:ext cx="10943610" cy="395002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D9910B"/>
                </a:solidFill>
                <a:latin typeface="Arial" panose="020B0604020202020204" pitchFamily="34" charset="0"/>
              </a:rPr>
              <a:t>新たな出会い</a:t>
            </a:r>
            <a:endParaRPr lang="vi-VN" altLang="ja-JP" sz="4800" b="1" i="0" dirty="0">
              <a:solidFill>
                <a:srgbClr val="D9910B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ja-JP" sz="4800" b="1" i="0" dirty="0">
              <a:solidFill>
                <a:srgbClr val="D9910B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vi-VN" altLang="ja-JP" sz="4800" b="1" dirty="0">
                <a:solidFill>
                  <a:srgbClr val="D9910B"/>
                </a:solidFill>
                <a:latin typeface="Arial" panose="020B0604020202020204" pitchFamily="34" charset="0"/>
              </a:rPr>
              <a:t>        </a:t>
            </a:r>
            <a:endParaRPr lang="en-US" altLang="ja-JP" sz="4800" b="1" dirty="0">
              <a:solidFill>
                <a:srgbClr val="D9910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ja-JP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新しい環境に自分から挑戦して、その環境で印象的に自分紹介することができる</a:t>
            </a:r>
            <a:endParaRPr lang="en-US" altLang="ja-JP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ja-JP" altLang="en-US" sz="4400" b="1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D6BB0E1D-87C5-4E34-825B-9938D71FF725}"/>
              </a:ext>
            </a:extLst>
          </p:cNvPr>
          <p:cNvSpPr/>
          <p:nvPr/>
        </p:nvSpPr>
        <p:spPr>
          <a:xfrm>
            <a:off x="5788478" y="2743200"/>
            <a:ext cx="484632" cy="978408"/>
          </a:xfrm>
          <a:prstGeom prst="downArrow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4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4556D3F-F9E0-4DD4-A96F-6A8297B92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99" name="Color">
              <a:extLst>
                <a:ext uri="{FF2B5EF4-FFF2-40B4-BE49-F238E27FC236}">
                  <a16:creationId xmlns:a16="http://schemas.microsoft.com/office/drawing/2014/main" id="{86D4FF5D-6473-4BE3-A6EC-40CE25027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Color">
              <a:extLst>
                <a:ext uri="{FF2B5EF4-FFF2-40B4-BE49-F238E27FC236}">
                  <a16:creationId xmlns:a16="http://schemas.microsoft.com/office/drawing/2014/main" id="{993888FB-861F-4B4A-819C-BEB6D558A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5EABBED-2B80-4B13-A7A8-1D34C4A0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3A7A746-A7C1-443C-9B24-406D22245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D71425D-6031-4121-BA40-815DACCD0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7A43343-A25B-49D5-9967-D5647ADF7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066E434-22B6-48A1-BC19-A80163E81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5470CE2-E5F8-489C-84E9-775AE8D3E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2435DD6-F0FB-492A-9267-CE09EC2C5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B17117C-64EA-4B8B-9DDC-D10E947C4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229" y="490070"/>
            <a:ext cx="9560466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6600" b="1" dirty="0">
                <a:solidFill>
                  <a:srgbClr val="FF0000"/>
                </a:solidFill>
              </a:rPr>
              <a:t>見つけた</a:t>
            </a:r>
            <a:r>
              <a:rPr lang="ja-JP" altLang="en-US" sz="4800" b="1" dirty="0">
                <a:solidFill>
                  <a:schemeClr val="bg1"/>
                </a:solidFill>
              </a:rPr>
              <a:t>　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4242" y="3677407"/>
            <a:ext cx="10682574" cy="2434635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ja-JP" altLang="en-US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できること</a:t>
            </a:r>
            <a:endParaRPr lang="en-US" altLang="ja-JP" sz="36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endParaRPr lang="en-US" altLang="ja-JP" sz="36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sz="3600" b="1" dirty="0">
                <a:solidFill>
                  <a:schemeClr val="tx2"/>
                </a:solidFill>
              </a:rPr>
              <a:t>興味あるお知らせの情報を読み取ることができる。</a:t>
            </a:r>
            <a:endParaRPr lang="en-US" sz="3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538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4556D3F-F9E0-4DD4-A96F-6A8297B92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99" name="Color">
              <a:extLst>
                <a:ext uri="{FF2B5EF4-FFF2-40B4-BE49-F238E27FC236}">
                  <a16:creationId xmlns:a16="http://schemas.microsoft.com/office/drawing/2014/main" id="{86D4FF5D-6473-4BE3-A6EC-40CE25027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Color">
              <a:extLst>
                <a:ext uri="{FF2B5EF4-FFF2-40B4-BE49-F238E27FC236}">
                  <a16:creationId xmlns:a16="http://schemas.microsoft.com/office/drawing/2014/main" id="{993888FB-861F-4B4A-819C-BEB6D558A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2" descr="掲示板を見る人たちのイラスト">
            <a:extLst>
              <a:ext uri="{FF2B5EF4-FFF2-40B4-BE49-F238E27FC236}">
                <a16:creationId xmlns:a16="http://schemas.microsoft.com/office/drawing/2014/main" id="{D4D87842-2B94-4B6D-92E9-A2837B12F2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6" r="-2" b="-2"/>
          <a:stretch/>
        </p:blipFill>
        <p:spPr bwMode="auto">
          <a:xfrm>
            <a:off x="7591695" y="1065276"/>
            <a:ext cx="3942166" cy="393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5EABBED-2B80-4B13-A7A8-1D34C4A0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3A7A746-A7C1-443C-9B24-406D22245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D71425D-6031-4121-BA40-815DACCD0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7A43343-A25B-49D5-9967-D5647ADF7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066E434-22B6-48A1-BC19-A80163E81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5470CE2-E5F8-489C-84E9-775AE8D3E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2435DD6-F0FB-492A-9267-CE09EC2C5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B17117C-64EA-4B8B-9DDC-D10E947C4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1014574"/>
            <a:ext cx="5633531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6600" b="1" dirty="0">
                <a:solidFill>
                  <a:srgbClr val="FF0000"/>
                </a:solidFill>
              </a:rPr>
              <a:t>見つけた</a:t>
            </a:r>
            <a:r>
              <a:rPr lang="ja-JP" altLang="en-US" sz="4800" b="1" dirty="0">
                <a:solidFill>
                  <a:schemeClr val="bg1"/>
                </a:solidFill>
              </a:rPr>
              <a:t>　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2348" y="3640632"/>
            <a:ext cx="7351294" cy="3109084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ja-JP" sz="2400" b="1" i="0" dirty="0">
                <a:solidFill>
                  <a:schemeClr val="tx2"/>
                </a:solidFill>
                <a:effectLst/>
              </a:rPr>
              <a:t>① </a:t>
            </a:r>
            <a:r>
              <a:rPr lang="ja-JP" altLang="en-US" sz="2400" b="1" i="0" dirty="0">
                <a:solidFill>
                  <a:schemeClr val="tx2"/>
                </a:solidFill>
                <a:effectLst/>
              </a:rPr>
              <a:t>何かイベントに参加してみたいと思った時、どうしますか。どこで情報をもらいますか。</a:t>
            </a:r>
            <a:endParaRPr lang="en-US" altLang="ja-JP" sz="2400" b="1" i="0" dirty="0">
              <a:solidFill>
                <a:schemeClr val="tx2"/>
              </a:solidFill>
              <a:effectLst/>
            </a:endParaRPr>
          </a:p>
          <a:p>
            <a:pPr marL="0" indent="0">
              <a:buNone/>
            </a:pPr>
            <a:br>
              <a:rPr lang="en-US" altLang="ja-JP" sz="2400" b="1" dirty="0">
                <a:solidFill>
                  <a:schemeClr val="tx2"/>
                </a:solidFill>
              </a:rPr>
            </a:br>
            <a:r>
              <a:rPr lang="en-US" altLang="ja-JP" sz="2400" b="1" i="0" dirty="0">
                <a:solidFill>
                  <a:schemeClr val="tx2"/>
                </a:solidFill>
                <a:effectLst/>
              </a:rPr>
              <a:t>② </a:t>
            </a:r>
            <a:r>
              <a:rPr lang="ja-JP" altLang="en-US" sz="2400" b="1" i="0" dirty="0">
                <a:solidFill>
                  <a:schemeClr val="tx2"/>
                </a:solidFill>
                <a:effectLst/>
              </a:rPr>
              <a:t>これまで、どんなイベントに参加しましたか。</a:t>
            </a:r>
            <a:endParaRPr lang="en-US" altLang="ja-JP" sz="2400" b="1" i="0" dirty="0">
              <a:solidFill>
                <a:schemeClr val="tx2"/>
              </a:solidFill>
              <a:effectLst/>
            </a:endParaRPr>
          </a:p>
          <a:p>
            <a:pPr marL="0" indent="0">
              <a:buNone/>
            </a:pPr>
            <a:br>
              <a:rPr lang="en-US" altLang="ja-JP" sz="2400" b="1" dirty="0">
                <a:solidFill>
                  <a:schemeClr val="tx2"/>
                </a:solidFill>
              </a:rPr>
            </a:br>
            <a:r>
              <a:rPr lang="en-US" altLang="ja-JP" sz="2400" b="1" i="0" dirty="0">
                <a:solidFill>
                  <a:schemeClr val="tx2"/>
                </a:solidFill>
                <a:effectLst/>
              </a:rPr>
              <a:t>③ </a:t>
            </a:r>
            <a:r>
              <a:rPr lang="ja-JP" altLang="en-US" sz="2400" b="1" i="0" dirty="0">
                <a:solidFill>
                  <a:schemeClr val="tx2"/>
                </a:solidFill>
                <a:effectLst/>
              </a:rPr>
              <a:t>これから、どんなイベントに参加したいですか。</a:t>
            </a:r>
            <a:endParaRPr lang="en-US" altLang="ja-JP" sz="2400" b="1" i="0" dirty="0">
              <a:solidFill>
                <a:schemeClr val="tx2"/>
              </a:solidFill>
              <a:effectLst/>
            </a:endParaRPr>
          </a:p>
          <a:p>
            <a:pPr marL="0" indent="0">
              <a:buNone/>
            </a:pPr>
            <a:endParaRPr lang="en-US" altLang="ja-JP" sz="2400" b="1" i="0" dirty="0">
              <a:solidFill>
                <a:schemeClr val="tx2"/>
              </a:solidFill>
              <a:effectLst/>
            </a:endParaRPr>
          </a:p>
          <a:p>
            <a:pPr marL="0" indent="0">
              <a:buNone/>
            </a:pPr>
            <a:r>
              <a:rPr lang="ja-JP" altLang="en-US" sz="2400" b="1" dirty="0">
                <a:solidFill>
                  <a:schemeClr val="tx2"/>
                </a:solidFill>
              </a:rPr>
              <a:t>④ 絵の人は何をしていますか。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47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B6E2FCC4-4F1E-41FB-882D-A8F2F31FEC5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790" y="10897"/>
            <a:ext cx="6805786" cy="6912405"/>
          </a:xfrm>
        </p:spPr>
      </p:pic>
    </p:spTree>
    <p:extLst>
      <p:ext uri="{BB962C8B-B14F-4D97-AF65-F5344CB8AC3E}">
        <p14:creationId xmlns:p14="http://schemas.microsoft.com/office/powerpoint/2010/main" val="1260844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ウエルカムパーティ（</a:t>
            </a:r>
            <a:r>
              <a:rPr lang="en-US" altLang="ja-JP" sz="2800" b="1" dirty="0">
                <a:solidFill>
                  <a:srgbClr val="A11D2B"/>
                </a:solidFill>
              </a:rPr>
              <a:t>16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</a:t>
            </a:r>
            <a:endParaRPr lang="en-US" sz="2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358" y="2815388"/>
            <a:ext cx="10943610" cy="3465095"/>
          </a:xfrm>
          <a:solidFill>
            <a:srgbClr val="D9910B"/>
          </a:solidFill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altLang="ja-JP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ja-JP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1) 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ウェルカムパーティーはどんなことをしますか。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ja-JP" altLang="en-US" sz="3200" dirty="0"/>
            </a:br>
            <a:r>
              <a:rPr lang="en-US" altLang="ja-JP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(2) 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どこでありますか。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ja-JP" altLang="en-US" sz="3200" dirty="0"/>
            </a:br>
            <a:r>
              <a:rPr lang="en-US" altLang="ja-JP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(3) 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どうやって申し込んだらいいですか。</a:t>
            </a:r>
            <a:br>
              <a:rPr lang="ja-JP" altLang="en-US" sz="3200" dirty="0"/>
            </a:br>
            <a:endParaRPr lang="en-US" altLang="ja-JP" sz="3200" dirty="0"/>
          </a:p>
          <a:p>
            <a:pPr marL="0" indent="0" algn="l">
              <a:buNone/>
            </a:pPr>
            <a:r>
              <a:rPr lang="en-US" altLang="ja-JP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(4) 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ウェルカムパーティーは雨でもありますか。</a:t>
            </a:r>
            <a:endParaRPr lang="en-US" sz="2400" dirty="0"/>
          </a:p>
        </p:txBody>
      </p:sp>
      <p:pic>
        <p:nvPicPr>
          <p:cNvPr id="3074" name="Picture 2" descr="Welcome」のリボンのイラスト | かわいいフリー素材集 いらすとや">
            <a:extLst>
              <a:ext uri="{FF2B5EF4-FFF2-40B4-BE49-F238E27FC236}">
                <a16:creationId xmlns:a16="http://schemas.microsoft.com/office/drawing/2014/main" id="{DB8EAD01-2991-4464-A74E-E8086DC26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305" y="1179871"/>
            <a:ext cx="3103839" cy="163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30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33" y="1621970"/>
            <a:ext cx="10840452" cy="3635829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800" b="1" dirty="0">
                <a:solidFill>
                  <a:srgbClr val="A11D2B"/>
                </a:solidFill>
              </a:rPr>
              <a:t>1.2.</a:t>
            </a:r>
            <a:r>
              <a:rPr lang="en-US" altLang="ja-JP" sz="4800" b="1" dirty="0">
                <a:solidFill>
                  <a:srgbClr val="A11D2B"/>
                </a:solidFill>
              </a:rPr>
              <a:t>3</a:t>
            </a:r>
            <a:r>
              <a:rPr lang="ja-JP" altLang="en-US" sz="4800" b="1" dirty="0">
                <a:solidFill>
                  <a:srgbClr val="A11D2B"/>
                </a:solidFill>
              </a:rPr>
              <a:t>（</a:t>
            </a:r>
            <a:r>
              <a:rPr lang="en-US" altLang="ja-JP" sz="4800" b="1" dirty="0">
                <a:solidFill>
                  <a:srgbClr val="A11D2B"/>
                </a:solidFill>
              </a:rPr>
              <a:t>18</a:t>
            </a:r>
            <a:r>
              <a:rPr lang="ja-JP" altLang="en-US" sz="4800" b="1" dirty="0">
                <a:solidFill>
                  <a:srgbClr val="A11D2B"/>
                </a:solidFill>
              </a:rPr>
              <a:t>ページ）</a:t>
            </a:r>
            <a:endParaRPr lang="en-US" sz="48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94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～において／～における＋Ｎ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366421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場所・場面・状況・分野・方面・時代に関して使われる。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</a:t>
            </a: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〜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で」とだいたい同じ意味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vi-VN" sz="2400" dirty="0"/>
              <a:t>Ở/tại/ trong lĩnh vực/ tình huống/thời đại</a:t>
            </a:r>
            <a:endParaRPr lang="en-US" sz="28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439757" y="1828800"/>
            <a:ext cx="5366421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接続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Ｎ＋において、～／ＮにおけるＮ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3456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26" y="365126"/>
            <a:ext cx="10876547" cy="634115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～において／～における＋Ｎ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927" y="1347537"/>
            <a:ext cx="10876548" cy="505326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en-US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kumimoji="1" lang="vi-VN" altLang="ja-JP" sz="3200" dirty="0"/>
              <a:t>               </a:t>
            </a:r>
            <a:r>
              <a:rPr kumimoji="1" lang="ja-JP" altLang="en-US" sz="3200" dirty="0"/>
              <a:t>入学式は</a:t>
            </a:r>
            <a:r>
              <a:rPr kumimoji="1" lang="en-US" altLang="ja-JP" sz="3200" dirty="0"/>
              <a:t>2</a:t>
            </a:r>
            <a:r>
              <a:rPr kumimoji="1" lang="ja-JP" altLang="en-US" sz="3200" dirty="0"/>
              <a:t>階のホール</a:t>
            </a:r>
            <a:r>
              <a:rPr kumimoji="1" lang="ja-JP" altLang="en-US" sz="3200" dirty="0">
                <a:solidFill>
                  <a:schemeClr val="accent1"/>
                </a:solidFill>
                <a:highlight>
                  <a:srgbClr val="FFFF00"/>
                </a:highlight>
              </a:rPr>
              <a:t>において</a:t>
            </a:r>
            <a:r>
              <a:rPr kumimoji="1" lang="ja-JP" altLang="en-US" sz="3200" dirty="0"/>
              <a:t>行われています。</a:t>
            </a:r>
          </a:p>
          <a:p>
            <a:pPr marL="0" indent="0">
              <a:buNone/>
            </a:pPr>
            <a:endParaRPr kumimoji="1" lang="vi-VN" altLang="ja-JP" sz="3200" dirty="0">
              <a:solidFill>
                <a:srgbClr val="0070C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D55790-C961-473B-8E0E-33B44DAAB11A}"/>
              </a:ext>
            </a:extLst>
          </p:cNvPr>
          <p:cNvGrpSpPr/>
          <p:nvPr/>
        </p:nvGrpSpPr>
        <p:grpSpPr>
          <a:xfrm>
            <a:off x="2940842" y="1347537"/>
            <a:ext cx="6462713" cy="3360103"/>
            <a:chOff x="2711766" y="858210"/>
            <a:chExt cx="6462713" cy="3360103"/>
          </a:xfrm>
        </p:grpSpPr>
        <p:pic>
          <p:nvPicPr>
            <p:cNvPr id="10" name="Picture 2" descr="入学式のイラスト「タイトル文字」">
              <a:extLst>
                <a:ext uri="{FF2B5EF4-FFF2-40B4-BE49-F238E27FC236}">
                  <a16:creationId xmlns:a16="http://schemas.microsoft.com/office/drawing/2014/main" id="{8F3B3B7A-9F41-4949-8EAE-1E81A1D7C1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1766" y="1076591"/>
              <a:ext cx="3102610" cy="3102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入学式のイラスト「女の子と家族」">
              <a:extLst>
                <a:ext uri="{FF2B5EF4-FFF2-40B4-BE49-F238E27FC236}">
                  <a16:creationId xmlns:a16="http://schemas.microsoft.com/office/drawing/2014/main" id="{9C3132F4-104B-4991-9B05-5B12E1CDF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4376" y="858210"/>
              <a:ext cx="3360103" cy="3360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7643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26" y="365126"/>
            <a:ext cx="10876547" cy="634115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～において／～における＋Ｎ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42" y="1347537"/>
            <a:ext cx="10984831" cy="494497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en-US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vi-VN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ja-JP" altLang="en-US" sz="3200" dirty="0">
                <a:highlight>
                  <a:srgbClr val="FFFF00"/>
                </a:highlight>
              </a:rPr>
              <a:t>江戸時代において</a:t>
            </a:r>
            <a:r>
              <a:rPr kumimoji="1" lang="ja-JP" altLang="en-US" sz="3200" dirty="0"/>
              <a:t>、子供たちはてらこやという学校で学習し</a:t>
            </a:r>
            <a:endParaRPr kumimoji="1" lang="vi-VN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ていました。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B76F376-DC38-4D99-8C21-3171325CB953}"/>
              </a:ext>
            </a:extLst>
          </p:cNvPr>
          <p:cNvGrpSpPr/>
          <p:nvPr/>
        </p:nvGrpSpPr>
        <p:grpSpPr>
          <a:xfrm>
            <a:off x="3255684" y="1227221"/>
            <a:ext cx="6650426" cy="3344150"/>
            <a:chOff x="3255684" y="1227221"/>
            <a:chExt cx="6650426" cy="3344150"/>
          </a:xfrm>
        </p:grpSpPr>
        <p:pic>
          <p:nvPicPr>
            <p:cNvPr id="1026" name="Picture 2" descr="寺子屋で学ぶ子供たちのイラスト">
              <a:extLst>
                <a:ext uri="{FF2B5EF4-FFF2-40B4-BE49-F238E27FC236}">
                  <a16:creationId xmlns:a16="http://schemas.microsoft.com/office/drawing/2014/main" id="{8EF734A6-38A7-4D44-90A2-84E846E78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5684" y="1610216"/>
              <a:ext cx="2698620" cy="2698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寺子屋のイラスト">
              <a:extLst>
                <a:ext uri="{FF2B5EF4-FFF2-40B4-BE49-F238E27FC236}">
                  <a16:creationId xmlns:a16="http://schemas.microsoft.com/office/drawing/2014/main" id="{AD81AD41-07A9-4651-A08A-23F37862EC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1960" y="1227221"/>
              <a:ext cx="3344150" cy="3344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98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26" y="365126"/>
            <a:ext cx="10876547" cy="634115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～において／～における＋Ｎ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927" y="1347537"/>
            <a:ext cx="10876548" cy="505326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vi-VN" altLang="ja-JP" sz="32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ja-JP" alt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就職活動</a:t>
            </a:r>
            <a:r>
              <a:rPr kumimoji="1" lang="ja-JP" altLang="en-US" sz="3200" b="1" dirty="0">
                <a:solidFill>
                  <a:srgbClr val="0070C0"/>
                </a:solidFill>
                <a:latin typeface="Arial" panose="020B0604020202020204" pitchFamily="34" charset="0"/>
              </a:rPr>
              <a:t>において</a:t>
            </a:r>
            <a:r>
              <a:rPr kumimoji="1" lang="ja-JP" alt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まず重要なことは自分を知ることだ。</a:t>
            </a:r>
            <a:endParaRPr kumimoji="1" lang="vi-VN" altLang="ja-JP" sz="3200" dirty="0">
              <a:solidFill>
                <a:srgbClr val="0070C0"/>
              </a:solidFill>
            </a:endParaRPr>
          </a:p>
        </p:txBody>
      </p:sp>
      <p:pic>
        <p:nvPicPr>
          <p:cNvPr id="4098" name="Picture 2" descr="集団面接のイラスト（就職活動） | かわいいフリー素材集 いらすとや">
            <a:extLst>
              <a:ext uri="{FF2B5EF4-FFF2-40B4-BE49-F238E27FC236}">
                <a16:creationId xmlns:a16="http://schemas.microsoft.com/office/drawing/2014/main" id="{95234D60-E4AE-4E76-9E81-9BB30FE9C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768" y="1631666"/>
            <a:ext cx="4499649" cy="318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76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926" y="365126"/>
            <a:ext cx="10876547" cy="634115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～において／～における＋Ｎ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927" y="1347537"/>
            <a:ext cx="10876548" cy="505326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vi-VN" altLang="ja-JP" sz="32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ja-JP" sz="3200" dirty="0"/>
              <a:t>20</a:t>
            </a:r>
            <a:r>
              <a:rPr lang="ja-JP" altLang="en-US" sz="3200" dirty="0"/>
              <a:t>世紀</a:t>
            </a:r>
            <a:r>
              <a:rPr lang="ja-JP" altLang="en-US" sz="3200" b="1" dirty="0">
                <a:solidFill>
                  <a:srgbClr val="C00000"/>
                </a:solidFill>
              </a:rPr>
              <a:t>における</a:t>
            </a:r>
            <a:r>
              <a:rPr lang="ja-JP" altLang="en-US" sz="3200" dirty="0"/>
              <a:t>最大の発 明は</a:t>
            </a:r>
            <a:r>
              <a:rPr lang="ja-JP" altLang="en-US" dirty="0"/>
              <a:t>ライトフライヤー（</a:t>
            </a:r>
            <a:r>
              <a:rPr lang="en-US" altLang="ja-JP" dirty="0"/>
              <a:t>Wright Flyer)</a:t>
            </a:r>
            <a:r>
              <a:rPr lang="ja-JP" altLang="en-US" sz="3200" dirty="0"/>
              <a:t> だと思う。 </a:t>
            </a:r>
            <a:endParaRPr kumimoji="1" lang="vi-VN" altLang="ja-JP" sz="32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1D688-ADAE-4C88-800E-8E05502B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14" y="1548928"/>
            <a:ext cx="4262186" cy="3411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9AD073-0881-4C5F-82FF-C25A2655A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91" y="1548928"/>
            <a:ext cx="4775585" cy="341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3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129" y="345605"/>
            <a:ext cx="10090608" cy="63411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kumimoji="1" lang="ja-JP" altLang="en-US" sz="5400" b="1" dirty="0">
                <a:solidFill>
                  <a:srgbClr val="C00000"/>
                </a:solidFill>
              </a:rPr>
              <a:t>留意点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047" y="1253765"/>
            <a:ext cx="10646790" cy="4923198"/>
          </a:xfrm>
        </p:spPr>
        <p:txBody>
          <a:bodyPr/>
          <a:lstStyle/>
          <a:p>
            <a:pPr marL="0" indent="0">
              <a:buNone/>
            </a:pP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81BE9FE-554E-45D7-BEAE-DCC669C66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41" y="1253765"/>
            <a:ext cx="10818712" cy="55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82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P18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07E0E4F2-BCEE-4936-8BE4-19083445FE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8" y="2002715"/>
            <a:ext cx="11117179" cy="2653506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000" b="1" dirty="0">
                <a:solidFill>
                  <a:srgbClr val="C00000"/>
                </a:solidFill>
              </a:rPr>
              <a:t>どっちがいい？！</a:t>
            </a:r>
            <a:endParaRPr lang="en-US" altLang="ja-JP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175658"/>
            <a:ext cx="11053399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ja-JP" altLang="en-US" sz="2800" dirty="0"/>
              <a:t>①今晩、私のうち</a:t>
            </a:r>
            <a:r>
              <a:rPr lang="ja-JP" altLang="en-US" sz="2800" dirty="0">
                <a:highlight>
                  <a:srgbClr val="FFFF00"/>
                </a:highlight>
              </a:rPr>
              <a:t>［ において ・ で ］</a:t>
            </a:r>
            <a:r>
              <a:rPr lang="ja-JP" altLang="en-US" sz="2800" dirty="0"/>
              <a:t>パーティーがあります。</a:t>
            </a:r>
            <a:endParaRPr lang="en-US" sz="28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ja-JP" altLang="en-US" sz="2400" dirty="0"/>
              <a:t>②</a:t>
            </a:r>
            <a:r>
              <a:rPr lang="ja-JP" altLang="en-US" sz="2800" dirty="0"/>
              <a:t>私の研究テーマは、日本</a:t>
            </a:r>
            <a:r>
              <a:rPr lang="ja-JP" altLang="en-US" sz="2800" dirty="0">
                <a:highlight>
                  <a:srgbClr val="FFFF00"/>
                </a:highlight>
              </a:rPr>
              <a:t>［ において ・ における ］</a:t>
            </a:r>
            <a:r>
              <a:rPr lang="ja-JP" altLang="en-US" sz="2800" dirty="0"/>
              <a:t>自動車産 業の発 展 です。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sz="2400" dirty="0"/>
              <a:t>③</a:t>
            </a:r>
            <a:r>
              <a:rPr lang="ja-JP" altLang="en-US" sz="2800" dirty="0"/>
              <a:t>人生</a:t>
            </a:r>
            <a:r>
              <a:rPr lang="ja-JP" altLang="en-US" sz="2800" dirty="0">
                <a:highlight>
                  <a:srgbClr val="FFFF00"/>
                </a:highlight>
              </a:rPr>
              <a:t>［ において ・ における ］</a:t>
            </a:r>
            <a:r>
              <a:rPr lang="ja-JP" altLang="en-US" sz="2800" dirty="0"/>
              <a:t>一番大切なことは、後悔しないように自分がしたいことをすることだと思う。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7D2AC7-781F-48F3-88ED-D98AC6554356}"/>
              </a:ext>
            </a:extLst>
          </p:cNvPr>
          <p:cNvSpPr txBox="1"/>
          <p:nvPr/>
        </p:nvSpPr>
        <p:spPr>
          <a:xfrm>
            <a:off x="5776968" y="3429000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C00000"/>
                </a:solidFill>
              </a:rPr>
              <a:t>X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BFBF3-5094-4585-A45E-412501D63A82}"/>
              </a:ext>
            </a:extLst>
          </p:cNvPr>
          <p:cNvSpPr txBox="1"/>
          <p:nvPr/>
        </p:nvSpPr>
        <p:spPr>
          <a:xfrm>
            <a:off x="4590046" y="1997241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C00000"/>
                </a:solidFill>
              </a:rPr>
              <a:t>X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660CD-B2A8-4953-B95D-4963FDAF6F82}"/>
              </a:ext>
            </a:extLst>
          </p:cNvPr>
          <p:cNvSpPr txBox="1"/>
          <p:nvPr/>
        </p:nvSpPr>
        <p:spPr>
          <a:xfrm>
            <a:off x="4297084" y="4764505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C00000"/>
                </a:solidFill>
              </a:rPr>
              <a:t>X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38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練習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0943610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 スピーチコンテストは練 馬</a:t>
            </a:r>
            <a:r>
              <a:rPr lang="en-US" altLang="ja-JP" sz="2800" dirty="0"/>
              <a:t>(</a:t>
            </a:r>
            <a:r>
              <a:rPr lang="ja-JP" altLang="en-US" sz="2800" dirty="0"/>
              <a:t>ねりま</a:t>
            </a:r>
            <a:r>
              <a:rPr lang="en-US" altLang="ja-JP" sz="2800" dirty="0"/>
              <a:t>)</a:t>
            </a:r>
            <a:r>
              <a:rPr lang="ja-JP" altLang="en-US" sz="2800" dirty="0"/>
              <a:t> 文化センター</a:t>
            </a:r>
            <a:r>
              <a:rPr lang="ja-JP" altLang="en-US" sz="2800" dirty="0">
                <a:solidFill>
                  <a:srgbClr val="C00000"/>
                </a:solidFill>
              </a:rPr>
              <a:t>において</a:t>
            </a:r>
            <a:r>
              <a:rPr lang="ja-JP" altLang="en-US" sz="2800" dirty="0"/>
              <a:t>、</a:t>
            </a:r>
            <a:r>
              <a:rPr lang="en-US" altLang="ja-JP" sz="2800" dirty="0"/>
              <a:t>______________________</a:t>
            </a:r>
            <a:r>
              <a:rPr lang="ja-JP" altLang="en-US" sz="2800" dirty="0"/>
              <a:t>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② </a:t>
            </a:r>
            <a:r>
              <a:rPr lang="en-US" altLang="ja-JP" sz="2800" dirty="0"/>
              <a:t>_______</a:t>
            </a:r>
            <a:r>
              <a:rPr lang="ja-JP" altLang="en-US" sz="2800" dirty="0"/>
              <a:t>年、</a:t>
            </a:r>
            <a:r>
              <a:rPr lang="en-US" altLang="ja-JP" sz="2800" dirty="0"/>
              <a:t>_________</a:t>
            </a:r>
            <a:r>
              <a:rPr lang="ja-JP" altLang="en-US" sz="2800" dirty="0"/>
              <a:t> </a:t>
            </a:r>
            <a:r>
              <a:rPr lang="ja-JP" altLang="en-US" sz="2800" dirty="0">
                <a:solidFill>
                  <a:srgbClr val="C00000"/>
                </a:solidFill>
              </a:rPr>
              <a:t>において</a:t>
            </a:r>
            <a:r>
              <a:rPr lang="ja-JP" altLang="en-US" sz="2800" dirty="0"/>
              <a:t>、次 回の夏のオリンピックが開かれます。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sz="2800" dirty="0"/>
              <a:t>③</a:t>
            </a:r>
            <a:r>
              <a:rPr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海外</a:t>
            </a:r>
            <a:r>
              <a:rPr lang="ja-JP" altLang="en-US" sz="2800" dirty="0">
                <a:solidFill>
                  <a:srgbClr val="1A1E3B"/>
                </a:solidFill>
                <a:latin typeface="Arial" panose="020B0604020202020204" pitchFamily="34" charset="0"/>
              </a:rPr>
              <a:t>に</a:t>
            </a:r>
            <a:r>
              <a:rPr lang="ja-JP" altLang="en-US" sz="2800" dirty="0">
                <a:solidFill>
                  <a:srgbClr val="C00000"/>
                </a:solidFill>
                <a:latin typeface="Arial" panose="020B0604020202020204" pitchFamily="34" charset="0"/>
              </a:rPr>
              <a:t>おいて</a:t>
            </a:r>
            <a:r>
              <a:rPr lang="en-US" altLang="ja-JP" sz="2800" dirty="0">
                <a:solidFill>
                  <a:srgbClr val="1A1E3B"/>
                </a:solidFill>
                <a:latin typeface="Arial" panose="020B0604020202020204" pitchFamily="34" charset="0"/>
              </a:rPr>
              <a:t>,_____________________________</a:t>
            </a:r>
          </a:p>
          <a:p>
            <a:pPr marL="0" indent="0">
              <a:buNone/>
            </a:pPr>
            <a:endParaRPr lang="en-US" altLang="ja-JP" sz="2800" dirty="0">
              <a:solidFill>
                <a:srgbClr val="1A1E3B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9808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書きましょう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0943610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①人生において一番大切なものは</a:t>
            </a:r>
            <a:r>
              <a:rPr lang="en-US" altLang="ja-JP" sz="2800" dirty="0"/>
              <a:t>_________________</a:t>
            </a:r>
            <a:r>
              <a:rPr lang="ja-JP" altLang="en-US" sz="2800" dirty="0"/>
              <a:t> だと思います。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理由は＿＿＿＿＿＿＿＿＿＿＿＿＿＿＿。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②留学において一番大切なことは だと思います。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理由は＿＿＿＿＿＿＿＿＿＿＿＿＿＿＿。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047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3730</TotalTime>
  <Words>1160</Words>
  <Application>Microsoft Office PowerPoint</Application>
  <PresentationFormat>Widescreen</PresentationFormat>
  <Paragraphs>156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PowerPoint Presentation</vt:lpstr>
      <vt:lpstr>話してみよう（15）</vt:lpstr>
      <vt:lpstr>話してみよう（15）</vt:lpstr>
      <vt:lpstr>今日のテーマ</vt:lpstr>
      <vt:lpstr>見つけた　</vt:lpstr>
      <vt:lpstr>見つけた　</vt:lpstr>
      <vt:lpstr>PowerPoint Presentation</vt:lpstr>
      <vt:lpstr>ウエルカムパーティ（16ページ）</vt:lpstr>
      <vt:lpstr>使ってみよう1.2.3（18ページ）</vt:lpstr>
      <vt:lpstr>～において／～における＋Ｎ</vt:lpstr>
      <vt:lpstr>～において／～における＋Ｎ</vt:lpstr>
      <vt:lpstr>～において／～における＋Ｎ</vt:lpstr>
      <vt:lpstr>～において／～における＋Ｎ</vt:lpstr>
      <vt:lpstr>～において／～における＋Ｎ</vt:lpstr>
      <vt:lpstr>留意点</vt:lpstr>
      <vt:lpstr>例文（P18）</vt:lpstr>
      <vt:lpstr>どっちがいい？！</vt:lpstr>
      <vt:lpstr>練習</vt:lpstr>
      <vt:lpstr>書きましょう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2021-09-17T01:17:09Z</dcterms:modified>
</cp:coreProperties>
</file>