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443" r:id="rId3"/>
    <p:sldId id="498" r:id="rId4"/>
    <p:sldId id="499" r:id="rId5"/>
    <p:sldId id="434" r:id="rId6"/>
    <p:sldId id="500" r:id="rId7"/>
    <p:sldId id="505" r:id="rId8"/>
    <p:sldId id="432" r:id="rId9"/>
    <p:sldId id="435" r:id="rId10"/>
    <p:sldId id="436" r:id="rId11"/>
    <p:sldId id="532" r:id="rId12"/>
    <p:sldId id="501" r:id="rId13"/>
    <p:sldId id="533" r:id="rId14"/>
    <p:sldId id="502" r:id="rId15"/>
    <p:sldId id="503" r:id="rId16"/>
    <p:sldId id="506" r:id="rId17"/>
    <p:sldId id="507" r:id="rId18"/>
    <p:sldId id="50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9C53"/>
    <a:srgbClr val="D9910B"/>
    <a:srgbClr val="A11D2B"/>
    <a:srgbClr val="256766"/>
    <a:srgbClr val="1A1E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EE1587-C976-4789-99D3-432238AB991C}" v="5" dt="2021-09-13T13:22:49.5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82603" autoAdjust="0"/>
  </p:normalViewPr>
  <p:slideViewPr>
    <p:cSldViewPr snapToGrid="0" showGuides="1">
      <p:cViewPr varScale="1">
        <p:scale>
          <a:sx n="53" d="100"/>
          <a:sy n="53" d="100"/>
        </p:scale>
        <p:origin x="1088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Thi Kim Oanh (FE FPTU CT)" userId="33772939-cd87-45c1-be61-e0648bc25a53" providerId="ADAL" clId="{61EE1587-C976-4789-99D3-432238AB991C}"/>
    <pc:docChg chg="undo custSel addSld delSld modSld sldOrd">
      <pc:chgData name="Le Thi Kim Oanh (FE FPTU CT)" userId="33772939-cd87-45c1-be61-e0648bc25a53" providerId="ADAL" clId="{61EE1587-C976-4789-99D3-432238AB991C}" dt="2021-09-13T13:23:17.384" v="157" actId="47"/>
      <pc:docMkLst>
        <pc:docMk/>
      </pc:docMkLst>
      <pc:sldChg chg="modSp mod">
        <pc:chgData name="Le Thi Kim Oanh (FE FPTU CT)" userId="33772939-cd87-45c1-be61-e0648bc25a53" providerId="ADAL" clId="{61EE1587-C976-4789-99D3-432238AB991C}" dt="2021-09-13T13:19:08.039" v="13" actId="20577"/>
        <pc:sldMkLst>
          <pc:docMk/>
          <pc:sldMk cId="1898346204" sldId="443"/>
        </pc:sldMkLst>
        <pc:spChg chg="mod">
          <ac:chgData name="Le Thi Kim Oanh (FE FPTU CT)" userId="33772939-cd87-45c1-be61-e0648bc25a53" providerId="ADAL" clId="{61EE1587-C976-4789-99D3-432238AB991C}" dt="2021-09-13T13:18:32.880" v="9" actId="20577"/>
          <ac:spMkLst>
            <pc:docMk/>
            <pc:sldMk cId="1898346204" sldId="443"/>
            <ac:spMk id="34" creationId="{01D98E79-DCBD-40D8-91C0-33E95A32483A}"/>
          </ac:spMkLst>
        </pc:spChg>
        <pc:spChg chg="mod">
          <ac:chgData name="Le Thi Kim Oanh (FE FPTU CT)" userId="33772939-cd87-45c1-be61-e0648bc25a53" providerId="ADAL" clId="{61EE1587-C976-4789-99D3-432238AB991C}" dt="2021-09-13T13:19:08.039" v="13" actId="20577"/>
          <ac:spMkLst>
            <pc:docMk/>
            <pc:sldMk cId="1898346204" sldId="443"/>
            <ac:spMk id="65" creationId="{2429D96E-5F83-4BC8-AAF6-1C5FFF81E153}"/>
          </ac:spMkLst>
        </pc:spChg>
      </pc:sldChg>
      <pc:sldChg chg="modSp mod">
        <pc:chgData name="Le Thi Kim Oanh (FE FPTU CT)" userId="33772939-cd87-45c1-be61-e0648bc25a53" providerId="ADAL" clId="{61EE1587-C976-4789-99D3-432238AB991C}" dt="2021-09-13T13:20:51.499" v="125" actId="122"/>
        <pc:sldMkLst>
          <pc:docMk/>
          <pc:sldMk cId="535750892" sldId="498"/>
        </pc:sldMkLst>
        <pc:spChg chg="mod">
          <ac:chgData name="Le Thi Kim Oanh (FE FPTU CT)" userId="33772939-cd87-45c1-be61-e0648bc25a53" providerId="ADAL" clId="{61EE1587-C976-4789-99D3-432238AB991C}" dt="2021-09-13T13:20:51.499" v="125" actId="122"/>
          <ac:spMkLst>
            <pc:docMk/>
            <pc:sldMk cId="535750892" sldId="498"/>
            <ac:spMk id="3" creationId="{00000000-0000-0000-0000-000000000000}"/>
          </ac:spMkLst>
        </pc:spChg>
      </pc:sldChg>
      <pc:sldChg chg="addSp delSp modSp add mod">
        <pc:chgData name="Le Thi Kim Oanh (FE FPTU CT)" userId="33772939-cd87-45c1-be61-e0648bc25a53" providerId="ADAL" clId="{61EE1587-C976-4789-99D3-432238AB991C}" dt="2021-09-13T13:22:33.013" v="143" actId="20577"/>
        <pc:sldMkLst>
          <pc:docMk/>
          <pc:sldMk cId="3766553441" sldId="532"/>
        </pc:sldMkLst>
        <pc:spChg chg="mod">
          <ac:chgData name="Le Thi Kim Oanh (FE FPTU CT)" userId="33772939-cd87-45c1-be61-e0648bc25a53" providerId="ADAL" clId="{61EE1587-C976-4789-99D3-432238AB991C}" dt="2021-09-13T13:22:33.013" v="143" actId="20577"/>
          <ac:spMkLst>
            <pc:docMk/>
            <pc:sldMk cId="3766553441" sldId="532"/>
            <ac:spMk id="2" creationId="{42E7FF3D-1C5F-4028-AF2A-1DAE728C2E9F}"/>
          </ac:spMkLst>
        </pc:spChg>
        <pc:spChg chg="add del mod">
          <ac:chgData name="Le Thi Kim Oanh (FE FPTU CT)" userId="33772939-cd87-45c1-be61-e0648bc25a53" providerId="ADAL" clId="{61EE1587-C976-4789-99D3-432238AB991C}" dt="2021-09-13T13:21:45.075" v="128" actId="931"/>
          <ac:spMkLst>
            <pc:docMk/>
            <pc:sldMk cId="3766553441" sldId="532"/>
            <ac:spMk id="4" creationId="{DAA2E918-2D0E-4678-87AD-0E02EE2CF598}"/>
          </ac:spMkLst>
        </pc:spChg>
        <pc:picChg chg="del">
          <ac:chgData name="Le Thi Kim Oanh (FE FPTU CT)" userId="33772939-cd87-45c1-be61-e0648bc25a53" providerId="ADAL" clId="{61EE1587-C976-4789-99D3-432238AB991C}" dt="2021-09-13T13:21:33.339" v="127" actId="478"/>
          <ac:picMkLst>
            <pc:docMk/>
            <pc:sldMk cId="3766553441" sldId="532"/>
            <ac:picMk id="6" creationId="{73F97F71-496B-4FF9-BFF7-1E7EB15F26F5}"/>
          </ac:picMkLst>
        </pc:picChg>
        <pc:picChg chg="add mod">
          <ac:chgData name="Le Thi Kim Oanh (FE FPTU CT)" userId="33772939-cd87-45c1-be61-e0648bc25a53" providerId="ADAL" clId="{61EE1587-C976-4789-99D3-432238AB991C}" dt="2021-09-13T13:21:52.384" v="134" actId="14100"/>
          <ac:picMkLst>
            <pc:docMk/>
            <pc:sldMk cId="3766553441" sldId="532"/>
            <ac:picMk id="7" creationId="{6928F963-D570-4518-87B4-3DD6B39512D5}"/>
          </ac:picMkLst>
        </pc:picChg>
      </pc:sldChg>
      <pc:sldChg chg="addSp delSp modSp add mod ord">
        <pc:chgData name="Le Thi Kim Oanh (FE FPTU CT)" userId="33772939-cd87-45c1-be61-e0648bc25a53" providerId="ADAL" clId="{61EE1587-C976-4789-99D3-432238AB991C}" dt="2021-09-13T13:22:55.673" v="153" actId="14100"/>
        <pc:sldMkLst>
          <pc:docMk/>
          <pc:sldMk cId="1747429114" sldId="533"/>
        </pc:sldMkLst>
        <pc:spChg chg="mod">
          <ac:chgData name="Le Thi Kim Oanh (FE FPTU CT)" userId="33772939-cd87-45c1-be61-e0648bc25a53" providerId="ADAL" clId="{61EE1587-C976-4789-99D3-432238AB991C}" dt="2021-09-13T13:22:37.605" v="147" actId="20577"/>
          <ac:spMkLst>
            <pc:docMk/>
            <pc:sldMk cId="1747429114" sldId="533"/>
            <ac:spMk id="2" creationId="{42E7FF3D-1C5F-4028-AF2A-1DAE728C2E9F}"/>
          </ac:spMkLst>
        </pc:spChg>
        <pc:spChg chg="add del mod">
          <ac:chgData name="Le Thi Kim Oanh (FE FPTU CT)" userId="33772939-cd87-45c1-be61-e0648bc25a53" providerId="ADAL" clId="{61EE1587-C976-4789-99D3-432238AB991C}" dt="2021-09-13T13:22:49.597" v="148" actId="931"/>
          <ac:spMkLst>
            <pc:docMk/>
            <pc:sldMk cId="1747429114" sldId="533"/>
            <ac:spMk id="4" creationId="{F96C3C48-13E5-49C3-BE7D-08001176BF9A}"/>
          </ac:spMkLst>
        </pc:spChg>
        <pc:picChg chg="add mod">
          <ac:chgData name="Le Thi Kim Oanh (FE FPTU CT)" userId="33772939-cd87-45c1-be61-e0648bc25a53" providerId="ADAL" clId="{61EE1587-C976-4789-99D3-432238AB991C}" dt="2021-09-13T13:22:55.673" v="153" actId="14100"/>
          <ac:picMkLst>
            <pc:docMk/>
            <pc:sldMk cId="1747429114" sldId="533"/>
            <ac:picMk id="6" creationId="{E9121F54-A31A-405D-991A-6D8AC39D2287}"/>
          </ac:picMkLst>
        </pc:picChg>
        <pc:picChg chg="del mod">
          <ac:chgData name="Le Thi Kim Oanh (FE FPTU CT)" userId="33772939-cd87-45c1-be61-e0648bc25a53" providerId="ADAL" clId="{61EE1587-C976-4789-99D3-432238AB991C}" dt="2021-09-13T13:22:14.526" v="139" actId="478"/>
          <ac:picMkLst>
            <pc:docMk/>
            <pc:sldMk cId="1747429114" sldId="533"/>
            <ac:picMk id="7" creationId="{6928F963-D570-4518-87B4-3DD6B39512D5}"/>
          </ac:picMkLst>
        </pc:picChg>
      </pc:sldChg>
      <pc:sldChg chg="add del ord">
        <pc:chgData name="Le Thi Kim Oanh (FE FPTU CT)" userId="33772939-cd87-45c1-be61-e0648bc25a53" providerId="ADAL" clId="{61EE1587-C976-4789-99D3-432238AB991C}" dt="2021-09-13T13:23:17.384" v="157" actId="47"/>
        <pc:sldMkLst>
          <pc:docMk/>
          <pc:sldMk cId="2818783581" sldId="534"/>
        </pc:sldMkLst>
      </pc:sldChg>
    </pc:docChg>
  </pc:docChgLst>
  <pc:docChgLst>
    <pc:chgData name="Oanh Le Thi Kim  (FE FPTU CT)" userId="33772939-cd87-45c1-be61-e0648bc25a53" providerId="ADAL" clId="{61EE1587-C976-4789-99D3-432238AB991C}"/>
    <pc:docChg chg="addSld delSld modSld delSection modSection">
      <pc:chgData name="Oanh Le Thi Kim  (FE FPTU CT)" userId="33772939-cd87-45c1-be61-e0648bc25a53" providerId="ADAL" clId="{61EE1587-C976-4789-99D3-432238AB991C}" dt="2021-08-21T12:36:00.450" v="9" actId="20577"/>
      <pc:docMkLst>
        <pc:docMk/>
      </pc:docMkLst>
      <pc:sldChg chg="add del">
        <pc:chgData name="Oanh Le Thi Kim  (FE FPTU CT)" userId="33772939-cd87-45c1-be61-e0648bc25a53" providerId="ADAL" clId="{61EE1587-C976-4789-99D3-432238AB991C}" dt="2021-08-21T12:34:18.628" v="3"/>
        <pc:sldMkLst>
          <pc:docMk/>
          <pc:sldMk cId="1809037783" sldId="256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1275143594" sldId="258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1378875007" sldId="351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1502880382" sldId="352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1921137803" sldId="353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2396949239" sldId="357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2373456421" sldId="358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3795194396" sldId="359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2507326125" sldId="360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406647322" sldId="363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1703791009" sldId="365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1985129004" sldId="367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2705303052" sldId="370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2104607827" sldId="371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3397200444" sldId="372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408844313" sldId="413"/>
        </pc:sldMkLst>
      </pc:sldChg>
      <pc:sldChg chg="del">
        <pc:chgData name="Oanh Le Thi Kim  (FE FPTU CT)" userId="33772939-cd87-45c1-be61-e0648bc25a53" providerId="ADAL" clId="{61EE1587-C976-4789-99D3-432238AB991C}" dt="2021-08-08T09:02:19.782" v="1" actId="47"/>
        <pc:sldMkLst>
          <pc:docMk/>
          <pc:sldMk cId="2329737387" sldId="414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906519154" sldId="415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1364144826" sldId="427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608496223" sldId="428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88392919" sldId="429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886559900" sldId="430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577269292" sldId="433"/>
        </pc:sldMkLst>
      </pc:sldChg>
      <pc:sldChg chg="del">
        <pc:chgData name="Oanh Le Thi Kim  (FE FPTU CT)" userId="33772939-cd87-45c1-be61-e0648bc25a53" providerId="ADAL" clId="{61EE1587-C976-4789-99D3-432238AB991C}" dt="2021-08-08T09:02:19.782" v="1" actId="47"/>
        <pc:sldMkLst>
          <pc:docMk/>
          <pc:sldMk cId="4025790530" sldId="444"/>
        </pc:sldMkLst>
      </pc:sldChg>
      <pc:sldChg chg="del">
        <pc:chgData name="Oanh Le Thi Kim  (FE FPTU CT)" userId="33772939-cd87-45c1-be61-e0648bc25a53" providerId="ADAL" clId="{61EE1587-C976-4789-99D3-432238AB991C}" dt="2021-08-08T09:02:19.782" v="1" actId="47"/>
        <pc:sldMkLst>
          <pc:docMk/>
          <pc:sldMk cId="3450673402" sldId="454"/>
        </pc:sldMkLst>
      </pc:sldChg>
      <pc:sldChg chg="del">
        <pc:chgData name="Oanh Le Thi Kim  (FE FPTU CT)" userId="33772939-cd87-45c1-be61-e0648bc25a53" providerId="ADAL" clId="{61EE1587-C976-4789-99D3-432238AB991C}" dt="2021-08-08T09:02:19.782" v="1" actId="47"/>
        <pc:sldMkLst>
          <pc:docMk/>
          <pc:sldMk cId="3715108067" sldId="455"/>
        </pc:sldMkLst>
      </pc:sldChg>
      <pc:sldChg chg="del">
        <pc:chgData name="Oanh Le Thi Kim  (FE FPTU CT)" userId="33772939-cd87-45c1-be61-e0648bc25a53" providerId="ADAL" clId="{61EE1587-C976-4789-99D3-432238AB991C}" dt="2021-08-08T09:02:19.782" v="1" actId="47"/>
        <pc:sldMkLst>
          <pc:docMk/>
          <pc:sldMk cId="617866419" sldId="458"/>
        </pc:sldMkLst>
      </pc:sldChg>
      <pc:sldChg chg="del">
        <pc:chgData name="Oanh Le Thi Kim  (FE FPTU CT)" userId="33772939-cd87-45c1-be61-e0648bc25a53" providerId="ADAL" clId="{61EE1587-C976-4789-99D3-432238AB991C}" dt="2021-08-08T09:02:19.782" v="1" actId="47"/>
        <pc:sldMkLst>
          <pc:docMk/>
          <pc:sldMk cId="888382770" sldId="460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3154101632" sldId="461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4035760225" sldId="462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3793371279" sldId="463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3832996583" sldId="464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479023796" sldId="465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3212093159" sldId="466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1463685746" sldId="467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639745509" sldId="468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1651932579" sldId="469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1761823914" sldId="470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2595167715" sldId="471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171005382" sldId="472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2492953139" sldId="473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1040436584" sldId="474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342738750" sldId="475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1625292946" sldId="476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2490421462" sldId="477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914468321" sldId="478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3677632246" sldId="479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3174917863" sldId="480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3362160084" sldId="481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1994263126" sldId="482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3865295945" sldId="483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2473485828" sldId="484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2208081324" sldId="485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894429737" sldId="486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3384855407" sldId="487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1061079787" sldId="488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370069448" sldId="489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614729614" sldId="490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1064471091" sldId="491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851419260" sldId="492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1768076208" sldId="493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1532275469" sldId="494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3365964024" sldId="495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3151075774" sldId="496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292098498" sldId="497"/>
        </pc:sldMkLst>
      </pc:sldChg>
      <pc:sldChg chg="addSp modSp mod">
        <pc:chgData name="Oanh Le Thi Kim  (FE FPTU CT)" userId="33772939-cd87-45c1-be61-e0648bc25a53" providerId="ADAL" clId="{61EE1587-C976-4789-99D3-432238AB991C}" dt="2021-08-21T12:35:17.296" v="8" actId="207"/>
        <pc:sldMkLst>
          <pc:docMk/>
          <pc:sldMk cId="63526228" sldId="499"/>
        </pc:sldMkLst>
        <pc:spChg chg="add mod">
          <ac:chgData name="Oanh Le Thi Kim  (FE FPTU CT)" userId="33772939-cd87-45c1-be61-e0648bc25a53" providerId="ADAL" clId="{61EE1587-C976-4789-99D3-432238AB991C}" dt="2021-08-21T12:35:14.874" v="7" actId="122"/>
          <ac:spMkLst>
            <pc:docMk/>
            <pc:sldMk cId="63526228" sldId="499"/>
            <ac:spMk id="5" creationId="{C9711EA1-C9BD-4A18-84EF-5285076FE7E9}"/>
          </ac:spMkLst>
        </pc:spChg>
        <pc:spChg chg="mod">
          <ac:chgData name="Oanh Le Thi Kim  (FE FPTU CT)" userId="33772939-cd87-45c1-be61-e0648bc25a53" providerId="ADAL" clId="{61EE1587-C976-4789-99D3-432238AB991C}" dt="2021-08-21T12:35:17.296" v="8" actId="207"/>
          <ac:spMkLst>
            <pc:docMk/>
            <pc:sldMk cId="63526228" sldId="499"/>
            <ac:spMk id="8" creationId="{DAEFD4E7-6F3B-431B-AFC3-4AD21E95532A}"/>
          </ac:spMkLst>
        </pc:spChg>
      </pc:sldChg>
      <pc:sldChg chg="modNotesTx">
        <pc:chgData name="Oanh Le Thi Kim  (FE FPTU CT)" userId="33772939-cd87-45c1-be61-e0648bc25a53" providerId="ADAL" clId="{61EE1587-C976-4789-99D3-432238AB991C}" dt="2021-08-21T12:36:00.450" v="9" actId="20577"/>
        <pc:sldMkLst>
          <pc:docMk/>
          <pc:sldMk cId="1580327312" sldId="504"/>
        </pc:sldMkLst>
      </pc:sldChg>
      <pc:sldChg chg="del">
        <pc:chgData name="Oanh Le Thi Kim  (FE FPTU CT)" userId="33772939-cd87-45c1-be61-e0648bc25a53" providerId="ADAL" clId="{61EE1587-C976-4789-99D3-432238AB991C}" dt="2021-08-08T09:02:09.898" v="0" actId="47"/>
        <pc:sldMkLst>
          <pc:docMk/>
          <pc:sldMk cId="316366365" sldId="508"/>
        </pc:sldMkLst>
      </pc:sldChg>
      <pc:sldChg chg="del">
        <pc:chgData name="Oanh Le Thi Kim  (FE FPTU CT)" userId="33772939-cd87-45c1-be61-e0648bc25a53" providerId="ADAL" clId="{61EE1587-C976-4789-99D3-432238AB991C}" dt="2021-08-08T09:02:19.782" v="1" actId="47"/>
        <pc:sldMkLst>
          <pc:docMk/>
          <pc:sldMk cId="1323074538" sldId="509"/>
        </pc:sldMkLst>
      </pc:sldChg>
      <pc:sldChg chg="del">
        <pc:chgData name="Oanh Le Thi Kim  (FE FPTU CT)" userId="33772939-cd87-45c1-be61-e0648bc25a53" providerId="ADAL" clId="{61EE1587-C976-4789-99D3-432238AB991C}" dt="2021-08-08T09:02:19.782" v="1" actId="47"/>
        <pc:sldMkLst>
          <pc:docMk/>
          <pc:sldMk cId="1364346345" sldId="510"/>
        </pc:sldMkLst>
      </pc:sldChg>
      <pc:sldChg chg="del">
        <pc:chgData name="Oanh Le Thi Kim  (FE FPTU CT)" userId="33772939-cd87-45c1-be61-e0648bc25a53" providerId="ADAL" clId="{61EE1587-C976-4789-99D3-432238AB991C}" dt="2021-08-08T09:02:19.782" v="1" actId="47"/>
        <pc:sldMkLst>
          <pc:docMk/>
          <pc:sldMk cId="4106046634" sldId="511"/>
        </pc:sldMkLst>
      </pc:sldChg>
      <pc:sldChg chg="del">
        <pc:chgData name="Oanh Le Thi Kim  (FE FPTU CT)" userId="33772939-cd87-45c1-be61-e0648bc25a53" providerId="ADAL" clId="{61EE1587-C976-4789-99D3-432238AB991C}" dt="2021-08-08T09:02:19.782" v="1" actId="47"/>
        <pc:sldMkLst>
          <pc:docMk/>
          <pc:sldMk cId="3735703511" sldId="512"/>
        </pc:sldMkLst>
      </pc:sldChg>
      <pc:sldChg chg="del">
        <pc:chgData name="Oanh Le Thi Kim  (FE FPTU CT)" userId="33772939-cd87-45c1-be61-e0648bc25a53" providerId="ADAL" clId="{61EE1587-C976-4789-99D3-432238AB991C}" dt="2021-08-08T09:02:19.782" v="1" actId="47"/>
        <pc:sldMkLst>
          <pc:docMk/>
          <pc:sldMk cId="3789702726" sldId="513"/>
        </pc:sldMkLst>
      </pc:sldChg>
      <pc:sldChg chg="del">
        <pc:chgData name="Oanh Le Thi Kim  (FE FPTU CT)" userId="33772939-cd87-45c1-be61-e0648bc25a53" providerId="ADAL" clId="{61EE1587-C976-4789-99D3-432238AB991C}" dt="2021-08-08T09:02:19.782" v="1" actId="47"/>
        <pc:sldMkLst>
          <pc:docMk/>
          <pc:sldMk cId="445703076" sldId="514"/>
        </pc:sldMkLst>
      </pc:sldChg>
      <pc:sldChg chg="del">
        <pc:chgData name="Oanh Le Thi Kim  (FE FPTU CT)" userId="33772939-cd87-45c1-be61-e0648bc25a53" providerId="ADAL" clId="{61EE1587-C976-4789-99D3-432238AB991C}" dt="2021-08-08T09:02:19.782" v="1" actId="47"/>
        <pc:sldMkLst>
          <pc:docMk/>
          <pc:sldMk cId="1447244196" sldId="515"/>
        </pc:sldMkLst>
      </pc:sldChg>
      <pc:sldChg chg="del">
        <pc:chgData name="Oanh Le Thi Kim  (FE FPTU CT)" userId="33772939-cd87-45c1-be61-e0648bc25a53" providerId="ADAL" clId="{61EE1587-C976-4789-99D3-432238AB991C}" dt="2021-08-08T09:02:19.782" v="1" actId="47"/>
        <pc:sldMkLst>
          <pc:docMk/>
          <pc:sldMk cId="903742106" sldId="516"/>
        </pc:sldMkLst>
      </pc:sldChg>
      <pc:sldChg chg="del">
        <pc:chgData name="Oanh Le Thi Kim  (FE FPTU CT)" userId="33772939-cd87-45c1-be61-e0648bc25a53" providerId="ADAL" clId="{61EE1587-C976-4789-99D3-432238AB991C}" dt="2021-08-08T09:02:19.782" v="1" actId="47"/>
        <pc:sldMkLst>
          <pc:docMk/>
          <pc:sldMk cId="209535954" sldId="517"/>
        </pc:sldMkLst>
      </pc:sldChg>
      <pc:sldChg chg="del">
        <pc:chgData name="Oanh Le Thi Kim  (FE FPTU CT)" userId="33772939-cd87-45c1-be61-e0648bc25a53" providerId="ADAL" clId="{61EE1587-C976-4789-99D3-432238AB991C}" dt="2021-08-08T09:02:19.782" v="1" actId="47"/>
        <pc:sldMkLst>
          <pc:docMk/>
          <pc:sldMk cId="3075680630" sldId="518"/>
        </pc:sldMkLst>
      </pc:sldChg>
      <pc:sldChg chg="del">
        <pc:chgData name="Oanh Le Thi Kim  (FE FPTU CT)" userId="33772939-cd87-45c1-be61-e0648bc25a53" providerId="ADAL" clId="{61EE1587-C976-4789-99D3-432238AB991C}" dt="2021-08-08T09:02:19.782" v="1" actId="47"/>
        <pc:sldMkLst>
          <pc:docMk/>
          <pc:sldMk cId="1459018749" sldId="519"/>
        </pc:sldMkLst>
      </pc:sldChg>
      <pc:sldChg chg="del">
        <pc:chgData name="Oanh Le Thi Kim  (FE FPTU CT)" userId="33772939-cd87-45c1-be61-e0648bc25a53" providerId="ADAL" clId="{61EE1587-C976-4789-99D3-432238AB991C}" dt="2021-08-08T09:02:19.782" v="1" actId="47"/>
        <pc:sldMkLst>
          <pc:docMk/>
          <pc:sldMk cId="1153816822" sldId="520"/>
        </pc:sldMkLst>
      </pc:sldChg>
      <pc:sldChg chg="del">
        <pc:chgData name="Oanh Le Thi Kim  (FE FPTU CT)" userId="33772939-cd87-45c1-be61-e0648bc25a53" providerId="ADAL" clId="{61EE1587-C976-4789-99D3-432238AB991C}" dt="2021-08-08T09:02:19.782" v="1" actId="47"/>
        <pc:sldMkLst>
          <pc:docMk/>
          <pc:sldMk cId="3126960576" sldId="52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4AC79-637E-4A71-B73B-6E806EDF51EE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8D07D-93F7-416F-A73A-05ECF16F3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0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347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284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altLang="ja-JP" dirty="0"/>
              <a:t>Cho SV trao đổi theo cặp và trình bày trước khi nghe CD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4237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１．</a:t>
            </a: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公民館に行きます</a:t>
            </a:r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vi-V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2. </a:t>
            </a: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ときどき</a:t>
            </a:r>
            <a:endParaRPr lang="vi-VN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vi-V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3. </a:t>
            </a: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暖かい雰囲気で、ほっとできる場所です。</a:t>
            </a:r>
            <a:endParaRPr lang="vi-VN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208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Dựa vào bài đọc trang 57 để trả lời các câu hỏi trên.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5414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Dựa vào bài đọc trang 57 để trả lời các câu hỏi trên.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893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5519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9433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0625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0154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197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GV cho SV tự đặt câu và sửa cho SV.</a:t>
            </a:r>
          </a:p>
          <a:p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Phần này GV phụ trách có thể triển khai thêm để hỗ trợ kỹ năng luyện dịch theo mẫu NP đã học cho SV.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807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9374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GV cho SV tự đặt câu và sửa cho SV.</a:t>
            </a:r>
          </a:p>
          <a:p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Phần này GV phụ trách có thể triển khai thêm để hỗ trợ kỹ năng luyện dịch theo mẫu NP đã học cho SV.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5622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75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8C7FB-2231-4C26-BB4A-5BA9894A6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18C77-A614-417B-BFC7-CBA53A8BB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7716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46F45-CA2A-4988-873F-0116AC843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943610" cy="81474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25123F-A5C6-452C-853C-53235A48CA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5466735" cy="3480619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0EA6298-9743-48B8-A25C-863BFFCB914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30065" y="1946275"/>
            <a:ext cx="4542810" cy="309767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329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F0BCD-32CE-47F3-8315-2473B8AF7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3059B-2D6C-42DF-8074-E72342B29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109A9-74C6-4023-9D79-7A19C6307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4CFD5-90D6-432F-982A-07461275F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5A442-C7AE-48C1-A3E8-4B6127CD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2EE63-C26E-421A-9CD1-766899CBB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48466-D14C-4196-A871-13A00CE15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42D23-2217-473F-B4F1-927F290E1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24888-79E9-4FC9-982B-6C9DB386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37D11-5F5D-4098-A402-1EEE154AE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3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8151-881E-45F1-B5A1-3486E147F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9466A-EF98-4CBB-A36A-A5D679309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B4661-4C1D-4729-97C4-09C1E14E8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4AE64-DDF8-4823-8895-A51D00245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416DA-647E-4533-AC1E-34BAB737B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3EB35-FFDF-424A-9F11-1EA3BD27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99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D358B-1377-48AB-832D-430031707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A7963-751E-45AC-8609-D56E81E28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B208A-D174-4295-B7E2-24EE8E954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17FF0-5F6E-4193-B326-0659B6B061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28880-116C-42E4-AC92-D5BB5A644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8204A1-F53A-4EE0-9CDA-CC556A2FA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FC743E-65FF-4520-BEFB-283E61A87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48EE8-1196-4741-B910-F79F488CE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96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54CBB-8EA5-4786-9A6E-6AD78DC24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0D110-F6DD-48CB-B86A-DCD389BF4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96B01-C666-4C99-B6D5-0312A7D6A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2530F-F05A-4103-ACA3-8524E395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1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774ECB-40C6-4E27-B12A-76765E06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48A493-46CF-4B48-9829-0B9348D9B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94916-4042-4D8E-892A-914EFC5C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58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9A22-F9BC-46DC-AEE7-154C4212F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0601E-00A8-49B9-A830-4F65C30C5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4117-F189-49C1-B50B-A6E6F7D45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FDE5D-3801-4B6B-BB4E-8C13D3FA8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2F431-0B70-4957-8502-1C9D5ED2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A9ED5-091C-47EC-A349-9DDCAFB0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6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373A-8FCB-4D17-8EAD-FFC347B84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F3061-C6B3-46FD-9AA6-647F375FF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56BAD-90B9-4DDC-9323-CE6E7CA3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BCEDF-9268-40D0-8BD3-2F66ED598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78D75-586A-435B-AEB3-3B663B057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3D7D3-8D4E-4C0C-93BA-6805456B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45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86861-86FD-46D3-8C4A-BD8F8739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C41C9-0E4E-4630-AD3A-F9C011124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79CB1-9562-4BE1-B3DF-73F80ED0F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F8E2C-7661-4D7C-84B6-9613A552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337A5-7C23-45ED-A420-AFC1BDEB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83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581C5C-90C6-4213-9929-35460CC0E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5DB24-352A-43EE-BF2B-4B92429C6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6E31F-E745-417D-96CF-F813DB47B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4D048-BFA9-4C3F-8E7F-5A04C2491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F8832-E1F7-428C-9C5E-4EDA77C0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22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996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6D6F93-6FDF-4426-9952-14A26626E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8CDEE-2564-4A48-A6AE-B4267AB94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6B168-9AF9-46D3-A943-488DA535D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A7723-1DC3-4BA8-87A4-36C9907B3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B9CAE-CE0B-4F9B-AFE8-36EF8BF3D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05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C93BCF8-1575-47FE-83D7-E49D0283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8178" y="1467853"/>
            <a:ext cx="4814012" cy="1961147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5400" b="1" dirty="0">
                <a:solidFill>
                  <a:srgbClr val="A11D2B"/>
                </a:solidFill>
              </a:rPr>
              <a:t>第</a:t>
            </a:r>
            <a:r>
              <a:rPr lang="vi-VN" altLang="ja-JP" sz="5400" b="1" dirty="0">
                <a:solidFill>
                  <a:srgbClr val="A11D2B"/>
                </a:solidFill>
              </a:rPr>
              <a:t>4</a:t>
            </a:r>
            <a:r>
              <a:rPr lang="ja-JP" altLang="en-US" sz="5400" b="1" dirty="0">
                <a:solidFill>
                  <a:srgbClr val="A11D2B"/>
                </a:solidFill>
              </a:rPr>
              <a:t>課</a:t>
            </a:r>
            <a:endParaRPr lang="en-US" sz="5400" b="1" dirty="0">
              <a:solidFill>
                <a:srgbClr val="A11D2B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F42536D-8522-415B-8140-96FCF821C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7853" y="2201778"/>
            <a:ext cx="4326091" cy="2863516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6600" b="1" dirty="0">
                <a:solidFill>
                  <a:srgbClr val="D9910B"/>
                </a:solidFill>
              </a:rPr>
              <a:t>地域を知って生活する</a:t>
            </a:r>
            <a:endParaRPr lang="en-US" sz="6600" b="1" dirty="0">
              <a:solidFill>
                <a:srgbClr val="D9910B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AF1E5F-AE49-4BFB-A904-4DB64475F4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81"/>
            <a:ext cx="6129819" cy="64873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26" name="Picture 2" descr="丸い町のフレーム素材（小）">
            <a:extLst>
              <a:ext uri="{FF2B5EF4-FFF2-40B4-BE49-F238E27FC236}">
                <a16:creationId xmlns:a16="http://schemas.microsoft.com/office/drawing/2014/main" id="{729BA245-94A7-4D26-9273-1C5E986C1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620" y="703914"/>
            <a:ext cx="5903633" cy="5736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9037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ight Arrow 31">
            <a:extLst>
              <a:ext uri="{FF2B5EF4-FFF2-40B4-BE49-F238E27FC236}">
                <a16:creationId xmlns:a16="http://schemas.microsoft.com/office/drawing/2014/main" id="{AF13FB71-FB39-43DD-8C61-DD31CDAF2B18}"/>
              </a:ext>
            </a:extLst>
          </p:cNvPr>
          <p:cNvSpPr/>
          <p:nvPr/>
        </p:nvSpPr>
        <p:spPr>
          <a:xfrm>
            <a:off x="3456782" y="1448955"/>
            <a:ext cx="4475380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>
              <a:solidFill>
                <a:schemeClr val="accent3"/>
              </a:solidFill>
            </a:endParaRPr>
          </a:p>
        </p:txBody>
      </p:sp>
      <p:sp>
        <p:nvSpPr>
          <p:cNvPr id="65" name="Right Arrow 32">
            <a:extLst>
              <a:ext uri="{FF2B5EF4-FFF2-40B4-BE49-F238E27FC236}">
                <a16:creationId xmlns:a16="http://schemas.microsoft.com/office/drawing/2014/main" id="{2429D96E-5F83-4BC8-AAF6-1C5FFF81E153}"/>
              </a:ext>
            </a:extLst>
          </p:cNvPr>
          <p:cNvSpPr/>
          <p:nvPr/>
        </p:nvSpPr>
        <p:spPr>
          <a:xfrm>
            <a:off x="3456781" y="2623642"/>
            <a:ext cx="4124825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rgbClr val="2567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sz="2400" dirty="0">
                <a:solidFill>
                  <a:srgbClr val="D9910B"/>
                </a:solidFill>
              </a:rPr>
              <a:t>CD</a:t>
            </a:r>
            <a:r>
              <a:rPr lang="ja-JP" altLang="en-US" sz="2400" dirty="0">
                <a:solidFill>
                  <a:srgbClr val="D9910B"/>
                </a:solidFill>
              </a:rPr>
              <a:t>：</a:t>
            </a:r>
            <a:r>
              <a:rPr lang="vi-VN" altLang="ja-JP" sz="2400" dirty="0">
                <a:solidFill>
                  <a:srgbClr val="D9910B"/>
                </a:solidFill>
              </a:rPr>
              <a:t>A</a:t>
            </a:r>
            <a:r>
              <a:rPr lang="en-US" altLang="ja-JP" sz="2400" dirty="0">
                <a:solidFill>
                  <a:srgbClr val="D9910B"/>
                </a:solidFill>
              </a:rPr>
              <a:t>16</a:t>
            </a:r>
            <a:endParaRPr lang="ko-KR" altLang="en-US" sz="2400" dirty="0">
              <a:solidFill>
                <a:srgbClr val="D9910B"/>
              </a:solidFill>
            </a:endParaRPr>
          </a:p>
        </p:txBody>
      </p:sp>
      <p:sp>
        <p:nvSpPr>
          <p:cNvPr id="67" name="Right Arrow 50">
            <a:extLst>
              <a:ext uri="{FF2B5EF4-FFF2-40B4-BE49-F238E27FC236}">
                <a16:creationId xmlns:a16="http://schemas.microsoft.com/office/drawing/2014/main" id="{DA11F572-F2F7-4422-966B-B26E1FC9651E}"/>
              </a:ext>
            </a:extLst>
          </p:cNvPr>
          <p:cNvSpPr/>
          <p:nvPr/>
        </p:nvSpPr>
        <p:spPr>
          <a:xfrm>
            <a:off x="3502500" y="3658252"/>
            <a:ext cx="3566113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accent2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5BED15D-0C26-48BE-B68B-62AD18DD1C26}"/>
              </a:ext>
            </a:extLst>
          </p:cNvPr>
          <p:cNvSpPr/>
          <p:nvPr/>
        </p:nvSpPr>
        <p:spPr>
          <a:xfrm>
            <a:off x="3456781" y="0"/>
            <a:ext cx="45719" cy="687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0D9759D-D2A1-4776-9FE3-C180179E2D07}"/>
              </a:ext>
            </a:extLst>
          </p:cNvPr>
          <p:cNvSpPr txBox="1"/>
          <p:nvPr/>
        </p:nvSpPr>
        <p:spPr>
          <a:xfrm>
            <a:off x="1998813" y="172503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1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45780F6-BE70-4CDD-8B06-0F7CB32B539B}"/>
              </a:ext>
            </a:extLst>
          </p:cNvPr>
          <p:cNvSpPr txBox="1"/>
          <p:nvPr/>
        </p:nvSpPr>
        <p:spPr>
          <a:xfrm>
            <a:off x="1880987" y="269177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2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813E2F9-8AD4-456C-8DAF-D78D64C46E53}"/>
              </a:ext>
            </a:extLst>
          </p:cNvPr>
          <p:cNvSpPr txBox="1"/>
          <p:nvPr/>
        </p:nvSpPr>
        <p:spPr>
          <a:xfrm>
            <a:off x="1880987" y="365851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3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CCBE81C-AF3F-48C4-ABD1-0165CF397291}"/>
              </a:ext>
            </a:extLst>
          </p:cNvPr>
          <p:cNvSpPr txBox="1"/>
          <p:nvPr/>
        </p:nvSpPr>
        <p:spPr>
          <a:xfrm>
            <a:off x="1880987" y="463840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4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282BA71-423F-4FAD-A715-7A62D8245FB8}"/>
              </a:ext>
            </a:extLst>
          </p:cNvPr>
          <p:cNvSpPr txBox="1"/>
          <p:nvPr/>
        </p:nvSpPr>
        <p:spPr>
          <a:xfrm>
            <a:off x="1880987" y="5591997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5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488B2A3-09E1-4ED9-8CB5-A06EA337ED44}"/>
              </a:ext>
            </a:extLst>
          </p:cNvPr>
          <p:cNvSpPr txBox="1"/>
          <p:nvPr/>
        </p:nvSpPr>
        <p:spPr>
          <a:xfrm>
            <a:off x="3629278" y="3784096"/>
            <a:ext cx="4124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rgbClr val="5E9C53"/>
                </a:solidFill>
                <a:cs typeface="Arial" pitchFamily="34" charset="0"/>
              </a:rPr>
              <a:t>使ってみよう</a:t>
            </a:r>
            <a:r>
              <a:rPr lang="vi-VN" altLang="ja-JP" sz="2400" b="1" dirty="0">
                <a:solidFill>
                  <a:srgbClr val="5E9C53"/>
                </a:solidFill>
                <a:cs typeface="Arial" pitchFamily="34" charset="0"/>
              </a:rPr>
              <a:t>3</a:t>
            </a:r>
            <a:r>
              <a:rPr lang="vi-VN" altLang="ja-JP" sz="2800" b="1" dirty="0">
                <a:solidFill>
                  <a:srgbClr val="5E9C53"/>
                </a:solidFill>
                <a:cs typeface="Arial" pitchFamily="34" charset="0"/>
              </a:rPr>
              <a:t>(57)</a:t>
            </a:r>
            <a:endParaRPr lang="ko-KR" altLang="en-US" sz="2800" b="1" dirty="0">
              <a:solidFill>
                <a:srgbClr val="5E9C53"/>
              </a:solidFill>
              <a:cs typeface="Arial" pitchFamily="34" charset="0"/>
            </a:endParaRPr>
          </a:p>
        </p:txBody>
      </p:sp>
      <p:sp>
        <p:nvSpPr>
          <p:cNvPr id="90" name="Text Placeholder 1">
            <a:extLst>
              <a:ext uri="{FF2B5EF4-FFF2-40B4-BE49-F238E27FC236}">
                <a16:creationId xmlns:a16="http://schemas.microsoft.com/office/drawing/2014/main" id="{A5B4DECC-1281-46B0-9065-19B46646F737}"/>
              </a:ext>
            </a:extLst>
          </p:cNvPr>
          <p:cNvSpPr txBox="1">
            <a:spLocks/>
          </p:cNvSpPr>
          <p:nvPr/>
        </p:nvSpPr>
        <p:spPr>
          <a:xfrm>
            <a:off x="4063636" y="339509"/>
            <a:ext cx="7833090" cy="72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400"/>
              <a:t>I</a:t>
            </a:r>
            <a:endParaRPr 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F6DCCE-80F6-4D0D-97C7-067D35D1D426}"/>
              </a:ext>
            </a:extLst>
          </p:cNvPr>
          <p:cNvSpPr txBox="1"/>
          <p:nvPr/>
        </p:nvSpPr>
        <p:spPr>
          <a:xfrm>
            <a:off x="3765113" y="137201"/>
            <a:ext cx="3853157" cy="923330"/>
          </a:xfrm>
          <a:prstGeom prst="rect">
            <a:avLst/>
          </a:prstGeom>
          <a:solidFill>
            <a:srgbClr val="5E9C53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vi-VN" altLang="ja-JP" sz="5400" dirty="0">
                <a:solidFill>
                  <a:srgbClr val="A11D2B"/>
                </a:solidFill>
              </a:rPr>
              <a:t>SLOT 41</a:t>
            </a:r>
            <a:endParaRPr lang="en-US" sz="4000" dirty="0">
              <a:solidFill>
                <a:srgbClr val="A11D2B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D98E79-DCBD-40D8-91C0-33E95A32483A}"/>
              </a:ext>
            </a:extLst>
          </p:cNvPr>
          <p:cNvSpPr txBox="1"/>
          <p:nvPr/>
        </p:nvSpPr>
        <p:spPr>
          <a:xfrm>
            <a:off x="3502500" y="1675612"/>
            <a:ext cx="5094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solidFill>
                  <a:srgbClr val="1A1E3B"/>
                </a:solidFill>
                <a:highlight>
                  <a:srgbClr val="FFFF00"/>
                </a:highlight>
                <a:cs typeface="Arial" pitchFamily="34" charset="0"/>
              </a:rPr>
              <a:t>伝えてみよう</a:t>
            </a:r>
            <a:r>
              <a:rPr lang="vi-VN" altLang="ja-JP" sz="2400" dirty="0">
                <a:solidFill>
                  <a:srgbClr val="1A1E3B"/>
                </a:solidFill>
                <a:cs typeface="Arial" pitchFamily="34" charset="0"/>
              </a:rPr>
              <a:t>(53)</a:t>
            </a:r>
            <a:endParaRPr lang="ko-KR" altLang="en-US" sz="2800" dirty="0">
              <a:solidFill>
                <a:srgbClr val="1A1E3B"/>
              </a:solidFill>
              <a:cs typeface="Arial" pitchFamily="34" charset="0"/>
            </a:endParaRPr>
          </a:p>
        </p:txBody>
      </p:sp>
      <p:sp>
        <p:nvSpPr>
          <p:cNvPr id="15" name="Right Arrow 50">
            <a:extLst>
              <a:ext uri="{FF2B5EF4-FFF2-40B4-BE49-F238E27FC236}">
                <a16:creationId xmlns:a16="http://schemas.microsoft.com/office/drawing/2014/main" id="{9C788273-1AEB-44E3-B90A-617F3F3462B9}"/>
              </a:ext>
            </a:extLst>
          </p:cNvPr>
          <p:cNvSpPr/>
          <p:nvPr/>
        </p:nvSpPr>
        <p:spPr>
          <a:xfrm>
            <a:off x="3502501" y="4655622"/>
            <a:ext cx="3203100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rgbClr val="1A1E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accent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5ACDDE-862D-4FD7-9D73-CD0CDD17E919}"/>
              </a:ext>
            </a:extLst>
          </p:cNvPr>
          <p:cNvSpPr txBox="1"/>
          <p:nvPr/>
        </p:nvSpPr>
        <p:spPr>
          <a:xfrm>
            <a:off x="3732457" y="4725241"/>
            <a:ext cx="29731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rgbClr val="D9910B"/>
                </a:solidFill>
                <a:cs typeface="Arial" pitchFamily="34" charset="0"/>
              </a:rPr>
              <a:t>文法</a:t>
            </a:r>
            <a:r>
              <a:rPr lang="ja-JP" altLang="en-US" sz="2800" b="1" dirty="0">
                <a:solidFill>
                  <a:srgbClr val="D9910B"/>
                </a:solidFill>
                <a:cs typeface="Arial" pitchFamily="34" charset="0"/>
              </a:rPr>
              <a:t>：</a:t>
            </a:r>
            <a:r>
              <a:rPr lang="vi-VN" altLang="ja-JP" sz="2800" b="1" dirty="0">
                <a:solidFill>
                  <a:srgbClr val="D9910B"/>
                </a:solidFill>
                <a:cs typeface="Arial" pitchFamily="34" charset="0"/>
              </a:rPr>
              <a:t>1&amp;2</a:t>
            </a:r>
            <a:endParaRPr lang="ko-KR" altLang="en-US" sz="2800" b="1" dirty="0">
              <a:solidFill>
                <a:srgbClr val="D9910B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346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6811" y="271105"/>
            <a:ext cx="6328610" cy="81474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vi-VN" altLang="ja-JP" sz="4000" b="1" dirty="0">
                <a:solidFill>
                  <a:srgbClr val="C00000"/>
                </a:solidFill>
              </a:rPr>
              <a:t> </a:t>
            </a:r>
            <a:r>
              <a:rPr lang="ja-JP" altLang="en-US" sz="4000" b="1" dirty="0">
                <a:solidFill>
                  <a:srgbClr val="C00000"/>
                </a:solidFill>
              </a:rPr>
              <a:t>伝えてみよう</a:t>
            </a:r>
            <a:r>
              <a:rPr lang="vi-VN" altLang="ja-JP" sz="4000" b="1" dirty="0">
                <a:solidFill>
                  <a:srgbClr val="C00000"/>
                </a:solidFill>
              </a:rPr>
              <a:t>(53)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720704" y="2526632"/>
            <a:ext cx="10853675" cy="2827421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kumimoji="1" lang="ja-JP" altLang="en-US" sz="3200" dirty="0">
                <a:solidFill>
                  <a:srgbClr val="A11D2B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できること</a:t>
            </a:r>
            <a:endParaRPr kumimoji="1" lang="en-US" altLang="ja-JP" sz="3200" dirty="0">
              <a:solidFill>
                <a:srgbClr val="A11D2B"/>
              </a:solidFill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marL="0" indent="0" algn="l">
              <a:buNone/>
            </a:pPr>
            <a:endParaRPr kumimoji="1" lang="en-US" altLang="ja-JP" sz="2800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kumimoji="1" lang="ja-JP" altLang="en-US" sz="3600" dirty="0">
                <a:solidFill>
                  <a:srgbClr val="A11D2B"/>
                </a:solidFill>
                <a:latin typeface="Arial" panose="020B0604020202020204" pitchFamily="34" charset="0"/>
              </a:rPr>
              <a:t>よく利用する施設の様子や特徴（便利な点、設備</a:t>
            </a:r>
            <a:r>
              <a:rPr kumimoji="1" lang="en-US" altLang="ja-JP" sz="3600" dirty="0">
                <a:solidFill>
                  <a:srgbClr val="A11D2B"/>
                </a:solidFill>
                <a:latin typeface="Arial" panose="020B0604020202020204" pitchFamily="34" charset="0"/>
              </a:rPr>
              <a:t>…</a:t>
            </a:r>
            <a:r>
              <a:rPr kumimoji="1" lang="ja-JP" altLang="en-US" sz="3600" dirty="0">
                <a:solidFill>
                  <a:srgbClr val="A11D2B"/>
                </a:solidFill>
                <a:latin typeface="Arial" panose="020B0604020202020204" pitchFamily="34" charset="0"/>
              </a:rPr>
              <a:t>）などについて紹介することができる。</a:t>
            </a:r>
            <a:endParaRPr kumimoji="1" lang="en-US" altLang="ja-JP" sz="3600" dirty="0">
              <a:solidFill>
                <a:srgbClr val="A11D2B"/>
              </a:solidFill>
              <a:latin typeface="Arial" panose="020B0604020202020204" pitchFamily="34" charset="0"/>
            </a:endParaRPr>
          </a:p>
        </p:txBody>
      </p:sp>
      <p:pic>
        <p:nvPicPr>
          <p:cNvPr id="3074" name="Picture 2" descr="喫茶店で話す人達のイラスト（女子学生）">
            <a:extLst>
              <a:ext uri="{FF2B5EF4-FFF2-40B4-BE49-F238E27FC236}">
                <a16:creationId xmlns:a16="http://schemas.microsoft.com/office/drawing/2014/main" id="{56E42CE6-F030-40FA-919B-033467AFC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704" y="125729"/>
            <a:ext cx="2056785" cy="2056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5750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6811" y="271105"/>
            <a:ext cx="6328610" cy="81474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vi-VN" altLang="ja-JP" sz="4000" b="1" dirty="0">
                <a:solidFill>
                  <a:srgbClr val="C00000"/>
                </a:solidFill>
              </a:rPr>
              <a:t> </a:t>
            </a:r>
            <a:r>
              <a:rPr lang="ja-JP" altLang="en-US" sz="4000" b="1" dirty="0">
                <a:solidFill>
                  <a:srgbClr val="C00000"/>
                </a:solidFill>
              </a:rPr>
              <a:t>伝えてみよう</a:t>
            </a:r>
            <a:r>
              <a:rPr lang="vi-VN" altLang="ja-JP" sz="4000" b="1" dirty="0">
                <a:solidFill>
                  <a:srgbClr val="C00000"/>
                </a:solidFill>
              </a:rPr>
              <a:t>(53)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AEFD4E7-6F3B-431B-AFC3-4AD21E95532A}"/>
              </a:ext>
            </a:extLst>
          </p:cNvPr>
          <p:cNvSpPr txBox="1">
            <a:spLocks/>
          </p:cNvSpPr>
          <p:nvPr/>
        </p:nvSpPr>
        <p:spPr>
          <a:xfrm>
            <a:off x="577517" y="2971800"/>
            <a:ext cx="11032958" cy="241834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+mj-lt"/>
              <a:buAutoNum type="arabicPeriod"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よく利用する施設はどこですか。</a:t>
            </a:r>
          </a:p>
          <a:p>
            <a:pPr algn="l">
              <a:buFont typeface="+mj-lt"/>
              <a:buAutoNum type="arabicPeriod"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そこはどんな施設ですか。</a:t>
            </a:r>
            <a:endParaRPr lang="en-US" altLang="ja-JP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何がありますか。どんな人が利用していますか。</a:t>
            </a:r>
            <a:endParaRPr lang="en-US" altLang="ja-JP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いいところはどこですか。</a:t>
            </a:r>
          </a:p>
        </p:txBody>
      </p:sp>
      <p:pic>
        <p:nvPicPr>
          <p:cNvPr id="3074" name="Picture 2" descr="喫茶店で話す人達のイラスト（女子学生）">
            <a:extLst>
              <a:ext uri="{FF2B5EF4-FFF2-40B4-BE49-F238E27FC236}">
                <a16:creationId xmlns:a16="http://schemas.microsoft.com/office/drawing/2014/main" id="{56E42CE6-F030-40FA-919B-033467AFC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704" y="125729"/>
            <a:ext cx="2056785" cy="2056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711EA1-C9BD-4A18-84EF-5285076FE7E9}"/>
              </a:ext>
            </a:extLst>
          </p:cNvPr>
          <p:cNvSpPr txBox="1"/>
          <p:nvPr/>
        </p:nvSpPr>
        <p:spPr>
          <a:xfrm>
            <a:off x="720704" y="2182513"/>
            <a:ext cx="2587980" cy="523220"/>
          </a:xfrm>
          <a:prstGeom prst="rect">
            <a:avLst/>
          </a:prstGeom>
          <a:solidFill>
            <a:srgbClr val="D9910B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 i="0" dirty="0">
                <a:solidFill>
                  <a:srgbClr val="606060"/>
                </a:solidFill>
                <a:effectLst/>
                <a:latin typeface="Arial" panose="020B0604020202020204" pitchFamily="34" charset="0"/>
              </a:rPr>
              <a:t>タスク前作業</a:t>
            </a:r>
          </a:p>
        </p:txBody>
      </p:sp>
    </p:spTree>
    <p:extLst>
      <p:ext uri="{BB962C8B-B14F-4D97-AF65-F5344CB8AC3E}">
        <p14:creationId xmlns:p14="http://schemas.microsoft.com/office/powerpoint/2010/main" val="63526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6811" y="271105"/>
            <a:ext cx="6328610" cy="81474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vi-VN" altLang="ja-JP" sz="4000" b="1" dirty="0">
                <a:solidFill>
                  <a:srgbClr val="C00000"/>
                </a:solidFill>
              </a:rPr>
              <a:t> </a:t>
            </a:r>
            <a:r>
              <a:rPr lang="ja-JP" altLang="en-US" sz="4000" b="1" dirty="0">
                <a:solidFill>
                  <a:srgbClr val="C00000"/>
                </a:solidFill>
              </a:rPr>
              <a:t>伝えてみよう</a:t>
            </a:r>
            <a:r>
              <a:rPr lang="vi-VN" altLang="ja-JP" sz="4000" b="1" dirty="0">
                <a:solidFill>
                  <a:srgbClr val="C00000"/>
                </a:solidFill>
              </a:rPr>
              <a:t>(53)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AEFD4E7-6F3B-431B-AFC3-4AD21E95532A}"/>
              </a:ext>
            </a:extLst>
          </p:cNvPr>
          <p:cNvSpPr txBox="1">
            <a:spLocks/>
          </p:cNvSpPr>
          <p:nvPr/>
        </p:nvSpPr>
        <p:spPr>
          <a:xfrm>
            <a:off x="613611" y="2501968"/>
            <a:ext cx="10996863" cy="2888180"/>
          </a:xfrm>
          <a:prstGeom prst="rect">
            <a:avLst/>
          </a:prstGeom>
          <a:solidFill>
            <a:srgbClr val="D9910B"/>
          </a:solidFill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vi-VN" altLang="ja-JP" sz="32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514350" indent="-514350">
              <a:buAutoNum type="arabicParenBoth"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この人はどんな施設を紹介しましたか？</a:t>
            </a:r>
            <a:endParaRPr lang="vi-VN" altLang="ja-JP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br>
              <a:rPr lang="ja-JP" altLang="en-US" sz="2800" dirty="0"/>
            </a:br>
            <a:r>
              <a:rPr lang="en-US" altLang="ja-JP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(2) </a:t>
            </a: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いつこの人はそこへ行きますか？</a:t>
            </a:r>
            <a:endParaRPr lang="vi-VN" altLang="ja-JP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br>
              <a:rPr lang="ja-JP" altLang="en-US" sz="2800" dirty="0"/>
            </a:br>
            <a:r>
              <a:rPr lang="en-US" altLang="ja-JP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(3) </a:t>
            </a: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どんなところですか？</a:t>
            </a:r>
            <a:endParaRPr lang="vi-VN" altLang="ja-JP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br>
              <a:rPr lang="ja-JP" altLang="en-US" sz="2400" dirty="0"/>
            </a:br>
            <a:r>
              <a:rPr lang="en-US" altLang="ja-JP" sz="2600" dirty="0">
                <a:highlight>
                  <a:srgbClr val="FFFF00"/>
                </a:highlight>
              </a:rPr>
              <a:t>CD-A16</a:t>
            </a:r>
            <a:endParaRPr kumimoji="1" lang="en-US" altLang="ja-JP" sz="2800" dirty="0">
              <a:solidFill>
                <a:srgbClr val="000000"/>
              </a:solidFill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  <p:pic>
        <p:nvPicPr>
          <p:cNvPr id="3074" name="Picture 2" descr="喫茶店で話す人達のイラスト（女子学生）">
            <a:extLst>
              <a:ext uri="{FF2B5EF4-FFF2-40B4-BE49-F238E27FC236}">
                <a16:creationId xmlns:a16="http://schemas.microsoft.com/office/drawing/2014/main" id="{56E42CE6-F030-40FA-919B-033467AFC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704" y="125729"/>
            <a:ext cx="2056785" cy="2056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16 Track 16">
            <a:hlinkClick r:id="" action="ppaction://media"/>
            <a:extLst>
              <a:ext uri="{FF2B5EF4-FFF2-40B4-BE49-F238E27FC236}">
                <a16:creationId xmlns:a16="http://schemas.microsoft.com/office/drawing/2014/main" id="{D5A2D7AA-105A-46A3-BFB5-2905B152F53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388600" y="271105"/>
            <a:ext cx="1221874" cy="122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736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292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6811" y="271105"/>
            <a:ext cx="6328610" cy="81474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vi-VN" altLang="ja-JP" sz="4000" b="1" dirty="0">
                <a:solidFill>
                  <a:srgbClr val="C00000"/>
                </a:solidFill>
              </a:rPr>
              <a:t> </a:t>
            </a:r>
            <a:r>
              <a:rPr lang="ja-JP" altLang="en-US" sz="4000" b="1" dirty="0">
                <a:solidFill>
                  <a:srgbClr val="C00000"/>
                </a:solidFill>
              </a:rPr>
              <a:t>伝えてみよう</a:t>
            </a:r>
            <a:r>
              <a:rPr lang="vi-VN" altLang="ja-JP" sz="4000" b="1" dirty="0">
                <a:solidFill>
                  <a:srgbClr val="C00000"/>
                </a:solidFill>
              </a:rPr>
              <a:t>(53)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AEFD4E7-6F3B-431B-AFC3-4AD21E95532A}"/>
              </a:ext>
            </a:extLst>
          </p:cNvPr>
          <p:cNvSpPr txBox="1">
            <a:spLocks/>
          </p:cNvSpPr>
          <p:nvPr/>
        </p:nvSpPr>
        <p:spPr>
          <a:xfrm>
            <a:off x="360947" y="1492980"/>
            <a:ext cx="8145379" cy="4595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+mj-lt"/>
              <a:buAutoNum type="arabicPeriod"/>
            </a:pPr>
            <a:endParaRPr lang="en-US" altLang="ja-JP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この人は「学校から帰る途中、寄ってみます」と言っています。どんな意味だと思いますか。</a:t>
            </a:r>
            <a:endParaRPr lang="en-US" altLang="ja-JP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endParaRPr lang="en-US" altLang="ja-JP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endParaRPr lang="ja-JP" altLang="en-US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この公民館では、地域の人が描いた絵などを飾って見せるとき、どこを使っていますか。</a:t>
            </a:r>
          </a:p>
        </p:txBody>
      </p:sp>
      <p:pic>
        <p:nvPicPr>
          <p:cNvPr id="3074" name="Picture 2" descr="喫茶店で話す人達のイラスト（女子学生）">
            <a:extLst>
              <a:ext uri="{FF2B5EF4-FFF2-40B4-BE49-F238E27FC236}">
                <a16:creationId xmlns:a16="http://schemas.microsoft.com/office/drawing/2014/main" id="{56E42CE6-F030-40FA-919B-033467AFC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4403" y="2595511"/>
            <a:ext cx="2846071" cy="2846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16 Track 16">
            <a:hlinkClick r:id="" action="ppaction://media"/>
            <a:extLst>
              <a:ext uri="{FF2B5EF4-FFF2-40B4-BE49-F238E27FC236}">
                <a16:creationId xmlns:a16="http://schemas.microsoft.com/office/drawing/2014/main" id="{D5A2D7AA-105A-46A3-BFB5-2905B152F53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388600" y="271105"/>
            <a:ext cx="1221874" cy="122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47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292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6811" y="271105"/>
            <a:ext cx="6328610" cy="81474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vi-VN" altLang="ja-JP" sz="4000" b="1" dirty="0">
                <a:solidFill>
                  <a:srgbClr val="C00000"/>
                </a:solidFill>
              </a:rPr>
              <a:t> </a:t>
            </a:r>
            <a:r>
              <a:rPr lang="ja-JP" altLang="en-US" sz="4000" b="1" dirty="0">
                <a:solidFill>
                  <a:srgbClr val="C00000"/>
                </a:solidFill>
              </a:rPr>
              <a:t>伝えてみよう</a:t>
            </a:r>
            <a:r>
              <a:rPr lang="vi-VN" altLang="ja-JP" sz="4000" b="1" dirty="0">
                <a:solidFill>
                  <a:srgbClr val="C00000"/>
                </a:solidFill>
              </a:rPr>
              <a:t>(53)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AEFD4E7-6F3B-431B-AFC3-4AD21E95532A}"/>
              </a:ext>
            </a:extLst>
          </p:cNvPr>
          <p:cNvSpPr txBox="1">
            <a:spLocks/>
          </p:cNvSpPr>
          <p:nvPr/>
        </p:nvSpPr>
        <p:spPr>
          <a:xfrm>
            <a:off x="505326" y="1913022"/>
            <a:ext cx="7435516" cy="443965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altLang="ja-JP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３．この人にとって、ロビーはどんな場所ですか。</a:t>
            </a:r>
            <a:endParaRPr lang="en-US" altLang="ja-JP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endParaRPr lang="ja-JP" altLang="en-US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４．２階ではどんなことができますか。</a:t>
            </a:r>
            <a:endParaRPr lang="en-US" altLang="ja-JP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endParaRPr lang="en-US" altLang="ja-JP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ja-JP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５．</a:t>
            </a: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どんな施設が家の近くにあると便利だと言っていますか。</a:t>
            </a:r>
          </a:p>
        </p:txBody>
      </p:sp>
      <p:pic>
        <p:nvPicPr>
          <p:cNvPr id="3074" name="Picture 2" descr="喫茶店で話す人達のイラスト（女子学生）">
            <a:extLst>
              <a:ext uri="{FF2B5EF4-FFF2-40B4-BE49-F238E27FC236}">
                <a16:creationId xmlns:a16="http://schemas.microsoft.com/office/drawing/2014/main" id="{56E42CE6-F030-40FA-919B-033467AFC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9040" y="2272670"/>
            <a:ext cx="2822008" cy="2822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16 Track 16">
            <a:hlinkClick r:id="" action="ppaction://media"/>
            <a:extLst>
              <a:ext uri="{FF2B5EF4-FFF2-40B4-BE49-F238E27FC236}">
                <a16:creationId xmlns:a16="http://schemas.microsoft.com/office/drawing/2014/main" id="{D5A2D7AA-105A-46A3-BFB5-2905B152F53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388600" y="271105"/>
            <a:ext cx="1221874" cy="122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994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292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1621971"/>
            <a:ext cx="10838011" cy="3058313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400" b="1" dirty="0">
                <a:solidFill>
                  <a:srgbClr val="A11D2B"/>
                </a:solidFill>
              </a:rPr>
              <a:t>使ってみよう</a:t>
            </a:r>
            <a:r>
              <a:rPr lang="vi-VN" altLang="ja-JP" sz="4400" b="1" dirty="0">
                <a:solidFill>
                  <a:srgbClr val="A11D2B"/>
                </a:solidFill>
              </a:rPr>
              <a:t>4</a:t>
            </a:r>
            <a:br>
              <a:rPr lang="en-US" altLang="ja-JP" sz="4400" b="1" dirty="0">
                <a:solidFill>
                  <a:srgbClr val="A11D2B"/>
                </a:solidFill>
              </a:rPr>
            </a:br>
            <a:br>
              <a:rPr lang="en-US" altLang="ja-JP" sz="4400" b="1" dirty="0">
                <a:solidFill>
                  <a:srgbClr val="A11D2B"/>
                </a:solidFill>
              </a:rPr>
            </a:br>
            <a:r>
              <a:rPr lang="vi-VN" altLang="ja-JP" sz="4400" b="1" dirty="0">
                <a:solidFill>
                  <a:srgbClr val="A11D2B"/>
                </a:solidFill>
              </a:rPr>
              <a:t>            </a:t>
            </a:r>
            <a:r>
              <a:rPr lang="ja-JP" altLang="en-US" sz="4400" b="1" dirty="0">
                <a:solidFill>
                  <a:srgbClr val="A11D2B"/>
                </a:solidFill>
              </a:rPr>
              <a:t>文法</a:t>
            </a:r>
            <a:r>
              <a:rPr lang="vi-VN" altLang="ja-JP" sz="4400" b="1" dirty="0">
                <a:solidFill>
                  <a:srgbClr val="A11D2B"/>
                </a:solidFill>
              </a:rPr>
              <a:t>1&amp;2</a:t>
            </a:r>
            <a:r>
              <a:rPr lang="ja-JP" altLang="en-US" sz="4400" b="1" dirty="0">
                <a:solidFill>
                  <a:srgbClr val="A11D2B"/>
                </a:solidFill>
              </a:rPr>
              <a:t>（</a:t>
            </a:r>
            <a:r>
              <a:rPr lang="vi-VN" altLang="ja-JP" sz="4400" b="1" dirty="0">
                <a:solidFill>
                  <a:srgbClr val="A11D2B"/>
                </a:solidFill>
              </a:rPr>
              <a:t>57</a:t>
            </a:r>
            <a:r>
              <a:rPr lang="ja-JP" altLang="en-US" sz="4400" b="1" dirty="0">
                <a:solidFill>
                  <a:srgbClr val="A11D2B"/>
                </a:solidFill>
              </a:rPr>
              <a:t>ページ）</a:t>
            </a:r>
            <a:endParaRPr lang="en-US" sz="44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5524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400" b="1" dirty="0">
                <a:solidFill>
                  <a:srgbClr val="C00000"/>
                </a:solidFill>
              </a:rPr>
              <a:t>～</a:t>
            </a:r>
            <a:r>
              <a:rPr lang="ja-JP" altLang="en-US" sz="2400" dirty="0">
                <a:solidFill>
                  <a:srgbClr val="C00000"/>
                </a:solidFill>
              </a:rPr>
              <a:t> </a:t>
            </a:r>
            <a:r>
              <a:rPr lang="ja-JP" altLang="en-US" sz="4000" b="1" dirty="0">
                <a:solidFill>
                  <a:srgbClr val="C00000"/>
                </a:solidFill>
              </a:rPr>
              <a:t>途中（で）・～途中（に）</a:t>
            </a:r>
            <a:endParaRPr lang="en-US" sz="4400" b="1" dirty="0">
              <a:solidFill>
                <a:srgbClr val="C0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6228735" cy="4523874"/>
          </a:xfrm>
          <a:solidFill>
            <a:srgbClr val="5E9C53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意 味</a:t>
            </a: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r>
              <a:rPr lang="ja-JP" altLang="en-US" sz="2800" dirty="0"/>
              <a:t>＊出発してから着 くまでの間（で</a:t>
            </a:r>
            <a:r>
              <a:rPr lang="en-US" altLang="ja-JP" sz="2800" dirty="0"/>
              <a:t>/</a:t>
            </a:r>
            <a:r>
              <a:rPr lang="ja-JP" altLang="en-US" sz="2800" dirty="0"/>
              <a:t>に）</a:t>
            </a:r>
            <a:endParaRPr lang="en-US" altLang="ja-JP" sz="2800" dirty="0"/>
          </a:p>
          <a:p>
            <a:pPr marL="0" indent="0" algn="ctr">
              <a:buNone/>
            </a:pPr>
            <a:endParaRPr lang="en-US" altLang="ja-JP" sz="2800" dirty="0"/>
          </a:p>
          <a:p>
            <a:pPr algn="ctr"/>
            <a:r>
              <a:rPr lang="ja-JP" altLang="en-US" sz="2800" dirty="0"/>
              <a:t>何かを始めてから終わるまでの間（で</a:t>
            </a:r>
            <a:r>
              <a:rPr lang="en-US" altLang="ja-JP" sz="2800" dirty="0"/>
              <a:t>/</a:t>
            </a:r>
            <a:r>
              <a:rPr lang="ja-JP" altLang="en-US" sz="2800" dirty="0"/>
              <a:t>に）</a:t>
            </a:r>
            <a:endParaRPr lang="en-US" altLang="ja-JP" sz="2800" dirty="0"/>
          </a:p>
          <a:p>
            <a:pPr marL="0" indent="0">
              <a:buNone/>
            </a:pPr>
            <a:r>
              <a:rPr lang="en-US" altLang="ja-JP" sz="2800" dirty="0"/>
              <a:t>   </a:t>
            </a:r>
            <a:r>
              <a:rPr lang="vi-VN" altLang="ja-JP" sz="2800" dirty="0"/>
              <a:t>Đang trong lúc làm gì đó thì~</a:t>
            </a:r>
            <a:endParaRPr lang="en-US" altLang="ja-JP" sz="2800" dirty="0"/>
          </a:p>
          <a:p>
            <a:pPr algn="ctr"/>
            <a:endParaRPr lang="en-US" altLang="ja-JP" sz="2800" dirty="0"/>
          </a:p>
          <a:p>
            <a:pPr algn="ctr"/>
            <a:endParaRPr lang="en-US" altLang="ja-JP" sz="2800" dirty="0"/>
          </a:p>
          <a:p>
            <a:pPr algn="ctr"/>
            <a:endParaRPr lang="en-US" altLang="ja-JP" sz="2800" dirty="0"/>
          </a:p>
          <a:p>
            <a:pPr marL="0" indent="0" algn="ctr">
              <a:buNone/>
            </a:pPr>
            <a:endParaRPr lang="en-US" altLang="ja-JP" sz="3200" b="1" dirty="0">
              <a:solidFill>
                <a:srgbClr val="A11D2B"/>
              </a:solidFill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8D3A890-C849-4777-ABA2-6969C6DAD515}"/>
              </a:ext>
            </a:extLst>
          </p:cNvPr>
          <p:cNvSpPr txBox="1">
            <a:spLocks/>
          </p:cNvSpPr>
          <p:nvPr/>
        </p:nvSpPr>
        <p:spPr>
          <a:xfrm>
            <a:off x="7459579" y="1973179"/>
            <a:ext cx="4103156" cy="3392905"/>
          </a:xfrm>
          <a:prstGeom prst="rect">
            <a:avLst/>
          </a:prstGeom>
          <a:solidFill>
            <a:srgbClr val="5E9C53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2800" b="1" dirty="0">
                <a:solidFill>
                  <a:srgbClr val="A11D2B"/>
                </a:solidFill>
              </a:rPr>
              <a:t>接続</a:t>
            </a:r>
            <a:endParaRPr lang="en-US" altLang="ja-JP" sz="28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en-US" altLang="ja-JP" sz="2400" dirty="0"/>
          </a:p>
          <a:p>
            <a:pPr marL="0" indent="0" algn="ctr">
              <a:buNone/>
            </a:pPr>
            <a:r>
              <a:rPr lang="ja-JP" altLang="en-US" sz="2800" dirty="0"/>
              <a:t>Ｖ</a:t>
            </a:r>
            <a:r>
              <a:rPr lang="en-US" altLang="ja-JP" sz="2800" dirty="0"/>
              <a:t>- </a:t>
            </a:r>
            <a:r>
              <a:rPr lang="ja-JP" altLang="en-US" sz="2800" dirty="0"/>
              <a:t>辞書形／Ｎの＋途 中 （で</a:t>
            </a:r>
            <a:r>
              <a:rPr lang="en-US" altLang="ja-JP" sz="2800" dirty="0"/>
              <a:t>/</a:t>
            </a:r>
            <a:r>
              <a:rPr lang="ja-JP" altLang="en-US" sz="2800" dirty="0"/>
              <a:t>に</a:t>
            </a:r>
            <a:r>
              <a:rPr lang="ja-JP" altLang="en-US" sz="2400" dirty="0"/>
              <a:t>） </a:t>
            </a:r>
            <a:endParaRPr lang="en-US" altLang="ja-JP" sz="32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5471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820582" cy="814745"/>
          </a:xfrm>
          <a:solidFill>
            <a:srgbClr val="D9910B"/>
          </a:solidFill>
        </p:spPr>
        <p:txBody>
          <a:bodyPr>
            <a:noAutofit/>
          </a:bodyPr>
          <a:lstStyle/>
          <a:p>
            <a:pPr algn="ctr"/>
            <a:r>
              <a:rPr lang="ja-JP" altLang="en-US" sz="5400" b="1" dirty="0">
                <a:solidFill>
                  <a:srgbClr val="C00000"/>
                </a:solidFill>
              </a:rPr>
              <a:t>～</a:t>
            </a:r>
            <a:r>
              <a:rPr lang="ja-JP" altLang="en-US" sz="3200" dirty="0">
                <a:solidFill>
                  <a:srgbClr val="C00000"/>
                </a:solidFill>
              </a:rPr>
              <a:t> </a:t>
            </a:r>
            <a:r>
              <a:rPr lang="ja-JP" altLang="en-US" sz="4800" b="1" dirty="0">
                <a:solidFill>
                  <a:srgbClr val="C00000"/>
                </a:solidFill>
              </a:rPr>
              <a:t>途中（で）・～途中（に）</a:t>
            </a:r>
            <a:endParaRPr lang="en-US" sz="48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533747"/>
            <a:ext cx="10943610" cy="507999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① </a:t>
            </a:r>
            <a:r>
              <a:rPr lang="vi-VN" altLang="ja-JP" sz="2800" dirty="0"/>
              <a:t>_______________</a:t>
            </a:r>
            <a:r>
              <a:rPr lang="ja-JP" altLang="en-US" sz="2800" dirty="0"/>
              <a:t>途 中  、急に雨が降ってきた。傘を持っていなかったの で、マックに寄 って、雨がやむのを待った。 </a:t>
            </a:r>
            <a:endParaRPr lang="vi-VN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② </a:t>
            </a:r>
            <a:r>
              <a:rPr lang="vi-VN" altLang="ja-JP" sz="2800" dirty="0"/>
              <a:t>_____________</a:t>
            </a:r>
            <a:r>
              <a:rPr lang="ja-JP" altLang="en-US" sz="2800" dirty="0"/>
              <a:t>途 中 で、急に気分が悪くなった。</a:t>
            </a:r>
            <a:endParaRPr lang="vi-VN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 ③ Ａ：ちょっとスーパーに行ってくるね。 </a:t>
            </a:r>
            <a:endParaRPr lang="vi-VN" altLang="ja-JP" sz="2800" dirty="0"/>
          </a:p>
          <a:p>
            <a:pPr marL="0" indent="0">
              <a:buNone/>
            </a:pPr>
            <a:r>
              <a:rPr lang="vi-VN" altLang="ja-JP" sz="2800" dirty="0"/>
              <a:t>     </a:t>
            </a:r>
            <a:r>
              <a:rPr lang="ja-JP" altLang="en-US" sz="2800" dirty="0"/>
              <a:t>Ｂ：じゃ、スーパーに行く途中に ＿＿＿＿＿＿＿があるから、　　</a:t>
            </a:r>
            <a:r>
              <a:rPr lang="en-US" altLang="ja-JP" sz="2800" dirty="0"/>
              <a:t>		</a:t>
            </a:r>
            <a:r>
              <a:rPr lang="ja-JP" altLang="en-US" sz="2800" dirty="0"/>
              <a:t>手 紙を出してき</a:t>
            </a:r>
            <a:r>
              <a:rPr lang="vi-VN" altLang="ja-JP" sz="2800" dirty="0"/>
              <a:t> </a:t>
            </a:r>
            <a:r>
              <a:rPr lang="ja-JP" altLang="en-US" sz="2800" dirty="0"/>
              <a:t>てくれない？ </a:t>
            </a:r>
            <a:endParaRPr lang="vi-VN" altLang="ja-JP" sz="2800" dirty="0"/>
          </a:p>
          <a:p>
            <a:pPr marL="0" indent="0">
              <a:buNone/>
            </a:pPr>
            <a:r>
              <a:rPr lang="vi-VN" altLang="ja-JP" sz="2800" dirty="0"/>
              <a:t>     </a:t>
            </a:r>
            <a:r>
              <a:rPr lang="ja-JP" altLang="en-US" sz="2800" dirty="0"/>
              <a:t>Ａ：いいよ。</a:t>
            </a:r>
            <a:endParaRPr lang="en-US" altLang="ja-JP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2AEFFC-1078-456A-932A-7E3971A3B113}"/>
              </a:ext>
            </a:extLst>
          </p:cNvPr>
          <p:cNvSpPr txBox="1"/>
          <p:nvPr/>
        </p:nvSpPr>
        <p:spPr>
          <a:xfrm>
            <a:off x="3745282" y="1929725"/>
            <a:ext cx="12776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solidFill>
                  <a:srgbClr val="A11D2B"/>
                </a:solidFill>
              </a:rPr>
              <a:t>　</a:t>
            </a:r>
            <a:endParaRPr lang="en-US" sz="2400" dirty="0">
              <a:solidFill>
                <a:srgbClr val="A11D2B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AB9330-A1EF-4C44-8355-91895E3788E5}"/>
              </a:ext>
            </a:extLst>
          </p:cNvPr>
          <p:cNvSpPr txBox="1"/>
          <p:nvPr/>
        </p:nvSpPr>
        <p:spPr>
          <a:xfrm>
            <a:off x="1369704" y="1929725"/>
            <a:ext cx="3081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solidFill>
                  <a:srgbClr val="A11D2B"/>
                </a:solidFill>
                <a:highlight>
                  <a:srgbClr val="FFFF00"/>
                </a:highlight>
              </a:rPr>
              <a:t>会社から帰る</a:t>
            </a:r>
            <a:endParaRPr lang="en-US" sz="2400" dirty="0">
              <a:solidFill>
                <a:srgbClr val="A11D2B"/>
              </a:solidFill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9FA671-EE8E-4BD4-B3F5-31FC44099BD2}"/>
              </a:ext>
            </a:extLst>
          </p:cNvPr>
          <p:cNvSpPr txBox="1"/>
          <p:nvPr/>
        </p:nvSpPr>
        <p:spPr>
          <a:xfrm>
            <a:off x="1369704" y="3270356"/>
            <a:ext cx="2083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solidFill>
                  <a:srgbClr val="A11D2B"/>
                </a:solidFill>
                <a:highlight>
                  <a:srgbClr val="FFFF00"/>
                </a:highlight>
              </a:rPr>
              <a:t>授業の</a:t>
            </a:r>
            <a:endParaRPr lang="en-US" sz="2400" dirty="0">
              <a:solidFill>
                <a:srgbClr val="A11D2B"/>
              </a:solidFill>
              <a:highlight>
                <a:srgbClr val="FF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986CFD-DB00-48EC-8D9D-820F68382D5B}"/>
              </a:ext>
            </a:extLst>
          </p:cNvPr>
          <p:cNvSpPr txBox="1"/>
          <p:nvPr/>
        </p:nvSpPr>
        <p:spPr>
          <a:xfrm>
            <a:off x="6615473" y="4862588"/>
            <a:ext cx="2083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solidFill>
                  <a:srgbClr val="A11D2B"/>
                </a:solidFill>
                <a:highlight>
                  <a:srgbClr val="FFFF00"/>
                </a:highlight>
              </a:rPr>
              <a:t>ポスト</a:t>
            </a:r>
            <a:endParaRPr lang="en-US" sz="2400" dirty="0">
              <a:solidFill>
                <a:srgbClr val="A11D2B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79302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FF3D-1C5F-4028-AF2A-1DAE728C2E9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ja-JP" altLang="en-US" dirty="0">
                <a:highlight>
                  <a:srgbClr val="FFFF00"/>
                </a:highlight>
              </a:rPr>
              <a:t>例文（</a:t>
            </a:r>
            <a:r>
              <a:rPr lang="en-US" altLang="ja-JP" dirty="0">
                <a:highlight>
                  <a:srgbClr val="FFFF00"/>
                </a:highlight>
              </a:rPr>
              <a:t>P57</a:t>
            </a:r>
            <a:r>
              <a:rPr lang="ja-JP" altLang="en-US" dirty="0">
                <a:highlight>
                  <a:srgbClr val="FFFF00"/>
                </a:highlight>
              </a:rPr>
              <a:t>）</a:t>
            </a:r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7" name="Content Placeholder 6" descr="A close-up of a calculator&#10;&#10;Description automatically generated with low confidence">
            <a:extLst>
              <a:ext uri="{FF2B5EF4-FFF2-40B4-BE49-F238E27FC236}">
                <a16:creationId xmlns:a16="http://schemas.microsoft.com/office/drawing/2014/main" id="{6928F963-D570-4518-87B4-3DD6B39512D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39" y="1753079"/>
            <a:ext cx="11651269" cy="3889731"/>
          </a:xfrm>
        </p:spPr>
      </p:pic>
    </p:spTree>
    <p:extLst>
      <p:ext uri="{BB962C8B-B14F-4D97-AF65-F5344CB8AC3E}">
        <p14:creationId xmlns:p14="http://schemas.microsoft.com/office/powerpoint/2010/main" val="3766553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400" b="1" dirty="0">
                <a:solidFill>
                  <a:srgbClr val="C00000"/>
                </a:solidFill>
              </a:rPr>
              <a:t>～を～として</a:t>
            </a:r>
            <a:endParaRPr lang="en-US" sz="4400" b="1" dirty="0">
              <a:solidFill>
                <a:srgbClr val="C0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5362461" cy="3898232"/>
          </a:xfrm>
          <a:solidFill>
            <a:srgbClr val="5E9C53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意 味</a:t>
            </a: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r>
              <a:rPr lang="ja-JP" altLang="en-US" sz="3200" dirty="0"/>
              <a:t>＊</a:t>
            </a:r>
            <a:r>
              <a:rPr lang="ja-JP" altLang="en-US" sz="2800" dirty="0"/>
              <a:t>～を～だと考 える／決 める</a:t>
            </a:r>
            <a:endParaRPr lang="en-US" altLang="ja-JP" sz="2800" dirty="0"/>
          </a:p>
          <a:p>
            <a:pPr marL="0" indent="0" algn="ctr">
              <a:buNone/>
            </a:pPr>
            <a:r>
              <a:rPr lang="vi-VN" altLang="ja-JP" sz="2800" dirty="0"/>
              <a:t>Nghĩ là/ quyết định là/ lấy làm</a:t>
            </a:r>
            <a:endParaRPr lang="en-US" altLang="ja-JP" sz="3200" dirty="0"/>
          </a:p>
          <a:p>
            <a:pPr algn="ctr"/>
            <a:endParaRPr lang="en-US" altLang="ja-JP" sz="3200" dirty="0"/>
          </a:p>
          <a:p>
            <a:pPr algn="ctr"/>
            <a:endParaRPr lang="en-US" altLang="ja-JP" sz="2800" dirty="0"/>
          </a:p>
          <a:p>
            <a:pPr marL="0" indent="0" algn="ctr">
              <a:buNone/>
            </a:pPr>
            <a:endParaRPr lang="en-US" altLang="ja-JP" sz="3200" b="1" dirty="0">
              <a:solidFill>
                <a:srgbClr val="A11D2B"/>
              </a:solidFill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8D3A890-C849-4777-ABA2-6969C6DAD515}"/>
              </a:ext>
            </a:extLst>
          </p:cNvPr>
          <p:cNvSpPr txBox="1">
            <a:spLocks/>
          </p:cNvSpPr>
          <p:nvPr/>
        </p:nvSpPr>
        <p:spPr>
          <a:xfrm>
            <a:off x="6978316" y="1973179"/>
            <a:ext cx="4584419" cy="3753853"/>
          </a:xfrm>
          <a:prstGeom prst="rect">
            <a:avLst/>
          </a:prstGeom>
          <a:solidFill>
            <a:srgbClr val="5E9C53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2800" b="1" dirty="0">
                <a:solidFill>
                  <a:srgbClr val="A11D2B"/>
                </a:solidFill>
              </a:rPr>
              <a:t>接続</a:t>
            </a:r>
            <a:endParaRPr lang="en-US" altLang="ja-JP" sz="28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en-US" altLang="ja-JP" sz="2400" dirty="0"/>
          </a:p>
          <a:p>
            <a:pPr marL="0" indent="0" algn="ctr">
              <a:buNone/>
            </a:pPr>
            <a:r>
              <a:rPr lang="ja-JP" altLang="en-US" sz="2800" dirty="0"/>
              <a:t>Ｎ１＋を＋Ｎ２として  </a:t>
            </a:r>
            <a:endParaRPr lang="en-US" altLang="ja-JP" sz="36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3320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FF3D-1C5F-4028-AF2A-1DAE728C2E9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ja-JP" altLang="en-US" dirty="0">
                <a:highlight>
                  <a:srgbClr val="FFFF00"/>
                </a:highlight>
              </a:rPr>
              <a:t>例文（</a:t>
            </a:r>
            <a:r>
              <a:rPr lang="en-US" altLang="ja-JP" dirty="0">
                <a:highlight>
                  <a:srgbClr val="FFFF00"/>
                </a:highlight>
              </a:rPr>
              <a:t>P57</a:t>
            </a:r>
            <a:r>
              <a:rPr lang="ja-JP" altLang="en-US" dirty="0">
                <a:highlight>
                  <a:srgbClr val="FFFF00"/>
                </a:highlight>
              </a:rPr>
              <a:t>）</a:t>
            </a:r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6" name="Content Placeholder 5" descr="Text&#10;&#10;Description automatically generated">
            <a:extLst>
              <a:ext uri="{FF2B5EF4-FFF2-40B4-BE49-F238E27FC236}">
                <a16:creationId xmlns:a16="http://schemas.microsoft.com/office/drawing/2014/main" id="{E9121F54-A31A-405D-991A-6D8AC39D228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82" y="1554872"/>
            <a:ext cx="11521407" cy="2896811"/>
          </a:xfrm>
        </p:spPr>
      </p:pic>
    </p:spTree>
    <p:extLst>
      <p:ext uri="{BB962C8B-B14F-4D97-AF65-F5344CB8AC3E}">
        <p14:creationId xmlns:p14="http://schemas.microsoft.com/office/powerpoint/2010/main" val="1747429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820582" cy="814745"/>
          </a:xfrm>
          <a:solidFill>
            <a:srgbClr val="D9910B"/>
          </a:solidFill>
        </p:spPr>
        <p:txBody>
          <a:bodyPr>
            <a:noAutofit/>
          </a:bodyPr>
          <a:lstStyle/>
          <a:p>
            <a:pPr algn="ctr"/>
            <a:r>
              <a:rPr lang="ja-JP" altLang="en-US" sz="5400" b="1" dirty="0">
                <a:solidFill>
                  <a:srgbClr val="C00000"/>
                </a:solidFill>
              </a:rPr>
              <a:t>～を～として</a:t>
            </a:r>
            <a:endParaRPr lang="en-US" sz="48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533747"/>
            <a:ext cx="10943610" cy="507999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① 引っ越 したばかりで、まだ家具を買っていないので、</a:t>
            </a:r>
            <a:r>
              <a:rPr lang="vi-VN" altLang="ja-JP" sz="2800" dirty="0"/>
              <a:t>________</a:t>
            </a:r>
            <a:r>
              <a:rPr lang="ja-JP" altLang="en-US" sz="2800" dirty="0"/>
              <a:t> をとして使って、 勉強しています。 </a:t>
            </a:r>
            <a:endParaRPr lang="vi-VN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② 要らなくなったプリントを</a:t>
            </a:r>
            <a:r>
              <a:rPr lang="vi-VN" altLang="ja-JP" sz="2800" dirty="0"/>
              <a:t>__________</a:t>
            </a:r>
            <a:r>
              <a:rPr lang="ja-JP" altLang="en-US" sz="2800" dirty="0"/>
              <a:t> として使っています。</a:t>
            </a:r>
            <a:endParaRPr lang="vi-VN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 ③ 古くなってボロボロになったＴシャツを</a:t>
            </a:r>
            <a:r>
              <a:rPr lang="vi-VN" altLang="ja-JP" sz="2800" dirty="0"/>
              <a:t>__________</a:t>
            </a:r>
            <a:r>
              <a:rPr lang="ja-JP" altLang="en-US" sz="2800" dirty="0"/>
              <a:t> として使ってから、捨てます。 </a:t>
            </a:r>
            <a:endParaRPr lang="vi-VN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④ この試 験では </a:t>
            </a:r>
            <a:r>
              <a:rPr lang="en-US" altLang="ja-JP" sz="2800" dirty="0"/>
              <a:t>70 </a:t>
            </a:r>
            <a:r>
              <a:rPr lang="ja-JP" altLang="en-US" sz="2800" dirty="0"/>
              <a:t>点以上を＿＿＿＿＿＿とする。</a:t>
            </a:r>
            <a:endParaRPr lang="en-US" altLang="ja-JP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2AEFFC-1078-456A-932A-7E3971A3B113}"/>
              </a:ext>
            </a:extLst>
          </p:cNvPr>
          <p:cNvSpPr txBox="1"/>
          <p:nvPr/>
        </p:nvSpPr>
        <p:spPr>
          <a:xfrm>
            <a:off x="3745282" y="1929725"/>
            <a:ext cx="12776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solidFill>
                  <a:srgbClr val="A11D2B"/>
                </a:solidFill>
              </a:rPr>
              <a:t>　</a:t>
            </a:r>
            <a:endParaRPr lang="en-US" sz="2400" dirty="0">
              <a:solidFill>
                <a:srgbClr val="A11D2B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AB9330-A1EF-4C44-8355-91895E3788E5}"/>
              </a:ext>
            </a:extLst>
          </p:cNvPr>
          <p:cNvSpPr txBox="1"/>
          <p:nvPr/>
        </p:nvSpPr>
        <p:spPr>
          <a:xfrm>
            <a:off x="5208726" y="5675774"/>
            <a:ext cx="3081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solidFill>
                  <a:srgbClr val="A11D2B"/>
                </a:solidFill>
                <a:highlight>
                  <a:srgbClr val="FFFF00"/>
                </a:highlight>
              </a:rPr>
              <a:t>合格・ 不 合格</a:t>
            </a:r>
            <a:endParaRPr lang="en-US" sz="2400" dirty="0">
              <a:solidFill>
                <a:srgbClr val="A11D2B"/>
              </a:solidFill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9FA671-EE8E-4BD4-B3F5-31FC44099BD2}"/>
              </a:ext>
            </a:extLst>
          </p:cNvPr>
          <p:cNvSpPr txBox="1"/>
          <p:nvPr/>
        </p:nvSpPr>
        <p:spPr>
          <a:xfrm>
            <a:off x="7970825" y="4366656"/>
            <a:ext cx="2083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solidFill>
                  <a:srgbClr val="A11D2B"/>
                </a:solidFill>
                <a:highlight>
                  <a:srgbClr val="FFFF00"/>
                </a:highlight>
              </a:rPr>
              <a:t>ぞうきん</a:t>
            </a:r>
            <a:endParaRPr lang="en-US" sz="2400" dirty="0">
              <a:solidFill>
                <a:srgbClr val="A11D2B"/>
              </a:solidFill>
              <a:highlight>
                <a:srgbClr val="FF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986CFD-DB00-48EC-8D9D-820F68382D5B}"/>
              </a:ext>
            </a:extLst>
          </p:cNvPr>
          <p:cNvSpPr txBox="1"/>
          <p:nvPr/>
        </p:nvSpPr>
        <p:spPr>
          <a:xfrm>
            <a:off x="9366487" y="1923223"/>
            <a:ext cx="2083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solidFill>
                  <a:srgbClr val="A11D2B"/>
                </a:solidFill>
                <a:highlight>
                  <a:srgbClr val="FFFF00"/>
                </a:highlight>
              </a:rPr>
              <a:t>ゆか</a:t>
            </a:r>
            <a:endParaRPr lang="en-US" sz="2400" dirty="0">
              <a:solidFill>
                <a:srgbClr val="A11D2B"/>
              </a:solidFill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033F3A-92B6-4254-8CB6-389CB4ABF728}"/>
              </a:ext>
            </a:extLst>
          </p:cNvPr>
          <p:cNvSpPr txBox="1"/>
          <p:nvPr/>
        </p:nvSpPr>
        <p:spPr>
          <a:xfrm>
            <a:off x="5468256" y="3299104"/>
            <a:ext cx="2083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solidFill>
                  <a:srgbClr val="A11D2B"/>
                </a:solidFill>
                <a:highlight>
                  <a:srgbClr val="FFFF00"/>
                </a:highlight>
              </a:rPr>
              <a:t>リサイクル紙</a:t>
            </a:r>
            <a:endParaRPr lang="en-US" sz="2400" dirty="0">
              <a:solidFill>
                <a:srgbClr val="A11D2B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81556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800" b="1" dirty="0">
                <a:solidFill>
                  <a:srgbClr val="A11D2B"/>
                </a:solidFill>
              </a:rPr>
              <a:t>書き直して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195" y="1215191"/>
            <a:ext cx="11082531" cy="5390146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１．今、</a:t>
            </a:r>
            <a:r>
              <a:rPr lang="en-US" altLang="ja-JP" sz="2800" dirty="0"/>
              <a:t>JLPT </a:t>
            </a:r>
            <a:r>
              <a:rPr lang="ja-JP" altLang="en-US" sz="2800" dirty="0"/>
              <a:t>の </a:t>
            </a:r>
            <a:r>
              <a:rPr lang="en-US" altLang="ja-JP" sz="2800" dirty="0"/>
              <a:t>N</a:t>
            </a:r>
            <a:r>
              <a:rPr lang="ja-JP" altLang="en-US" sz="2800" dirty="0"/>
              <a:t>３合 格を目 標に一生懸命日本語を勉強しています。 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⇒ 今、 ＿＿＿＿＿＿＿＿＿＿＿＿＿＿＿＿＿＿＿＿＿＿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２． 将 来、日本の会社で働くことを目 標 に、日本へ 留 学 に来ました。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 ⇒ 将 来、＿＿＿＿＿＿＿＿＿＿＿＿＿＿＿＿＿＿＿＿＿＿＿＿</a:t>
            </a:r>
            <a:endParaRPr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11558330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b="1" dirty="0">
                <a:solidFill>
                  <a:srgbClr val="FF0000"/>
                </a:solidFill>
              </a:rPr>
              <a:t>（ </a:t>
            </a:r>
            <a:r>
              <a:rPr lang="vi-VN" altLang="ja-JP" b="1" dirty="0">
                <a:solidFill>
                  <a:srgbClr val="FF0000"/>
                </a:solidFill>
              </a:rPr>
              <a:t>      </a:t>
            </a:r>
            <a:r>
              <a:rPr lang="ja-JP" altLang="en-US" b="1" dirty="0">
                <a:solidFill>
                  <a:srgbClr val="FF0000"/>
                </a:solidFill>
              </a:rPr>
              <a:t>）に入る言葉を選ら んでください。</a:t>
            </a:r>
            <a:endParaRPr lang="en-US" sz="5400" b="1" dirty="0">
              <a:solidFill>
                <a:srgbClr val="FF0000"/>
              </a:solidFill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4F3A26B-7A85-492B-AD04-079B47B78148}"/>
              </a:ext>
            </a:extLst>
          </p:cNvPr>
          <p:cNvSpPr txBox="1">
            <a:spLocks/>
          </p:cNvSpPr>
          <p:nvPr/>
        </p:nvSpPr>
        <p:spPr>
          <a:xfrm>
            <a:off x="8860699" y="2237346"/>
            <a:ext cx="2707106" cy="2847314"/>
          </a:xfrm>
          <a:prstGeom prst="rect">
            <a:avLst/>
          </a:prstGeom>
          <a:solidFill>
            <a:srgbClr val="00B050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2400" dirty="0"/>
              <a:t> A.</a:t>
            </a:r>
            <a:r>
              <a:rPr lang="ja-JP" altLang="en-US" sz="2400" dirty="0"/>
              <a:t>でも 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Ｂ</a:t>
            </a:r>
            <a:r>
              <a:rPr lang="en-US" altLang="ja-JP" sz="2400" dirty="0"/>
              <a:t>. </a:t>
            </a:r>
            <a:r>
              <a:rPr lang="ja-JP" altLang="en-US" sz="2400" dirty="0"/>
              <a:t>にかかわらず Ｃ</a:t>
            </a:r>
            <a:r>
              <a:rPr lang="en-US" altLang="ja-JP" sz="2400" dirty="0"/>
              <a:t>. </a:t>
            </a:r>
            <a:r>
              <a:rPr lang="ja-JP" altLang="en-US" sz="2400" dirty="0"/>
              <a:t>ほど 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Ｄ</a:t>
            </a:r>
            <a:r>
              <a:rPr lang="en-US" altLang="ja-JP" sz="2400" dirty="0"/>
              <a:t>.</a:t>
            </a:r>
            <a:r>
              <a:rPr lang="ja-JP" altLang="en-US" sz="2400" dirty="0"/>
              <a:t>として 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Ｅ</a:t>
            </a:r>
            <a:r>
              <a:rPr lang="en-US" altLang="ja-JP" sz="2400" dirty="0"/>
              <a:t>.</a:t>
            </a:r>
            <a:r>
              <a:rPr lang="ja-JP" altLang="en-US" sz="2400" dirty="0"/>
              <a:t>にとって</a:t>
            </a:r>
            <a:endParaRPr lang="vi-VN" altLang="ja-JP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B426C7-75C6-4590-9ADF-607F314C8D70}"/>
              </a:ext>
            </a:extLst>
          </p:cNvPr>
          <p:cNvSpPr txBox="1"/>
          <p:nvPr/>
        </p:nvSpPr>
        <p:spPr>
          <a:xfrm>
            <a:off x="2911642" y="2345913"/>
            <a:ext cx="986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a</a:t>
            </a:r>
            <a:endParaRPr lang="en-US" sz="24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6186CB1C-C5A5-4134-BCDD-534923F89FD3}"/>
              </a:ext>
            </a:extLst>
          </p:cNvPr>
          <p:cNvSpPr txBox="1">
            <a:spLocks/>
          </p:cNvSpPr>
          <p:nvPr/>
        </p:nvSpPr>
        <p:spPr>
          <a:xfrm>
            <a:off x="529389" y="1311443"/>
            <a:ext cx="8169443" cy="552231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2800" dirty="0"/>
              <a:t>① 給 料 は高ければ高い（       ）いいです。 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② 今 度の土曜日、映画に（     ）行かない？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 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③ うちにはまだつくえがありません。だからベッドをつくえ（      ）使っています。 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④ この時計は古くてもう動ごきませんが、私（      ）大切なものです。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 ⑤ パーティーに出 席 するしない（    ）、返事をください。</a:t>
            </a:r>
            <a:endParaRPr lang="vi-VN" altLang="ja-JP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293C22-0BED-4261-8186-C380E003893E}"/>
              </a:ext>
            </a:extLst>
          </p:cNvPr>
          <p:cNvSpPr txBox="1"/>
          <p:nvPr/>
        </p:nvSpPr>
        <p:spPr>
          <a:xfrm>
            <a:off x="5109410" y="2302007"/>
            <a:ext cx="986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F39DE7-C093-475D-9842-98A0BE7DE3E5}"/>
              </a:ext>
            </a:extLst>
          </p:cNvPr>
          <p:cNvSpPr txBox="1"/>
          <p:nvPr/>
        </p:nvSpPr>
        <p:spPr>
          <a:xfrm>
            <a:off x="2719137" y="3661003"/>
            <a:ext cx="979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40C4C8-E80F-4030-9D32-C060D2AF9B67}"/>
              </a:ext>
            </a:extLst>
          </p:cNvPr>
          <p:cNvSpPr txBox="1"/>
          <p:nvPr/>
        </p:nvSpPr>
        <p:spPr>
          <a:xfrm>
            <a:off x="4875519" y="1311443"/>
            <a:ext cx="986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0342CF-82C1-454F-8E36-2794D19500AE}"/>
              </a:ext>
            </a:extLst>
          </p:cNvPr>
          <p:cNvSpPr txBox="1"/>
          <p:nvPr/>
        </p:nvSpPr>
        <p:spPr>
          <a:xfrm>
            <a:off x="1001350" y="5084828"/>
            <a:ext cx="986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3DBADC-3B3D-4531-806C-E63517CBF4E7}"/>
              </a:ext>
            </a:extLst>
          </p:cNvPr>
          <p:cNvSpPr txBox="1"/>
          <p:nvPr/>
        </p:nvSpPr>
        <p:spPr>
          <a:xfrm>
            <a:off x="6259151" y="5570491"/>
            <a:ext cx="986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783505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400" b="1" dirty="0">
                <a:solidFill>
                  <a:srgbClr val="A11D2B"/>
                </a:solidFill>
              </a:rPr>
              <a:t>文を完成させて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1895" y="1179097"/>
            <a:ext cx="10845909" cy="5221704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r>
              <a:rPr lang="ja-JP" altLang="en-US" sz="2800" dirty="0"/>
              <a:t>① 駅へ行く途中 に</a:t>
            </a:r>
            <a:r>
              <a:rPr lang="ja-JP" altLang="en-US" sz="2400" dirty="0"/>
              <a:t>＿＿＿＿＿＿＿＿＿＿＿＿＿＿＿＿＿＿＿＿＿＿ 。 </a:t>
            </a: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r>
              <a:rPr lang="ja-JP" altLang="en-US" sz="2800" dirty="0"/>
              <a:t>② リンさんは授業の途中で</a:t>
            </a:r>
            <a:r>
              <a:rPr lang="ja-JP" altLang="en-US" sz="2400" dirty="0"/>
              <a:t>＿＿＿＿＿＿＿＿＿＿＿＿＿＿＿＿＿＿ 。</a:t>
            </a: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 </a:t>
            </a:r>
            <a:r>
              <a:rPr lang="ja-JP" altLang="en-US" sz="2800" dirty="0"/>
              <a:t>③ 私は＿＿＿＿＿＿＿ を目 標 として＿＿＿＿＿＿＿＿＿＿ 。</a:t>
            </a:r>
            <a:endParaRPr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19028593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579" y="1621971"/>
            <a:ext cx="10970359" cy="307142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施設のよさについて紹介するときの表現</a:t>
            </a:r>
            <a:br>
              <a:rPr lang="en-US" altLang="ja-JP" sz="4000" b="1" dirty="0">
                <a:solidFill>
                  <a:srgbClr val="A11D2B"/>
                </a:solidFill>
              </a:rPr>
            </a:br>
            <a:r>
              <a:rPr lang="ja-JP" altLang="en-US" sz="4000" b="1" dirty="0">
                <a:solidFill>
                  <a:srgbClr val="A11D2B"/>
                </a:solidFill>
              </a:rPr>
              <a:t>　</a:t>
            </a:r>
            <a:r>
              <a:rPr lang="ja-JP" altLang="en-US" sz="2800" b="1" dirty="0">
                <a:solidFill>
                  <a:srgbClr val="A11D2B"/>
                </a:solidFill>
              </a:rPr>
              <a:t>（ワークブック</a:t>
            </a:r>
            <a:r>
              <a:rPr lang="en-US" altLang="ja-JP" sz="2800" b="1" dirty="0">
                <a:solidFill>
                  <a:srgbClr val="A11D2B"/>
                </a:solidFill>
              </a:rPr>
              <a:t>―</a:t>
            </a:r>
            <a:r>
              <a:rPr lang="vi-VN" altLang="ja-JP" sz="2800" b="1" dirty="0">
                <a:solidFill>
                  <a:srgbClr val="A11D2B"/>
                </a:solidFill>
              </a:rPr>
              <a:t>30</a:t>
            </a:r>
            <a:r>
              <a:rPr lang="ja-JP" altLang="en-US" sz="2800" b="1" dirty="0">
                <a:solidFill>
                  <a:srgbClr val="A11D2B"/>
                </a:solidFill>
              </a:rPr>
              <a:t>ページ）　</a:t>
            </a:r>
            <a:endParaRPr lang="en-US" sz="40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0327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4341</TotalTime>
  <Words>1471</Words>
  <Application>Microsoft Office PowerPoint</Application>
  <PresentationFormat>Widescreen</PresentationFormat>
  <Paragraphs>160</Paragraphs>
  <Slides>18</Slides>
  <Notes>15</Notes>
  <HiddenSlides>0</HiddenSlides>
  <MMClips>3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第4課</vt:lpstr>
      <vt:lpstr>PowerPoint Presentation</vt:lpstr>
      <vt:lpstr> 伝えてみよう(53)</vt:lpstr>
      <vt:lpstr> 伝えてみよう(53)</vt:lpstr>
      <vt:lpstr> 伝えてみよう(53)</vt:lpstr>
      <vt:lpstr> 伝えてみよう(53)</vt:lpstr>
      <vt:lpstr> 伝えてみよう(53)</vt:lpstr>
      <vt:lpstr>使ってみよう4              文法1&amp;2（57ページ）</vt:lpstr>
      <vt:lpstr>～ 途中（で）・～途中（に）</vt:lpstr>
      <vt:lpstr>～ 途中（で）・～途中（に）</vt:lpstr>
      <vt:lpstr>例文（P57）</vt:lpstr>
      <vt:lpstr>～を～として</vt:lpstr>
      <vt:lpstr>例文（P57）</vt:lpstr>
      <vt:lpstr>～を～として</vt:lpstr>
      <vt:lpstr>書き直して</vt:lpstr>
      <vt:lpstr>（       ）に入る言葉を選ら んでください。</vt:lpstr>
      <vt:lpstr>文を完成させて</vt:lpstr>
      <vt:lpstr>施設のよさについて紹介するときの表現 　（ワークブック―30ページ）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Oanh Le</dc:creator>
  <cp:lastModifiedBy>Le Thi Kim Oanh (FE FPTU CT)</cp:lastModifiedBy>
  <cp:revision>3</cp:revision>
  <dcterms:created xsi:type="dcterms:W3CDTF">2021-07-16T02:45:36Z</dcterms:created>
  <dcterms:modified xsi:type="dcterms:W3CDTF">2021-09-13T13:23:22Z</dcterms:modified>
</cp:coreProperties>
</file>