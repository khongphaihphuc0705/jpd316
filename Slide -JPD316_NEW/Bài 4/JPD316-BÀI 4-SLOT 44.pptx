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60" r:id="rId3"/>
    <p:sldId id="335" r:id="rId4"/>
    <p:sldId id="529" r:id="rId5"/>
    <p:sldId id="461" r:id="rId6"/>
    <p:sldId id="363" r:id="rId7"/>
    <p:sldId id="530" r:id="rId8"/>
    <p:sldId id="531" r:id="rId9"/>
    <p:sldId id="359" r:id="rId10"/>
    <p:sldId id="523" r:id="rId11"/>
    <p:sldId id="524" r:id="rId12"/>
    <p:sldId id="525" r:id="rId13"/>
    <p:sldId id="532" r:id="rId14"/>
    <p:sldId id="527" r:id="rId15"/>
    <p:sldId id="52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C53"/>
    <a:srgbClr val="D9910B"/>
    <a:srgbClr val="A11D2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060373-A844-4B73-ABF1-9A61E115087E}" v="369" dt="2021-09-15T13:30:52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8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48060373-A844-4B73-ABF1-9A61E115087E}"/>
    <pc:docChg chg="undo custSel addSld delSld modSld sldOrd">
      <pc:chgData name="Le Thi Kim Oanh (FE FPTU CT)" userId="33772939-cd87-45c1-be61-e0648bc25a53" providerId="ADAL" clId="{48060373-A844-4B73-ABF1-9A61E115087E}" dt="2021-09-15T13:30:52.312" v="869"/>
      <pc:docMkLst>
        <pc:docMk/>
      </pc:docMkLst>
      <pc:sldChg chg="modSp add mod">
        <pc:chgData name="Le Thi Kim Oanh (FE FPTU CT)" userId="33772939-cd87-45c1-be61-e0648bc25a53" providerId="ADAL" clId="{48060373-A844-4B73-ABF1-9A61E115087E}" dt="2021-09-12T07:49:08.884" v="62" actId="20577"/>
        <pc:sldMkLst>
          <pc:docMk/>
          <pc:sldMk cId="2002009058" sldId="335"/>
        </pc:sldMkLst>
        <pc:spChg chg="mod">
          <ac:chgData name="Le Thi Kim Oanh (FE FPTU CT)" userId="33772939-cd87-45c1-be61-e0648bc25a53" providerId="ADAL" clId="{48060373-A844-4B73-ABF1-9A61E115087E}" dt="2021-09-12T07:49:08.884" v="62" actId="20577"/>
          <ac:spMkLst>
            <pc:docMk/>
            <pc:sldMk cId="2002009058" sldId="335"/>
            <ac:spMk id="8" creationId="{886FE98E-F50F-4D70-9056-58B30A09147C}"/>
          </ac:spMkLst>
        </pc:spChg>
        <pc:spChg chg="mod">
          <ac:chgData name="Le Thi Kim Oanh (FE FPTU CT)" userId="33772939-cd87-45c1-be61-e0648bc25a53" providerId="ADAL" clId="{48060373-A844-4B73-ABF1-9A61E115087E}" dt="2021-09-12T07:48:36.019" v="3" actId="14100"/>
          <ac:spMkLst>
            <pc:docMk/>
            <pc:sldMk cId="2002009058" sldId="335"/>
            <ac:spMk id="9" creationId="{1D250FC1-744B-4E14-B388-E489C89F2C7C}"/>
          </ac:spMkLst>
        </pc:spChg>
      </pc:sldChg>
      <pc:sldChg chg="delSp modSp add mod delAnim">
        <pc:chgData name="Le Thi Kim Oanh (FE FPTU CT)" userId="33772939-cd87-45c1-be61-e0648bc25a53" providerId="ADAL" clId="{48060373-A844-4B73-ABF1-9A61E115087E}" dt="2021-09-15T13:30:52.312" v="869"/>
        <pc:sldMkLst>
          <pc:docMk/>
          <pc:sldMk cId="2251449390" sldId="359"/>
        </pc:sldMkLst>
        <pc:spChg chg="mod">
          <ac:chgData name="Le Thi Kim Oanh (FE FPTU CT)" userId="33772939-cd87-45c1-be61-e0648bc25a53" providerId="ADAL" clId="{48060373-A844-4B73-ABF1-9A61E115087E}" dt="2021-09-12T13:34:00.833" v="601" actId="20577"/>
          <ac:spMkLst>
            <pc:docMk/>
            <pc:sldMk cId="2251449390" sldId="359"/>
            <ac:spMk id="3" creationId="{D63A84A6-4BEB-42CF-B9ED-DCC404042875}"/>
          </ac:spMkLst>
        </pc:spChg>
        <pc:spChg chg="mod">
          <ac:chgData name="Le Thi Kim Oanh (FE FPTU CT)" userId="33772939-cd87-45c1-be61-e0648bc25a53" providerId="ADAL" clId="{48060373-A844-4B73-ABF1-9A61E115087E}" dt="2021-09-15T13:30:52.312" v="869"/>
          <ac:spMkLst>
            <pc:docMk/>
            <pc:sldMk cId="2251449390" sldId="359"/>
            <ac:spMk id="8" creationId="{886FE98E-F50F-4D70-9056-58B30A09147C}"/>
          </ac:spMkLst>
        </pc:spChg>
        <pc:spChg chg="del">
          <ac:chgData name="Le Thi Kim Oanh (FE FPTU CT)" userId="33772939-cd87-45c1-be61-e0648bc25a53" providerId="ADAL" clId="{48060373-A844-4B73-ABF1-9A61E115087E}" dt="2021-09-12T13:33:27.294" v="555" actId="478"/>
          <ac:spMkLst>
            <pc:docMk/>
            <pc:sldMk cId="2251449390" sldId="359"/>
            <ac:spMk id="9" creationId="{1D250FC1-744B-4E14-B388-E489C89F2C7C}"/>
          </ac:spMkLst>
        </pc:spChg>
      </pc:sldChg>
      <pc:sldChg chg="modSp add mod">
        <pc:chgData name="Le Thi Kim Oanh (FE FPTU CT)" userId="33772939-cd87-45c1-be61-e0648bc25a53" providerId="ADAL" clId="{48060373-A844-4B73-ABF1-9A61E115087E}" dt="2021-09-12T08:30:07.741" v="505" actId="20577"/>
        <pc:sldMkLst>
          <pc:docMk/>
          <pc:sldMk cId="1255160623" sldId="363"/>
        </pc:sldMkLst>
        <pc:graphicFrameChg chg="mod modGraphic">
          <ac:chgData name="Le Thi Kim Oanh (FE FPTU CT)" userId="33772939-cd87-45c1-be61-e0648bc25a53" providerId="ADAL" clId="{48060373-A844-4B73-ABF1-9A61E115087E}" dt="2021-09-12T08:30:07.741" v="505" actId="20577"/>
          <ac:graphicFrameMkLst>
            <pc:docMk/>
            <pc:sldMk cId="1255160623" sldId="363"/>
            <ac:graphicFrameMk id="3" creationId="{75932E45-BF81-43F0-8C80-F62E61CAFCB4}"/>
          </ac:graphicFrameMkLst>
        </pc:graphicFrameChg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2705303052" sldId="370"/>
        </pc:sldMkLst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2104607827" sldId="371"/>
        </pc:sldMkLst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608496223" sldId="428"/>
        </pc:sldMkLst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88392919" sldId="429"/>
        </pc:sldMkLst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886559900" sldId="430"/>
        </pc:sldMkLst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617866419" sldId="458"/>
        </pc:sldMkLst>
      </pc:sldChg>
      <pc:sldChg chg="modSp mod">
        <pc:chgData name="Le Thi Kim Oanh (FE FPTU CT)" userId="33772939-cd87-45c1-be61-e0648bc25a53" providerId="ADAL" clId="{48060373-A844-4B73-ABF1-9A61E115087E}" dt="2021-09-14T12:59:02.950" v="843"/>
        <pc:sldMkLst>
          <pc:docMk/>
          <pc:sldMk cId="888382770" sldId="460"/>
        </pc:sldMkLst>
        <pc:spChg chg="mod">
          <ac:chgData name="Le Thi Kim Oanh (FE FPTU CT)" userId="33772939-cd87-45c1-be61-e0648bc25a53" providerId="ADAL" clId="{48060373-A844-4B73-ABF1-9A61E115087E}" dt="2021-09-14T12:59:02.950" v="843"/>
          <ac:spMkLst>
            <pc:docMk/>
            <pc:sldMk cId="888382770" sldId="460"/>
            <ac:spMk id="2" creationId="{5EF6DCCE-80F6-4D0D-97C7-067D35D1D426}"/>
          </ac:spMkLst>
        </pc:spChg>
      </pc:sldChg>
      <pc:sldChg chg="modSp add mod ord">
        <pc:chgData name="Le Thi Kim Oanh (FE FPTU CT)" userId="33772939-cd87-45c1-be61-e0648bc25a53" providerId="ADAL" clId="{48060373-A844-4B73-ABF1-9A61E115087E}" dt="2021-09-12T07:52:24.858" v="297"/>
        <pc:sldMkLst>
          <pc:docMk/>
          <pc:sldMk cId="2161086321" sldId="461"/>
        </pc:sldMkLst>
        <pc:graphicFrameChg chg="mod modGraphic">
          <ac:chgData name="Le Thi Kim Oanh (FE FPTU CT)" userId="33772939-cd87-45c1-be61-e0648bc25a53" providerId="ADAL" clId="{48060373-A844-4B73-ABF1-9A61E115087E}" dt="2021-09-12T07:52:23.803" v="295"/>
          <ac:graphicFrameMkLst>
            <pc:docMk/>
            <pc:sldMk cId="2161086321" sldId="461"/>
            <ac:graphicFrameMk id="3" creationId="{75932E45-BF81-43F0-8C80-F62E61CAFCB4}"/>
          </ac:graphicFrameMkLst>
        </pc:graphicFrameChg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639745509" sldId="468"/>
        </pc:sldMkLst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1651932579" sldId="469"/>
        </pc:sldMkLst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1761823914" sldId="470"/>
        </pc:sldMkLst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1153816822" sldId="520"/>
        </pc:sldMkLst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3126960576" sldId="521"/>
        </pc:sldMkLst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107841704" sldId="522"/>
        </pc:sldMkLst>
      </pc:sldChg>
      <pc:sldChg chg="add del">
        <pc:chgData name="Le Thi Kim Oanh (FE FPTU CT)" userId="33772939-cd87-45c1-be61-e0648bc25a53" providerId="ADAL" clId="{48060373-A844-4B73-ABF1-9A61E115087E}" dt="2021-09-12T13:35:14.975" v="671" actId="47"/>
        <pc:sldMkLst>
          <pc:docMk/>
          <pc:sldMk cId="1856998546" sldId="522"/>
        </pc:sldMkLst>
      </pc:sldChg>
      <pc:sldChg chg="del">
        <pc:chgData name="Le Thi Kim Oanh (FE FPTU CT)" userId="33772939-cd87-45c1-be61-e0648bc25a53" providerId="ADAL" clId="{48060373-A844-4B73-ABF1-9A61E115087E}" dt="2021-09-12T07:43:55.691" v="0" actId="47"/>
        <pc:sldMkLst>
          <pc:docMk/>
          <pc:sldMk cId="558048023" sldId="523"/>
        </pc:sldMkLst>
      </pc:sldChg>
      <pc:sldChg chg="modSp add">
        <pc:chgData name="Le Thi Kim Oanh (FE FPTU CT)" userId="33772939-cd87-45c1-be61-e0648bc25a53" providerId="ADAL" clId="{48060373-A844-4B73-ABF1-9A61E115087E}" dt="2021-09-12T13:36:11.213" v="783" actId="20577"/>
        <pc:sldMkLst>
          <pc:docMk/>
          <pc:sldMk cId="2762624565" sldId="523"/>
        </pc:sldMkLst>
        <pc:spChg chg="mod">
          <ac:chgData name="Le Thi Kim Oanh (FE FPTU CT)" userId="33772939-cd87-45c1-be61-e0648bc25a53" providerId="ADAL" clId="{48060373-A844-4B73-ABF1-9A61E115087E}" dt="2021-09-12T13:36:11.213" v="783" actId="20577"/>
          <ac:spMkLst>
            <pc:docMk/>
            <pc:sldMk cId="2762624565" sldId="523"/>
            <ac:spMk id="3" creationId="{D63A84A6-4BEB-42CF-B9ED-DCC404042875}"/>
          </ac:spMkLst>
        </pc:spChg>
      </pc:sldChg>
      <pc:sldChg chg="add">
        <pc:chgData name="Le Thi Kim Oanh (FE FPTU CT)" userId="33772939-cd87-45c1-be61-e0648bc25a53" providerId="ADAL" clId="{48060373-A844-4B73-ABF1-9A61E115087E}" dt="2021-09-12T13:26:42.816" v="506"/>
        <pc:sldMkLst>
          <pc:docMk/>
          <pc:sldMk cId="2260760781" sldId="524"/>
        </pc:sldMkLst>
      </pc:sldChg>
      <pc:sldChg chg="addSp delSp modSp add mod">
        <pc:chgData name="Le Thi Kim Oanh (FE FPTU CT)" userId="33772939-cd87-45c1-be61-e0648bc25a53" providerId="ADAL" clId="{48060373-A844-4B73-ABF1-9A61E115087E}" dt="2021-09-12T13:38:11.092" v="792" actId="1076"/>
        <pc:sldMkLst>
          <pc:docMk/>
          <pc:sldMk cId="3284802974" sldId="525"/>
        </pc:sldMkLst>
        <pc:spChg chg="add del mod">
          <ac:chgData name="Le Thi Kim Oanh (FE FPTU CT)" userId="33772939-cd87-45c1-be61-e0648bc25a53" providerId="ADAL" clId="{48060373-A844-4B73-ABF1-9A61E115087E}" dt="2021-09-12T13:38:00.193" v="785" actId="931"/>
          <ac:spMkLst>
            <pc:docMk/>
            <pc:sldMk cId="3284802974" sldId="525"/>
            <ac:spMk id="3" creationId="{0E1E17C4-01EB-4912-8465-EE2F468CEA2C}"/>
          </ac:spMkLst>
        </pc:spChg>
        <pc:picChg chg="add mod">
          <ac:chgData name="Le Thi Kim Oanh (FE FPTU CT)" userId="33772939-cd87-45c1-be61-e0648bc25a53" providerId="ADAL" clId="{48060373-A844-4B73-ABF1-9A61E115087E}" dt="2021-09-12T13:38:11.092" v="792" actId="1076"/>
          <ac:picMkLst>
            <pc:docMk/>
            <pc:sldMk cId="3284802974" sldId="525"/>
            <ac:picMk id="5" creationId="{CFEC27D3-9562-4487-8C8B-849E82B5917D}"/>
          </ac:picMkLst>
        </pc:picChg>
        <pc:picChg chg="del">
          <ac:chgData name="Le Thi Kim Oanh (FE FPTU CT)" userId="33772939-cd87-45c1-be61-e0648bc25a53" providerId="ADAL" clId="{48060373-A844-4B73-ABF1-9A61E115087E}" dt="2021-09-12T13:37:48.010" v="784" actId="478"/>
          <ac:picMkLst>
            <pc:docMk/>
            <pc:sldMk cId="3284802974" sldId="525"/>
            <ac:picMk id="7" creationId="{054C7528-EB68-4451-8F2B-80A83B47A3FD}"/>
          </ac:picMkLst>
        </pc:picChg>
      </pc:sldChg>
      <pc:sldChg chg="addSp delSp modSp add del mod">
        <pc:chgData name="Le Thi Kim Oanh (FE FPTU CT)" userId="33772939-cd87-45c1-be61-e0648bc25a53" providerId="ADAL" clId="{48060373-A844-4B73-ABF1-9A61E115087E}" dt="2021-09-12T13:39:16.169" v="821" actId="14100"/>
        <pc:sldMkLst>
          <pc:docMk/>
          <pc:sldMk cId="871476159" sldId="527"/>
        </pc:sldMkLst>
        <pc:spChg chg="add del mod">
          <ac:chgData name="Le Thi Kim Oanh (FE FPTU CT)" userId="33772939-cd87-45c1-be61-e0648bc25a53" providerId="ADAL" clId="{48060373-A844-4B73-ABF1-9A61E115087E}" dt="2021-09-12T13:39:00.726" v="813" actId="931"/>
          <ac:spMkLst>
            <pc:docMk/>
            <pc:sldMk cId="871476159" sldId="527"/>
            <ac:spMk id="4" creationId="{293F2B5F-1571-493F-8F1E-ACD3841F4870}"/>
          </ac:spMkLst>
        </pc:spChg>
        <pc:picChg chg="add mod">
          <ac:chgData name="Le Thi Kim Oanh (FE FPTU CT)" userId="33772939-cd87-45c1-be61-e0648bc25a53" providerId="ADAL" clId="{48060373-A844-4B73-ABF1-9A61E115087E}" dt="2021-09-12T13:39:16.169" v="821" actId="14100"/>
          <ac:picMkLst>
            <pc:docMk/>
            <pc:sldMk cId="871476159" sldId="527"/>
            <ac:picMk id="6" creationId="{834AD2E7-876F-418C-A73B-9A3EAA17FF97}"/>
          </ac:picMkLst>
        </pc:picChg>
        <pc:picChg chg="del">
          <ac:chgData name="Le Thi Kim Oanh (FE FPTU CT)" userId="33772939-cd87-45c1-be61-e0648bc25a53" providerId="ADAL" clId="{48060373-A844-4B73-ABF1-9A61E115087E}" dt="2021-09-12T13:38:54.342" v="812" actId="478"/>
          <ac:picMkLst>
            <pc:docMk/>
            <pc:sldMk cId="871476159" sldId="527"/>
            <ac:picMk id="7" creationId="{003BFAE2-10E9-46FE-957C-47CF5F6E73BF}"/>
          </ac:picMkLst>
        </pc:picChg>
      </pc:sldChg>
      <pc:sldChg chg="add">
        <pc:chgData name="Le Thi Kim Oanh (FE FPTU CT)" userId="33772939-cd87-45c1-be61-e0648bc25a53" providerId="ADAL" clId="{48060373-A844-4B73-ABF1-9A61E115087E}" dt="2021-09-12T13:26:42.816" v="506"/>
        <pc:sldMkLst>
          <pc:docMk/>
          <pc:sldMk cId="3483899470" sldId="528"/>
        </pc:sldMkLst>
      </pc:sldChg>
      <pc:sldChg chg="addSp delSp modSp new mod ord">
        <pc:chgData name="Le Thi Kim Oanh (FE FPTU CT)" userId="33772939-cd87-45c1-be61-e0648bc25a53" providerId="ADAL" clId="{48060373-A844-4B73-ABF1-9A61E115087E}" dt="2021-09-12T13:30:17.237" v="524" actId="14100"/>
        <pc:sldMkLst>
          <pc:docMk/>
          <pc:sldMk cId="1461664309" sldId="529"/>
        </pc:sldMkLst>
        <pc:spChg chg="del">
          <ac:chgData name="Le Thi Kim Oanh (FE FPTU CT)" userId="33772939-cd87-45c1-be61-e0648bc25a53" providerId="ADAL" clId="{48060373-A844-4B73-ABF1-9A61E115087E}" dt="2021-09-12T13:29:40.179" v="510" actId="478"/>
          <ac:spMkLst>
            <pc:docMk/>
            <pc:sldMk cId="1461664309" sldId="529"/>
            <ac:spMk id="2" creationId="{681C3AB6-206F-422F-A005-D047245D434A}"/>
          </ac:spMkLst>
        </pc:spChg>
        <pc:spChg chg="del">
          <ac:chgData name="Le Thi Kim Oanh (FE FPTU CT)" userId="33772939-cd87-45c1-be61-e0648bc25a53" providerId="ADAL" clId="{48060373-A844-4B73-ABF1-9A61E115087E}" dt="2021-09-12T13:29:37.379" v="509" actId="931"/>
          <ac:spMkLst>
            <pc:docMk/>
            <pc:sldMk cId="1461664309" sldId="529"/>
            <ac:spMk id="3" creationId="{53A11AF7-AB70-4E84-94A1-8431C0DDD22D}"/>
          </ac:spMkLst>
        </pc:spChg>
        <pc:spChg chg="add del mod">
          <ac:chgData name="Le Thi Kim Oanh (FE FPTU CT)" userId="33772939-cd87-45c1-be61-e0648bc25a53" providerId="ADAL" clId="{48060373-A844-4B73-ABF1-9A61E115087E}" dt="2021-09-12T13:30:03.281" v="516" actId="931"/>
          <ac:spMkLst>
            <pc:docMk/>
            <pc:sldMk cId="1461664309" sldId="529"/>
            <ac:spMk id="7" creationId="{F8C48B5E-38AF-47DF-BF00-4B268ED8B7E0}"/>
          </ac:spMkLst>
        </pc:spChg>
        <pc:picChg chg="add del mod">
          <ac:chgData name="Le Thi Kim Oanh (FE FPTU CT)" userId="33772939-cd87-45c1-be61-e0648bc25a53" providerId="ADAL" clId="{48060373-A844-4B73-ABF1-9A61E115087E}" dt="2021-09-12T13:29:54.473" v="515" actId="478"/>
          <ac:picMkLst>
            <pc:docMk/>
            <pc:sldMk cId="1461664309" sldId="529"/>
            <ac:picMk id="5" creationId="{7F4C5F13-6AA5-4433-B8F3-4366949EC5F3}"/>
          </ac:picMkLst>
        </pc:picChg>
        <pc:picChg chg="add mod">
          <ac:chgData name="Le Thi Kim Oanh (FE FPTU CT)" userId="33772939-cd87-45c1-be61-e0648bc25a53" providerId="ADAL" clId="{48060373-A844-4B73-ABF1-9A61E115087E}" dt="2021-09-12T13:30:17.237" v="524" actId="14100"/>
          <ac:picMkLst>
            <pc:docMk/>
            <pc:sldMk cId="1461664309" sldId="529"/>
            <ac:picMk id="9" creationId="{7877BB52-18ED-4524-B9D6-AEEB96AAF109}"/>
          </ac:picMkLst>
        </pc:picChg>
      </pc:sldChg>
      <pc:sldChg chg="addSp delSp modSp new mod setBg">
        <pc:chgData name="Le Thi Kim Oanh (FE FPTU CT)" userId="33772939-cd87-45c1-be61-e0648bc25a53" providerId="ADAL" clId="{48060373-A844-4B73-ABF1-9A61E115087E}" dt="2021-09-13T13:30:09.322" v="832" actId="26606"/>
        <pc:sldMkLst>
          <pc:docMk/>
          <pc:sldMk cId="6520133" sldId="530"/>
        </pc:sldMkLst>
        <pc:spChg chg="del mod">
          <ac:chgData name="Le Thi Kim Oanh (FE FPTU CT)" userId="33772939-cd87-45c1-be61-e0648bc25a53" providerId="ADAL" clId="{48060373-A844-4B73-ABF1-9A61E115087E}" dt="2021-09-12T13:30:31.975" v="528" actId="478"/>
          <ac:spMkLst>
            <pc:docMk/>
            <pc:sldMk cId="6520133" sldId="530"/>
            <ac:spMk id="2" creationId="{E5017A98-FDD2-43B0-A10E-50DF28D86890}"/>
          </ac:spMkLst>
        </pc:spChg>
        <pc:spChg chg="del">
          <ac:chgData name="Le Thi Kim Oanh (FE FPTU CT)" userId="33772939-cd87-45c1-be61-e0648bc25a53" providerId="ADAL" clId="{48060373-A844-4B73-ABF1-9A61E115087E}" dt="2021-09-12T13:30:28.391" v="525" actId="931"/>
          <ac:spMkLst>
            <pc:docMk/>
            <pc:sldMk cId="6520133" sldId="530"/>
            <ac:spMk id="3" creationId="{3C0AA43B-79FB-4DB1-9860-C866B08FDA8C}"/>
          </ac:spMkLst>
        </pc:spChg>
        <pc:spChg chg="add del mod">
          <ac:chgData name="Le Thi Kim Oanh (FE FPTU CT)" userId="33772939-cd87-45c1-be61-e0648bc25a53" providerId="ADAL" clId="{48060373-A844-4B73-ABF1-9A61E115087E}" dt="2021-09-13T13:29:59.715" v="823" actId="931"/>
          <ac:spMkLst>
            <pc:docMk/>
            <pc:sldMk cId="6520133" sldId="530"/>
            <ac:spMk id="3" creationId="{6B49C9C9-1BD3-40CA-B29C-FE0BAA16FE56}"/>
          </ac:spMkLst>
        </pc:spChg>
        <pc:spChg chg="add">
          <ac:chgData name="Le Thi Kim Oanh (FE FPTU CT)" userId="33772939-cd87-45c1-be61-e0648bc25a53" providerId="ADAL" clId="{48060373-A844-4B73-ABF1-9A61E115087E}" dt="2021-09-13T13:30:09.322" v="832" actId="26606"/>
          <ac:spMkLst>
            <pc:docMk/>
            <pc:sldMk cId="6520133" sldId="530"/>
            <ac:spMk id="8" creationId="{F3060C83-F051-4F0E-ABAD-AA0DFC48B218}"/>
          </ac:spMkLst>
        </pc:spChg>
        <pc:spChg chg="add del">
          <ac:chgData name="Le Thi Kim Oanh (FE FPTU CT)" userId="33772939-cd87-45c1-be61-e0648bc25a53" providerId="ADAL" clId="{48060373-A844-4B73-ABF1-9A61E115087E}" dt="2021-09-13T13:30:07.390" v="829" actId="26606"/>
          <ac:spMkLst>
            <pc:docMk/>
            <pc:sldMk cId="6520133" sldId="530"/>
            <ac:spMk id="11" creationId="{42A4FC2C-047E-45A5-965D-8E1E3BF09BC6}"/>
          </ac:spMkLst>
        </pc:spChg>
        <pc:spChg chg="add">
          <ac:chgData name="Le Thi Kim Oanh (FE FPTU CT)" userId="33772939-cd87-45c1-be61-e0648bc25a53" providerId="ADAL" clId="{48060373-A844-4B73-ABF1-9A61E115087E}" dt="2021-09-13T13:30:09.322" v="832" actId="26606"/>
          <ac:spMkLst>
            <pc:docMk/>
            <pc:sldMk cId="6520133" sldId="530"/>
            <ac:spMk id="13" creationId="{83C98ABE-055B-441F-B07E-44F97F083C39}"/>
          </ac:spMkLst>
        </pc:spChg>
        <pc:spChg chg="add">
          <ac:chgData name="Le Thi Kim Oanh (FE FPTU CT)" userId="33772939-cd87-45c1-be61-e0648bc25a53" providerId="ADAL" clId="{48060373-A844-4B73-ABF1-9A61E115087E}" dt="2021-09-13T13:30:09.322" v="832" actId="26606"/>
          <ac:spMkLst>
            <pc:docMk/>
            <pc:sldMk cId="6520133" sldId="530"/>
            <ac:spMk id="15" creationId="{29FDB030-9B49-4CED-8CCD-4D99382388AC}"/>
          </ac:spMkLst>
        </pc:spChg>
        <pc:spChg chg="add">
          <ac:chgData name="Le Thi Kim Oanh (FE FPTU CT)" userId="33772939-cd87-45c1-be61-e0648bc25a53" providerId="ADAL" clId="{48060373-A844-4B73-ABF1-9A61E115087E}" dt="2021-09-13T13:30:09.322" v="832" actId="26606"/>
          <ac:spMkLst>
            <pc:docMk/>
            <pc:sldMk cId="6520133" sldId="530"/>
            <ac:spMk id="17" creationId="{3783CA14-24A1-485C-8B30-D6A5D87987AD}"/>
          </ac:spMkLst>
        </pc:spChg>
        <pc:spChg chg="add">
          <ac:chgData name="Le Thi Kim Oanh (FE FPTU CT)" userId="33772939-cd87-45c1-be61-e0648bc25a53" providerId="ADAL" clId="{48060373-A844-4B73-ABF1-9A61E115087E}" dt="2021-09-13T13:30:09.322" v="832" actId="26606"/>
          <ac:spMkLst>
            <pc:docMk/>
            <pc:sldMk cId="6520133" sldId="530"/>
            <ac:spMk id="19" creationId="{9A97C86A-04D6-40F7-AE84-31AB43E6A846}"/>
          </ac:spMkLst>
        </pc:spChg>
        <pc:spChg chg="add">
          <ac:chgData name="Le Thi Kim Oanh (FE FPTU CT)" userId="33772939-cd87-45c1-be61-e0648bc25a53" providerId="ADAL" clId="{48060373-A844-4B73-ABF1-9A61E115087E}" dt="2021-09-13T13:30:09.322" v="832" actId="26606"/>
          <ac:spMkLst>
            <pc:docMk/>
            <pc:sldMk cId="6520133" sldId="530"/>
            <ac:spMk id="21" creationId="{FF9F2414-84E8-453E-B1F3-389FDE8192D9}"/>
          </ac:spMkLst>
        </pc:spChg>
        <pc:spChg chg="add">
          <ac:chgData name="Le Thi Kim Oanh (FE FPTU CT)" userId="33772939-cd87-45c1-be61-e0648bc25a53" providerId="ADAL" clId="{48060373-A844-4B73-ABF1-9A61E115087E}" dt="2021-09-13T13:30:09.322" v="832" actId="26606"/>
          <ac:spMkLst>
            <pc:docMk/>
            <pc:sldMk cId="6520133" sldId="530"/>
            <ac:spMk id="23" creationId="{3ECA69A1-7536-43AC-85EF-C7106179F5ED}"/>
          </ac:spMkLst>
        </pc:spChg>
        <pc:picChg chg="add del mod">
          <ac:chgData name="Le Thi Kim Oanh (FE FPTU CT)" userId="33772939-cd87-45c1-be61-e0648bc25a53" providerId="ADAL" clId="{48060373-A844-4B73-ABF1-9A61E115087E}" dt="2021-09-13T13:29:50.181" v="822" actId="478"/>
          <ac:picMkLst>
            <pc:docMk/>
            <pc:sldMk cId="6520133" sldId="530"/>
            <ac:picMk id="5" creationId="{9F9858A3-DD13-4CA3-956E-87E183A82D56}"/>
          </ac:picMkLst>
        </pc:picChg>
        <pc:picChg chg="add mod">
          <ac:chgData name="Le Thi Kim Oanh (FE FPTU CT)" userId="33772939-cd87-45c1-be61-e0648bc25a53" providerId="ADAL" clId="{48060373-A844-4B73-ABF1-9A61E115087E}" dt="2021-09-13T13:30:09.322" v="832" actId="26606"/>
          <ac:picMkLst>
            <pc:docMk/>
            <pc:sldMk cId="6520133" sldId="530"/>
            <ac:picMk id="6" creationId="{8B8271A1-7EAB-4F97-9FDB-9A59628D98B8}"/>
          </ac:picMkLst>
        </pc:picChg>
      </pc:sldChg>
      <pc:sldChg chg="addSp delSp modSp new mod setBg">
        <pc:chgData name="Le Thi Kim Oanh (FE FPTU CT)" userId="33772939-cd87-45c1-be61-e0648bc25a53" providerId="ADAL" clId="{48060373-A844-4B73-ABF1-9A61E115087E}" dt="2021-09-13T13:30:25.860" v="837" actId="26606"/>
        <pc:sldMkLst>
          <pc:docMk/>
          <pc:sldMk cId="555989116" sldId="531"/>
        </pc:sldMkLst>
        <pc:spChg chg="del mod">
          <ac:chgData name="Le Thi Kim Oanh (FE FPTU CT)" userId="33772939-cd87-45c1-be61-e0648bc25a53" providerId="ADAL" clId="{48060373-A844-4B73-ABF1-9A61E115087E}" dt="2021-09-12T13:31:05.188" v="538" actId="478"/>
          <ac:spMkLst>
            <pc:docMk/>
            <pc:sldMk cId="555989116" sldId="531"/>
            <ac:spMk id="2" creationId="{AD122806-DD19-4549-87F4-49F09ABC336F}"/>
          </ac:spMkLst>
        </pc:spChg>
        <pc:spChg chg="del">
          <ac:chgData name="Le Thi Kim Oanh (FE FPTU CT)" userId="33772939-cd87-45c1-be61-e0648bc25a53" providerId="ADAL" clId="{48060373-A844-4B73-ABF1-9A61E115087E}" dt="2021-09-12T13:30:57.639" v="535" actId="931"/>
          <ac:spMkLst>
            <pc:docMk/>
            <pc:sldMk cId="555989116" sldId="531"/>
            <ac:spMk id="3" creationId="{BE5C636A-001B-453B-8479-A4C722A22798}"/>
          </ac:spMkLst>
        </pc:spChg>
        <pc:spChg chg="add del mod">
          <ac:chgData name="Le Thi Kim Oanh (FE FPTU CT)" userId="33772939-cd87-45c1-be61-e0648bc25a53" providerId="ADAL" clId="{48060373-A844-4B73-ABF1-9A61E115087E}" dt="2021-09-13T13:30:23.031" v="834" actId="931"/>
          <ac:spMkLst>
            <pc:docMk/>
            <pc:sldMk cId="555989116" sldId="531"/>
            <ac:spMk id="3" creationId="{C6658F70-E6DE-4390-931A-81B091808A3E}"/>
          </ac:spMkLst>
        </pc:spChg>
        <pc:spChg chg="add">
          <ac:chgData name="Le Thi Kim Oanh (FE FPTU CT)" userId="33772939-cd87-45c1-be61-e0648bc25a53" providerId="ADAL" clId="{48060373-A844-4B73-ABF1-9A61E115087E}" dt="2021-09-13T13:30:25.860" v="837" actId="26606"/>
          <ac:spMkLst>
            <pc:docMk/>
            <pc:sldMk cId="555989116" sldId="531"/>
            <ac:spMk id="11" creationId="{F3060C83-F051-4F0E-ABAD-AA0DFC48B218}"/>
          </ac:spMkLst>
        </pc:spChg>
        <pc:spChg chg="add">
          <ac:chgData name="Le Thi Kim Oanh (FE FPTU CT)" userId="33772939-cd87-45c1-be61-e0648bc25a53" providerId="ADAL" clId="{48060373-A844-4B73-ABF1-9A61E115087E}" dt="2021-09-13T13:30:25.860" v="837" actId="26606"/>
          <ac:spMkLst>
            <pc:docMk/>
            <pc:sldMk cId="555989116" sldId="531"/>
            <ac:spMk id="13" creationId="{83C98ABE-055B-441F-B07E-44F97F083C39}"/>
          </ac:spMkLst>
        </pc:spChg>
        <pc:spChg chg="add">
          <ac:chgData name="Le Thi Kim Oanh (FE FPTU CT)" userId="33772939-cd87-45c1-be61-e0648bc25a53" providerId="ADAL" clId="{48060373-A844-4B73-ABF1-9A61E115087E}" dt="2021-09-13T13:30:25.860" v="837" actId="26606"/>
          <ac:spMkLst>
            <pc:docMk/>
            <pc:sldMk cId="555989116" sldId="531"/>
            <ac:spMk id="15" creationId="{29FDB030-9B49-4CED-8CCD-4D99382388AC}"/>
          </ac:spMkLst>
        </pc:spChg>
        <pc:spChg chg="add">
          <ac:chgData name="Le Thi Kim Oanh (FE FPTU CT)" userId="33772939-cd87-45c1-be61-e0648bc25a53" providerId="ADAL" clId="{48060373-A844-4B73-ABF1-9A61E115087E}" dt="2021-09-13T13:30:25.860" v="837" actId="26606"/>
          <ac:spMkLst>
            <pc:docMk/>
            <pc:sldMk cId="555989116" sldId="531"/>
            <ac:spMk id="17" creationId="{3783CA14-24A1-485C-8B30-D6A5D87987AD}"/>
          </ac:spMkLst>
        </pc:spChg>
        <pc:spChg chg="add">
          <ac:chgData name="Le Thi Kim Oanh (FE FPTU CT)" userId="33772939-cd87-45c1-be61-e0648bc25a53" providerId="ADAL" clId="{48060373-A844-4B73-ABF1-9A61E115087E}" dt="2021-09-13T13:30:25.860" v="837" actId="26606"/>
          <ac:spMkLst>
            <pc:docMk/>
            <pc:sldMk cId="555989116" sldId="531"/>
            <ac:spMk id="19" creationId="{9A97C86A-04D6-40F7-AE84-31AB43E6A846}"/>
          </ac:spMkLst>
        </pc:spChg>
        <pc:spChg chg="add">
          <ac:chgData name="Le Thi Kim Oanh (FE FPTU CT)" userId="33772939-cd87-45c1-be61-e0648bc25a53" providerId="ADAL" clId="{48060373-A844-4B73-ABF1-9A61E115087E}" dt="2021-09-13T13:30:25.860" v="837" actId="26606"/>
          <ac:spMkLst>
            <pc:docMk/>
            <pc:sldMk cId="555989116" sldId="531"/>
            <ac:spMk id="21" creationId="{FF9F2414-84E8-453E-B1F3-389FDE8192D9}"/>
          </ac:spMkLst>
        </pc:spChg>
        <pc:spChg chg="add">
          <ac:chgData name="Le Thi Kim Oanh (FE FPTU CT)" userId="33772939-cd87-45c1-be61-e0648bc25a53" providerId="ADAL" clId="{48060373-A844-4B73-ABF1-9A61E115087E}" dt="2021-09-13T13:30:25.860" v="837" actId="26606"/>
          <ac:spMkLst>
            <pc:docMk/>
            <pc:sldMk cId="555989116" sldId="531"/>
            <ac:spMk id="23" creationId="{3ECA69A1-7536-43AC-85EF-C7106179F5ED}"/>
          </ac:spMkLst>
        </pc:spChg>
        <pc:picChg chg="add del mod">
          <ac:chgData name="Le Thi Kim Oanh (FE FPTU CT)" userId="33772939-cd87-45c1-be61-e0648bc25a53" providerId="ADAL" clId="{48060373-A844-4B73-ABF1-9A61E115087E}" dt="2021-09-13T13:30:13.414" v="833" actId="478"/>
          <ac:picMkLst>
            <pc:docMk/>
            <pc:sldMk cId="555989116" sldId="531"/>
            <ac:picMk id="5" creationId="{7E0A4800-A91F-45DB-AFE2-7B1FC25ABA21}"/>
          </ac:picMkLst>
        </pc:picChg>
        <pc:picChg chg="add mod">
          <ac:chgData name="Le Thi Kim Oanh (FE FPTU CT)" userId="33772939-cd87-45c1-be61-e0648bc25a53" providerId="ADAL" clId="{48060373-A844-4B73-ABF1-9A61E115087E}" dt="2021-09-13T13:30:25.860" v="837" actId="26606"/>
          <ac:picMkLst>
            <pc:docMk/>
            <pc:sldMk cId="555989116" sldId="531"/>
            <ac:picMk id="6" creationId="{904A8D62-A4BE-47EF-A9F6-96E2391B179A}"/>
          </ac:picMkLst>
        </pc:picChg>
      </pc:sldChg>
      <pc:sldChg chg="addSp delSp modSp new del mod">
        <pc:chgData name="Le Thi Kim Oanh (FE FPTU CT)" userId="33772939-cd87-45c1-be61-e0648bc25a53" providerId="ADAL" clId="{48060373-A844-4B73-ABF1-9A61E115087E}" dt="2021-09-12T13:32:54.029" v="554" actId="47"/>
        <pc:sldMkLst>
          <pc:docMk/>
          <pc:sldMk cId="1404644198" sldId="532"/>
        </pc:sldMkLst>
        <pc:spChg chg="del">
          <ac:chgData name="Le Thi Kim Oanh (FE FPTU CT)" userId="33772939-cd87-45c1-be61-e0648bc25a53" providerId="ADAL" clId="{48060373-A844-4B73-ABF1-9A61E115087E}" dt="2021-09-12T13:31:32.931" v="545" actId="931"/>
          <ac:spMkLst>
            <pc:docMk/>
            <pc:sldMk cId="1404644198" sldId="532"/>
            <ac:spMk id="3" creationId="{0D8D42A2-F35D-4C72-B31B-D279E6B96D89}"/>
          </ac:spMkLst>
        </pc:spChg>
        <pc:spChg chg="add del mod">
          <ac:chgData name="Le Thi Kim Oanh (FE FPTU CT)" userId="33772939-cd87-45c1-be61-e0648bc25a53" providerId="ADAL" clId="{48060373-A844-4B73-ABF1-9A61E115087E}" dt="2021-09-12T13:31:45.177" v="547" actId="931"/>
          <ac:spMkLst>
            <pc:docMk/>
            <pc:sldMk cId="1404644198" sldId="532"/>
            <ac:spMk id="7" creationId="{B89E47EC-0485-4E8A-8F27-726EF57C0BB8}"/>
          </ac:spMkLst>
        </pc:spChg>
        <pc:spChg chg="add del mod">
          <ac:chgData name="Le Thi Kim Oanh (FE FPTU CT)" userId="33772939-cd87-45c1-be61-e0648bc25a53" providerId="ADAL" clId="{48060373-A844-4B73-ABF1-9A61E115087E}" dt="2021-09-12T13:31:54.138" v="551" actId="931"/>
          <ac:spMkLst>
            <pc:docMk/>
            <pc:sldMk cId="1404644198" sldId="532"/>
            <ac:spMk id="11" creationId="{7AEA4DF7-A2C3-4ACF-8920-A8C351B01C9D}"/>
          </ac:spMkLst>
        </pc:spChg>
        <pc:picChg chg="add del mod">
          <ac:chgData name="Le Thi Kim Oanh (FE FPTU CT)" userId="33772939-cd87-45c1-be61-e0648bc25a53" providerId="ADAL" clId="{48060373-A844-4B73-ABF1-9A61E115087E}" dt="2021-09-12T13:31:36.583" v="546" actId="478"/>
          <ac:picMkLst>
            <pc:docMk/>
            <pc:sldMk cId="1404644198" sldId="532"/>
            <ac:picMk id="5" creationId="{66B79516-7162-49DB-A0D0-AB761F0239D3}"/>
          </ac:picMkLst>
        </pc:picChg>
        <pc:picChg chg="add del mod">
          <ac:chgData name="Le Thi Kim Oanh (FE FPTU CT)" userId="33772939-cd87-45c1-be61-e0648bc25a53" providerId="ADAL" clId="{48060373-A844-4B73-ABF1-9A61E115087E}" dt="2021-09-12T13:31:47.942" v="550" actId="478"/>
          <ac:picMkLst>
            <pc:docMk/>
            <pc:sldMk cId="1404644198" sldId="532"/>
            <ac:picMk id="9" creationId="{F39321E2-F5FC-4DBF-9DF8-8E9E3EF7B500}"/>
          </ac:picMkLst>
        </pc:picChg>
        <pc:picChg chg="add mod">
          <ac:chgData name="Le Thi Kim Oanh (FE FPTU CT)" userId="33772939-cd87-45c1-be61-e0648bc25a53" providerId="ADAL" clId="{48060373-A844-4B73-ABF1-9A61E115087E}" dt="2021-09-12T13:31:55.337" v="553" actId="962"/>
          <ac:picMkLst>
            <pc:docMk/>
            <pc:sldMk cId="1404644198" sldId="532"/>
            <ac:picMk id="13" creationId="{EBC6F3A4-E99F-4A93-9AD0-A67BE0623AFF}"/>
          </ac:picMkLst>
        </pc:picChg>
      </pc:sldChg>
      <pc:sldChg chg="addSp delSp modSp add mod">
        <pc:chgData name="Le Thi Kim Oanh (FE FPTU CT)" userId="33772939-cd87-45c1-be61-e0648bc25a53" providerId="ADAL" clId="{48060373-A844-4B73-ABF1-9A61E115087E}" dt="2021-09-12T13:38:42.814" v="809" actId="14100"/>
        <pc:sldMkLst>
          <pc:docMk/>
          <pc:sldMk cId="2912388319" sldId="532"/>
        </pc:sldMkLst>
        <pc:spChg chg="add del mod">
          <ac:chgData name="Le Thi Kim Oanh (FE FPTU CT)" userId="33772939-cd87-45c1-be61-e0648bc25a53" providerId="ADAL" clId="{48060373-A844-4B73-ABF1-9A61E115087E}" dt="2021-09-12T13:38:27.323" v="797" actId="931"/>
          <ac:spMkLst>
            <pc:docMk/>
            <pc:sldMk cId="2912388319" sldId="532"/>
            <ac:spMk id="3" creationId="{798A58C0-82B3-481F-8F55-0BAE463A6504}"/>
          </ac:spMkLst>
        </pc:spChg>
        <pc:picChg chg="del mod">
          <ac:chgData name="Le Thi Kim Oanh (FE FPTU CT)" userId="33772939-cd87-45c1-be61-e0648bc25a53" providerId="ADAL" clId="{48060373-A844-4B73-ABF1-9A61E115087E}" dt="2021-09-12T13:38:16.325" v="796" actId="478"/>
          <ac:picMkLst>
            <pc:docMk/>
            <pc:sldMk cId="2912388319" sldId="532"/>
            <ac:picMk id="5" creationId="{CFEC27D3-9562-4487-8C8B-849E82B5917D}"/>
          </ac:picMkLst>
        </pc:picChg>
        <pc:picChg chg="add mod">
          <ac:chgData name="Le Thi Kim Oanh (FE FPTU CT)" userId="33772939-cd87-45c1-be61-e0648bc25a53" providerId="ADAL" clId="{48060373-A844-4B73-ABF1-9A61E115087E}" dt="2021-09-12T13:38:42.814" v="809" actId="14100"/>
          <ac:picMkLst>
            <pc:docMk/>
            <pc:sldMk cId="2912388319" sldId="532"/>
            <ac:picMk id="7" creationId="{97FCF050-0050-40D2-A920-86F2B8621E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10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94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844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6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ý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00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30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438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03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12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Phần này GV phụ trách tự biên soạn.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01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178" y="1467853"/>
            <a:ext cx="4814012" cy="1961147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4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53" y="2201778"/>
            <a:ext cx="4326091" cy="2863516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地域を知って生活する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129819" cy="648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丸い町のフレーム素材（小）">
            <a:extLst>
              <a:ext uri="{FF2B5EF4-FFF2-40B4-BE49-F238E27FC236}">
                <a16:creationId xmlns:a16="http://schemas.microsoft.com/office/drawing/2014/main" id="{729BA245-94A7-4D26-9273-1C5E986C1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20" y="703914"/>
            <a:ext cx="5903633" cy="573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358897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79640" y="274442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0" y="247567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84853" y="3001956"/>
            <a:ext cx="40216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b="1" dirty="0">
                <a:solidFill>
                  <a:srgbClr val="5E9C53"/>
                </a:solidFill>
                <a:cs typeface="Arial" pitchFamily="34" charset="0"/>
              </a:rPr>
              <a:t>読解練習</a:t>
            </a:r>
            <a:endParaRPr lang="ko-KR" altLang="en-US" sz="32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44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616740" y="1675612"/>
            <a:ext cx="3566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知って楽しむ　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60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38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250FC1-744B-4E14-B388-E489C89F2C7C}"/>
              </a:ext>
            </a:extLst>
          </p:cNvPr>
          <p:cNvSpPr txBox="1"/>
          <p:nvPr/>
        </p:nvSpPr>
        <p:spPr>
          <a:xfrm>
            <a:off x="4620126" y="1990583"/>
            <a:ext cx="34731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テーマ</a:t>
            </a:r>
            <a:endParaRPr lang="en-US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6FE98E-F50F-4D70-9056-58B30A09147C}"/>
              </a:ext>
            </a:extLst>
          </p:cNvPr>
          <p:cNvSpPr/>
          <p:nvPr/>
        </p:nvSpPr>
        <p:spPr>
          <a:xfrm>
            <a:off x="878305" y="3069971"/>
            <a:ext cx="10672011" cy="281347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en-US" altLang="ja-JP" sz="5400" dirty="0">
              <a:solidFill>
                <a:srgbClr val="FF0000"/>
              </a:solidFill>
            </a:endParaRPr>
          </a:p>
          <a:p>
            <a:pPr algn="ctr">
              <a:lnSpc>
                <a:spcPct val="200000"/>
              </a:lnSpc>
            </a:pPr>
            <a:r>
              <a:rPr lang="ja-JP" altLang="en-US" sz="5400" dirty="0">
                <a:solidFill>
                  <a:srgbClr val="FF0000"/>
                </a:solidFill>
              </a:rPr>
              <a:t>公共の施設を上手に使おう</a:t>
            </a:r>
            <a:endParaRPr lang="en-US" altLang="ja-JP" sz="5400" dirty="0">
              <a:solidFill>
                <a:srgbClr val="FF0000"/>
              </a:solidFill>
            </a:endParaRPr>
          </a:p>
          <a:p>
            <a:pPr algn="ctr">
              <a:lnSpc>
                <a:spcPct val="200000"/>
              </a:lnSpc>
            </a:pP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3868801" y="7995"/>
            <a:ext cx="5101680" cy="1611086"/>
          </a:xfrm>
          <a:prstGeom prst="horizontalScroll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4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知って楽しむ</a:t>
            </a:r>
            <a:endParaRPr lang="en-US" altLang="ja-JP" sz="4400" b="1" spc="50" dirty="0">
              <a:ln w="0"/>
              <a:solidFill>
                <a:srgbClr val="FF0000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（</a:t>
            </a:r>
            <a:r>
              <a:rPr lang="vi-VN" altLang="ja-JP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36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）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200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oup of people standing around a table&#10;&#10;Description automatically generated with low confidence">
            <a:extLst>
              <a:ext uri="{FF2B5EF4-FFF2-40B4-BE49-F238E27FC236}">
                <a16:creationId xmlns:a16="http://schemas.microsoft.com/office/drawing/2014/main" id="{7877BB52-18ED-4524-B9D6-AEEB96AAF1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24637"/>
            <a:ext cx="9252284" cy="6133253"/>
          </a:xfrm>
        </p:spPr>
      </p:pic>
    </p:spTree>
    <p:extLst>
      <p:ext uri="{BB962C8B-B14F-4D97-AF65-F5344CB8AC3E}">
        <p14:creationId xmlns:p14="http://schemas.microsoft.com/office/powerpoint/2010/main" val="146166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464457" y="0"/>
            <a:ext cx="2669423" cy="1314041"/>
          </a:xfrm>
          <a:prstGeom prst="horizontalScroll">
            <a:avLst/>
          </a:prstGeom>
          <a:solidFill>
            <a:srgbClr val="A11D2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ことば</a:t>
            </a:r>
            <a:endParaRPr lang="en-US" altLang="ja-JP" sz="3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5932E45-BF81-43F0-8C80-F62E61CAF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78667"/>
              </p:ext>
            </p:extLst>
          </p:nvPr>
        </p:nvGraphicFramePr>
        <p:xfrm>
          <a:off x="637674" y="1617057"/>
          <a:ext cx="11044988" cy="4576108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638658">
                  <a:extLst>
                    <a:ext uri="{9D8B030D-6E8A-4147-A177-3AD203B41FA5}">
                      <a16:colId xmlns:a16="http://schemas.microsoft.com/office/drawing/2014/main" val="724316686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2899876989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471814206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3629544519"/>
                    </a:ext>
                  </a:extLst>
                </a:gridCol>
              </a:tblGrid>
              <a:tr h="654172">
                <a:tc>
                  <a:txBody>
                    <a:bodyPr/>
                    <a:lstStyle/>
                    <a:p>
                      <a:r>
                        <a:rPr lang="ja-JP" altLang="en-US" sz="3200" b="0" i="0" dirty="0"/>
                        <a:t>公共</a:t>
                      </a:r>
                      <a:endParaRPr lang="en-US" sz="3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b="0" dirty="0"/>
                        <a:t>事前に</a:t>
                      </a:r>
                      <a:endParaRPr lang="en-US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96324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仲間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定期的な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15162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増やす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さらに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79215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納得する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鑑賞する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541142"/>
                  </a:ext>
                </a:extLst>
              </a:tr>
              <a:tr h="651076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損な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専門家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550898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計画する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上映する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170347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芸術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工夫する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46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08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464457" y="0"/>
            <a:ext cx="2669423" cy="1314041"/>
          </a:xfrm>
          <a:prstGeom prst="horizontalScroll">
            <a:avLst/>
          </a:prstGeom>
          <a:solidFill>
            <a:srgbClr val="A11D2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ことば</a:t>
            </a:r>
            <a:endParaRPr lang="en-US" altLang="ja-JP" sz="36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5932E45-BF81-43F0-8C80-F62E61CAF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319404"/>
              </p:ext>
            </p:extLst>
          </p:nvPr>
        </p:nvGraphicFramePr>
        <p:xfrm>
          <a:off x="637674" y="1617057"/>
          <a:ext cx="11044988" cy="499183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212431">
                  <a:extLst>
                    <a:ext uri="{9D8B030D-6E8A-4147-A177-3AD203B41FA5}">
                      <a16:colId xmlns:a16="http://schemas.microsoft.com/office/drawing/2014/main" val="724316686"/>
                    </a:ext>
                  </a:extLst>
                </a:gridCol>
                <a:gridCol w="2228337">
                  <a:extLst>
                    <a:ext uri="{9D8B030D-6E8A-4147-A177-3AD203B41FA5}">
                      <a16:colId xmlns:a16="http://schemas.microsoft.com/office/drawing/2014/main" val="2899876989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471814206"/>
                    </a:ext>
                  </a:extLst>
                </a:gridCol>
                <a:gridCol w="2802110">
                  <a:extLst>
                    <a:ext uri="{9D8B030D-6E8A-4147-A177-3AD203B41FA5}">
                      <a16:colId xmlns:a16="http://schemas.microsoft.com/office/drawing/2014/main" val="3629544519"/>
                    </a:ext>
                  </a:extLst>
                </a:gridCol>
              </a:tblGrid>
              <a:tr h="654172">
                <a:tc>
                  <a:txBody>
                    <a:bodyPr/>
                    <a:lstStyle/>
                    <a:p>
                      <a:r>
                        <a:rPr lang="ja-JP" altLang="en-US" sz="3200" b="0" i="0" dirty="0"/>
                        <a:t>アニメ</a:t>
                      </a:r>
                      <a:endParaRPr lang="en-US" sz="32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b="0" dirty="0"/>
                        <a:t>絵画</a:t>
                      </a:r>
                      <a:endParaRPr lang="en-US" sz="3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96324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和紙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詳しい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151624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ミリ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身近な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79215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タイムスリップする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スペース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541142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喜ぶ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科学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550898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織物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解説する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170347"/>
                  </a:ext>
                </a:extLst>
              </a:tr>
              <a:tr h="654172"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市町村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sz="3200" dirty="0"/>
                        <a:t>格安な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461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516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Text&#10;&#10;Description automatically generated">
            <a:extLst>
              <a:ext uri="{FF2B5EF4-FFF2-40B4-BE49-F238E27FC236}">
                <a16:creationId xmlns:a16="http://schemas.microsoft.com/office/drawing/2014/main" id="{8B8271A1-7EAB-4F97-9FDB-9A59628D9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016" y="643467"/>
            <a:ext cx="9021967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picture containing text, document, screenshot&#10;&#10;Description automatically generated">
            <a:extLst>
              <a:ext uri="{FF2B5EF4-FFF2-40B4-BE49-F238E27FC236}">
                <a16:creationId xmlns:a16="http://schemas.microsoft.com/office/drawing/2014/main" id="{904A8D62-A4BE-47EF-A9F6-96E2391B1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358" y="643467"/>
            <a:ext cx="9605284" cy="5571065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89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6FE98E-F50F-4D70-9056-58B30A09147C}"/>
              </a:ext>
            </a:extLst>
          </p:cNvPr>
          <p:cNvSpPr/>
          <p:nvPr/>
        </p:nvSpPr>
        <p:spPr>
          <a:xfrm>
            <a:off x="951871" y="3262996"/>
            <a:ext cx="10916507" cy="253558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ja-JP" altLang="en-US" sz="3200" b="1" dirty="0">
                <a:solidFill>
                  <a:schemeClr val="bg1"/>
                </a:solidFill>
              </a:rPr>
              <a:t>無料か安い料金で楽しむこと</a:t>
            </a:r>
            <a:r>
              <a:rPr lang="ja-JP" altLang="en-US" sz="3200" b="1">
                <a:solidFill>
                  <a:schemeClr val="bg1"/>
                </a:solidFill>
              </a:rPr>
              <a:t>ができることです。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3538455" y="295730"/>
            <a:ext cx="5235431" cy="1611086"/>
          </a:xfrm>
          <a:prstGeom prst="horizontalScroll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Q</a:t>
            </a:r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＆</a:t>
            </a:r>
            <a:r>
              <a:rPr lang="en-US" altLang="ja-JP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（</a:t>
            </a:r>
            <a:r>
              <a:rPr lang="en-US" altLang="ja-JP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P36</a:t>
            </a:r>
            <a:r>
              <a:rPr lang="ja-JP" alt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）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3A84A6-4BEB-42CF-B9ED-DCC404042875}"/>
              </a:ext>
            </a:extLst>
          </p:cNvPr>
          <p:cNvSpPr txBox="1"/>
          <p:nvPr/>
        </p:nvSpPr>
        <p:spPr>
          <a:xfrm>
            <a:off x="1444172" y="2414195"/>
            <a:ext cx="10203543" cy="584775"/>
          </a:xfrm>
          <a:prstGeom prst="rect">
            <a:avLst/>
          </a:prstGeom>
          <a:solidFill>
            <a:srgbClr val="0070C0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>
                <a:solidFill>
                  <a:schemeClr val="bg1"/>
                </a:solidFill>
                <a:highlight>
                  <a:srgbClr val="1A1E3B"/>
                </a:highlight>
                <a:latin typeface="Yu Gothic UI" panose="020B0500000000000000" pitchFamily="34" charset="-128"/>
                <a:ea typeface="Yu Gothic UI" panose="020B0500000000000000" pitchFamily="34" charset="-128"/>
              </a:rPr>
              <a:t>公共の施設のいい点はなんですか。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" name="Arrow: Curved Right 3">
            <a:extLst>
              <a:ext uri="{FF2B5EF4-FFF2-40B4-BE49-F238E27FC236}">
                <a16:creationId xmlns:a16="http://schemas.microsoft.com/office/drawing/2014/main" id="{8F3FC872-E277-4E59-9DB9-36043F093097}"/>
              </a:ext>
            </a:extLst>
          </p:cNvPr>
          <p:cNvSpPr/>
          <p:nvPr/>
        </p:nvSpPr>
        <p:spPr>
          <a:xfrm>
            <a:off x="220351" y="3262996"/>
            <a:ext cx="731520" cy="1216152"/>
          </a:xfrm>
          <a:prstGeom prst="curvedRightArrow">
            <a:avLst>
              <a:gd name="adj1" fmla="val 25000"/>
              <a:gd name="adj2" fmla="val 83125"/>
              <a:gd name="adj3" fmla="val 25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4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2021305" y="295729"/>
            <a:ext cx="7808495" cy="2952797"/>
          </a:xfrm>
          <a:prstGeom prst="horizontalScroll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話しましょう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3A84A6-4BEB-42CF-B9ED-DCC404042875}"/>
              </a:ext>
            </a:extLst>
          </p:cNvPr>
          <p:cNvSpPr txBox="1"/>
          <p:nvPr/>
        </p:nvSpPr>
        <p:spPr>
          <a:xfrm>
            <a:off x="974558" y="4173302"/>
            <a:ext cx="9769642" cy="1200329"/>
          </a:xfrm>
          <a:prstGeom prst="rect">
            <a:avLst/>
          </a:prstGeom>
          <a:solidFill>
            <a:srgbClr val="0070C0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600" dirty="0">
                <a:solidFill>
                  <a:schemeClr val="bg1"/>
                </a:solidFill>
                <a:highlight>
                  <a:srgbClr val="1A1E3B"/>
                </a:highlight>
                <a:latin typeface="Yu Gothic UI" panose="020B0500000000000000" pitchFamily="34" charset="-128"/>
                <a:ea typeface="Yu Gothic UI" panose="020B0500000000000000" pitchFamily="34" charset="-128"/>
              </a:rPr>
              <a:t>皆さんのお住まいはどのような好況の施設がありますか。</a:t>
            </a:r>
            <a:endParaRPr lang="en-US" altLang="ja-JP" sz="3600" dirty="0">
              <a:solidFill>
                <a:schemeClr val="bg1"/>
              </a:solidFill>
              <a:highlight>
                <a:srgbClr val="1A1E3B"/>
              </a:highlight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pPr algn="ctr"/>
            <a:r>
              <a:rPr lang="ja-JP" altLang="en-US" sz="3600" dirty="0">
                <a:solidFill>
                  <a:schemeClr val="bg1"/>
                </a:solidFill>
                <a:highlight>
                  <a:srgbClr val="1A1E3B"/>
                </a:highlight>
                <a:latin typeface="Yu Gothic UI" panose="020B0500000000000000" pitchFamily="34" charset="-128"/>
                <a:ea typeface="Yu Gothic UI" panose="020B0500000000000000" pitchFamily="34" charset="-128"/>
              </a:rPr>
              <a:t>また、どのようなことができますか。</a:t>
            </a:r>
            <a:endParaRPr lang="en-US" sz="3600" dirty="0">
              <a:solidFill>
                <a:schemeClr val="bg1"/>
              </a:solidFill>
              <a:highlight>
                <a:srgbClr val="1A1E3B"/>
              </a:highlight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262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1588169" y="1258255"/>
            <a:ext cx="8394032" cy="3361871"/>
          </a:xfrm>
          <a:prstGeom prst="horizontalScroll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練習しましょう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6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2C20AB-D7AF-422E-896E-4355C1A6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126" y="100431"/>
            <a:ext cx="10150642" cy="573338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4400" b="1" dirty="0">
                <a:solidFill>
                  <a:srgbClr val="FF0000"/>
                </a:solidFill>
              </a:rPr>
              <a:t>（ 　）に入る言葉を選ら んでください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CFEC27D3-9562-4487-8C8B-849E82B591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473" y="1179889"/>
            <a:ext cx="10238873" cy="5225510"/>
          </a:xfrm>
        </p:spPr>
      </p:pic>
    </p:spTree>
    <p:extLst>
      <p:ext uri="{BB962C8B-B14F-4D97-AF65-F5344CB8AC3E}">
        <p14:creationId xmlns:p14="http://schemas.microsoft.com/office/powerpoint/2010/main" val="3284802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E2C20AB-D7AF-422E-896E-4355C1A66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126" y="100431"/>
            <a:ext cx="10150642" cy="573338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pPr algn="ctr"/>
            <a:r>
              <a:rPr lang="ja-JP" altLang="en-US" sz="4400" b="1" dirty="0">
                <a:solidFill>
                  <a:srgbClr val="FF0000"/>
                </a:solidFill>
              </a:rPr>
              <a:t>（ 　）に入る言葉を選ら んでください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97FCF050-0050-40D2-A920-86F2B8621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06" y="1876925"/>
            <a:ext cx="11049835" cy="3031959"/>
          </a:xfrm>
        </p:spPr>
      </p:pic>
    </p:spTree>
    <p:extLst>
      <p:ext uri="{BB962C8B-B14F-4D97-AF65-F5344CB8AC3E}">
        <p14:creationId xmlns:p14="http://schemas.microsoft.com/office/powerpoint/2010/main" val="2912388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9942-5E5B-4150-AECE-A9834C8A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04" y="100431"/>
            <a:ext cx="10587791" cy="924962"/>
          </a:xfrm>
          <a:solidFill>
            <a:srgbClr val="FFC000"/>
          </a:solidFill>
        </p:spPr>
        <p:txBody>
          <a:bodyPr>
            <a:noAutofit/>
          </a:bodyPr>
          <a:lstStyle/>
          <a:p>
            <a:pPr algn="ctr"/>
            <a:r>
              <a:rPr lang="ja-JP" altLang="en-US" sz="2800" b="1" dirty="0">
                <a:solidFill>
                  <a:srgbClr val="FF0000"/>
                </a:solidFill>
              </a:rPr>
              <a:t>（ 　）に入る言葉を選ら んで必 要 なら、 形 を変 えてください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6" name="Content Placeholder 5" descr="Table&#10;&#10;Description automatically generated with medium confidence">
            <a:extLst>
              <a:ext uri="{FF2B5EF4-FFF2-40B4-BE49-F238E27FC236}">
                <a16:creationId xmlns:a16="http://schemas.microsoft.com/office/drawing/2014/main" id="{834AD2E7-876F-418C-A73B-9A3EAA17F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42" y="1576137"/>
            <a:ext cx="11363586" cy="4800600"/>
          </a:xfrm>
        </p:spPr>
      </p:pic>
    </p:spTree>
    <p:extLst>
      <p:ext uri="{BB962C8B-B14F-4D97-AF65-F5344CB8AC3E}">
        <p14:creationId xmlns:p14="http://schemas.microsoft.com/office/powerpoint/2010/main" val="871476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croll: Horizontal 11">
            <a:extLst>
              <a:ext uri="{FF2B5EF4-FFF2-40B4-BE49-F238E27FC236}">
                <a16:creationId xmlns:a16="http://schemas.microsoft.com/office/drawing/2014/main" id="{D445F4E3-AD2B-4AE0-86B9-BBD810A0A3D3}"/>
              </a:ext>
            </a:extLst>
          </p:cNvPr>
          <p:cNvSpPr/>
          <p:nvPr/>
        </p:nvSpPr>
        <p:spPr>
          <a:xfrm>
            <a:off x="1588169" y="1258255"/>
            <a:ext cx="8394032" cy="3361871"/>
          </a:xfrm>
          <a:prstGeom prst="horizontalScroll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8000" b="1" spc="50" dirty="0">
                <a:ln w="0"/>
                <a:solidFill>
                  <a:srgbClr val="FF00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読解練習</a:t>
            </a:r>
            <a:endParaRPr lang="en-US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579B8B8-D585-4527-B99D-627C3114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9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4697</TotalTime>
  <Words>354</Words>
  <Application>Microsoft Office PowerPoint</Application>
  <PresentationFormat>Widescreen</PresentationFormat>
  <Paragraphs>74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Yu Gothic UI</vt:lpstr>
      <vt:lpstr>Arial</vt:lpstr>
      <vt:lpstr>Calibri</vt:lpstr>
      <vt:lpstr>Calibri Light</vt:lpstr>
      <vt:lpstr>Times New Roman</vt:lpstr>
      <vt:lpstr>Office Theme</vt:lpstr>
      <vt:lpstr>第4課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（ 　）に入る言葉を選ら んでください</vt:lpstr>
      <vt:lpstr>（ 　）に入る言葉を選ら んでください</vt:lpstr>
      <vt:lpstr>（ 　）に入る言葉を選ら んで必 要 なら、 形 を変 えてください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4</cp:revision>
  <dcterms:created xsi:type="dcterms:W3CDTF">2021-07-16T02:45:36Z</dcterms:created>
  <dcterms:modified xsi:type="dcterms:W3CDTF">2021-09-15T13:30:53Z</dcterms:modified>
</cp:coreProperties>
</file>