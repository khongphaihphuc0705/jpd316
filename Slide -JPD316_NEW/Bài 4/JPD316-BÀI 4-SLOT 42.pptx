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454" r:id="rId3"/>
    <p:sldId id="522" r:id="rId4"/>
    <p:sldId id="414" r:id="rId5"/>
    <p:sldId id="521" r:id="rId6"/>
    <p:sldId id="509" r:id="rId7"/>
    <p:sldId id="510" r:id="rId8"/>
    <p:sldId id="444" r:id="rId9"/>
    <p:sldId id="511" r:id="rId10"/>
    <p:sldId id="532" r:id="rId11"/>
    <p:sldId id="512" r:id="rId12"/>
    <p:sldId id="513" r:id="rId13"/>
    <p:sldId id="514" r:id="rId14"/>
    <p:sldId id="517" r:id="rId15"/>
    <p:sldId id="515" r:id="rId16"/>
    <p:sldId id="533" r:id="rId17"/>
    <p:sldId id="516" r:id="rId18"/>
    <p:sldId id="519" r:id="rId19"/>
    <p:sldId id="518" r:id="rId20"/>
    <p:sldId id="45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53"/>
    <a:srgbClr val="D9910B"/>
    <a:srgbClr val="A11D2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F5B8D-AC1B-4B5E-A044-27E7EE900A12}" v="11" dt="2021-09-13T13:29:23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8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EDFF5B8D-AC1B-4B5E-A044-27E7EE900A12}"/>
    <pc:docChg chg="undo custSel addSld modSld sldOrd">
      <pc:chgData name="Le Thi Kim Oanh (FE FPTU CT)" userId="33772939-cd87-45c1-be61-e0648bc25a53" providerId="ADAL" clId="{EDFF5B8D-AC1B-4B5E-A044-27E7EE900A12}" dt="2021-09-13T13:29:30.212" v="157" actId="962"/>
      <pc:docMkLst>
        <pc:docMk/>
      </pc:docMkLst>
      <pc:sldChg chg="modSp mod">
        <pc:chgData name="Le Thi Kim Oanh (FE FPTU CT)" userId="33772939-cd87-45c1-be61-e0648bc25a53" providerId="ADAL" clId="{EDFF5B8D-AC1B-4B5E-A044-27E7EE900A12}" dt="2021-09-13T13:27:11.243" v="128" actId="14100"/>
        <pc:sldMkLst>
          <pc:docMk/>
          <pc:sldMk cId="2329737387" sldId="414"/>
        </pc:sldMkLst>
        <pc:spChg chg="mod">
          <ac:chgData name="Le Thi Kim Oanh (FE FPTU CT)" userId="33772939-cd87-45c1-be61-e0648bc25a53" providerId="ADAL" clId="{EDFF5B8D-AC1B-4B5E-A044-27E7EE900A12}" dt="2021-09-13T13:27:11.243" v="128" actId="14100"/>
          <ac:spMkLst>
            <pc:docMk/>
            <pc:sldMk cId="2329737387" sldId="414"/>
            <ac:spMk id="8" creationId="{DAEFD4E7-6F3B-431B-AFC3-4AD21E95532A}"/>
          </ac:spMkLst>
        </pc:spChg>
      </pc:sldChg>
      <pc:sldChg chg="modSp mod">
        <pc:chgData name="Le Thi Kim Oanh (FE FPTU CT)" userId="33772939-cd87-45c1-be61-e0648bc25a53" providerId="ADAL" clId="{EDFF5B8D-AC1B-4B5E-A044-27E7EE900A12}" dt="2021-09-13T13:24:25.381" v="3" actId="20577"/>
        <pc:sldMkLst>
          <pc:docMk/>
          <pc:sldMk cId="3450673402" sldId="454"/>
        </pc:sldMkLst>
        <pc:spChg chg="mod">
          <ac:chgData name="Le Thi Kim Oanh (FE FPTU CT)" userId="33772939-cd87-45c1-be61-e0648bc25a53" providerId="ADAL" clId="{EDFF5B8D-AC1B-4B5E-A044-27E7EE900A12}" dt="2021-09-13T13:24:25.381" v="3" actId="20577"/>
          <ac:spMkLst>
            <pc:docMk/>
            <pc:sldMk cId="3450673402" sldId="454"/>
            <ac:spMk id="34" creationId="{01D98E79-DCBD-40D8-91C0-33E95A32483A}"/>
          </ac:spMkLst>
        </pc:spChg>
      </pc:sldChg>
      <pc:sldChg chg="modSp mod">
        <pc:chgData name="Le Thi Kim Oanh (FE FPTU CT)" userId="33772939-cd87-45c1-be61-e0648bc25a53" providerId="ADAL" clId="{EDFF5B8D-AC1B-4B5E-A044-27E7EE900A12}" dt="2021-09-13T13:27:25.462" v="132" actId="404"/>
        <pc:sldMkLst>
          <pc:docMk/>
          <pc:sldMk cId="2207423331" sldId="521"/>
        </pc:sldMkLst>
        <pc:spChg chg="mod">
          <ac:chgData name="Le Thi Kim Oanh (FE FPTU CT)" userId="33772939-cd87-45c1-be61-e0648bc25a53" providerId="ADAL" clId="{EDFF5B8D-AC1B-4B5E-A044-27E7EE900A12}" dt="2021-09-13T13:27:25.462" v="132" actId="404"/>
          <ac:spMkLst>
            <pc:docMk/>
            <pc:sldMk cId="2207423331" sldId="521"/>
            <ac:spMk id="6" creationId="{2E98F1DB-EC2F-4716-9CFC-2B65DEC0110A}"/>
          </ac:spMkLst>
        </pc:spChg>
      </pc:sldChg>
      <pc:sldChg chg="modSp add mod ord">
        <pc:chgData name="Le Thi Kim Oanh (FE FPTU CT)" userId="33772939-cd87-45c1-be61-e0648bc25a53" providerId="ADAL" clId="{EDFF5B8D-AC1B-4B5E-A044-27E7EE900A12}" dt="2021-09-13T13:26:17.222" v="125"/>
        <pc:sldMkLst>
          <pc:docMk/>
          <pc:sldMk cId="3161710697" sldId="522"/>
        </pc:sldMkLst>
        <pc:spChg chg="mod">
          <ac:chgData name="Le Thi Kim Oanh (FE FPTU CT)" userId="33772939-cd87-45c1-be61-e0648bc25a53" providerId="ADAL" clId="{EDFF5B8D-AC1B-4B5E-A044-27E7EE900A12}" dt="2021-09-13T13:26:13.059" v="123" actId="20577"/>
          <ac:spMkLst>
            <pc:docMk/>
            <pc:sldMk cId="3161710697" sldId="522"/>
            <ac:spMk id="8" creationId="{DAEFD4E7-6F3B-431B-AFC3-4AD21E95532A}"/>
          </ac:spMkLst>
        </pc:spChg>
        <pc:spChg chg="mod">
          <ac:chgData name="Le Thi Kim Oanh (FE FPTU CT)" userId="33772939-cd87-45c1-be61-e0648bc25a53" providerId="ADAL" clId="{EDFF5B8D-AC1B-4B5E-A044-27E7EE900A12}" dt="2021-09-13T13:26:09.535" v="121" actId="14100"/>
          <ac:spMkLst>
            <pc:docMk/>
            <pc:sldMk cId="3161710697" sldId="522"/>
            <ac:spMk id="9" creationId="{23352656-6DBB-4479-9136-9248E9C6774F}"/>
          </ac:spMkLst>
        </pc:spChg>
      </pc:sldChg>
      <pc:sldChg chg="addSp delSp modSp add mod">
        <pc:chgData name="Le Thi Kim Oanh (FE FPTU CT)" userId="33772939-cd87-45c1-be61-e0648bc25a53" providerId="ADAL" clId="{EDFF5B8D-AC1B-4B5E-A044-27E7EE900A12}" dt="2021-09-13T13:28:56.815" v="147" actId="20577"/>
        <pc:sldMkLst>
          <pc:docMk/>
          <pc:sldMk cId="3766553441" sldId="532"/>
        </pc:sldMkLst>
        <pc:spChg chg="mod">
          <ac:chgData name="Le Thi Kim Oanh (FE FPTU CT)" userId="33772939-cd87-45c1-be61-e0648bc25a53" providerId="ADAL" clId="{EDFF5B8D-AC1B-4B5E-A044-27E7EE900A12}" dt="2021-09-13T13:28:56.815" v="147" actId="20577"/>
          <ac:spMkLst>
            <pc:docMk/>
            <pc:sldMk cId="3766553441" sldId="53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EDFF5B8D-AC1B-4B5E-A044-27E7EE900A12}" dt="2021-09-13T13:28:14.882" v="135" actId="931"/>
          <ac:spMkLst>
            <pc:docMk/>
            <pc:sldMk cId="3766553441" sldId="532"/>
            <ac:spMk id="4" creationId="{26E35C71-0FAA-4E46-BA49-649BFF0768B1}"/>
          </ac:spMkLst>
        </pc:spChg>
        <pc:picChg chg="del">
          <ac:chgData name="Le Thi Kim Oanh (FE FPTU CT)" userId="33772939-cd87-45c1-be61-e0648bc25a53" providerId="ADAL" clId="{EDFF5B8D-AC1B-4B5E-A044-27E7EE900A12}" dt="2021-09-13T13:27:49.536" v="134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EDFF5B8D-AC1B-4B5E-A044-27E7EE900A12}" dt="2021-09-13T13:28:32.526" v="143" actId="1076"/>
          <ac:picMkLst>
            <pc:docMk/>
            <pc:sldMk cId="3766553441" sldId="532"/>
            <ac:picMk id="7" creationId="{6F92F375-DD18-4593-A9AC-03924419FFDF}"/>
          </ac:picMkLst>
        </pc:picChg>
      </pc:sldChg>
      <pc:sldChg chg="addSp delSp modSp add mod ord">
        <pc:chgData name="Le Thi Kim Oanh (FE FPTU CT)" userId="33772939-cd87-45c1-be61-e0648bc25a53" providerId="ADAL" clId="{EDFF5B8D-AC1B-4B5E-A044-27E7EE900A12}" dt="2021-09-13T13:29:30.212" v="157" actId="962"/>
        <pc:sldMkLst>
          <pc:docMk/>
          <pc:sldMk cId="1808388833" sldId="533"/>
        </pc:sldMkLst>
        <pc:spChg chg="add del mod">
          <ac:chgData name="Le Thi Kim Oanh (FE FPTU CT)" userId="33772939-cd87-45c1-be61-e0648bc25a53" providerId="ADAL" clId="{EDFF5B8D-AC1B-4B5E-A044-27E7EE900A12}" dt="2021-09-13T13:29:23.629" v="152" actId="931"/>
          <ac:spMkLst>
            <pc:docMk/>
            <pc:sldMk cId="1808388833" sldId="533"/>
            <ac:spMk id="4" creationId="{42B46569-D820-4995-BBCF-8DF5D2C4D790}"/>
          </ac:spMkLst>
        </pc:spChg>
        <pc:picChg chg="add mod">
          <ac:chgData name="Le Thi Kim Oanh (FE FPTU CT)" userId="33772939-cd87-45c1-be61-e0648bc25a53" providerId="ADAL" clId="{EDFF5B8D-AC1B-4B5E-A044-27E7EE900A12}" dt="2021-09-13T13:29:30.212" v="157" actId="962"/>
          <ac:picMkLst>
            <pc:docMk/>
            <pc:sldMk cId="1808388833" sldId="533"/>
            <ac:picMk id="6" creationId="{35BE6E90-90C7-4C47-B2EB-9126CC515923}"/>
          </ac:picMkLst>
        </pc:picChg>
        <pc:picChg chg="del">
          <ac:chgData name="Le Thi Kim Oanh (FE FPTU CT)" userId="33772939-cd87-45c1-be61-e0648bc25a53" providerId="ADAL" clId="{EDFF5B8D-AC1B-4B5E-A044-27E7EE900A12}" dt="2021-09-13T13:29:15.415" v="151" actId="478"/>
          <ac:picMkLst>
            <pc:docMk/>
            <pc:sldMk cId="1808388833" sldId="533"/>
            <ac:picMk id="7" creationId="{6F92F375-DD18-4593-A9AC-03924419FFDF}"/>
          </ac:picMkLst>
        </pc:picChg>
      </pc:sldChg>
    </pc:docChg>
  </pc:docChgLst>
  <pc:docChgLst>
    <pc:chgData name="Oanh Le Thi Kim  (FE FPTU CT)" userId="33772939-cd87-45c1-be61-e0648bc25a53" providerId="ADAL" clId="{EDFF5B8D-AC1B-4B5E-A044-27E7EE900A12}"/>
    <pc:docChg chg="undo custSel addSld delSld modSld sldOrd delSection modSection">
      <pc:chgData name="Oanh Le Thi Kim  (FE FPTU CT)" userId="33772939-cd87-45c1-be61-e0648bc25a53" providerId="ADAL" clId="{EDFF5B8D-AC1B-4B5E-A044-27E7EE900A12}" dt="2021-08-21T12:36:20.592" v="183"/>
      <pc:docMkLst>
        <pc:docMk/>
      </pc:docMkLst>
      <pc:sldChg chg="add del">
        <pc:chgData name="Oanh Le Thi Kim  (FE FPTU CT)" userId="33772939-cd87-45c1-be61-e0648bc25a53" providerId="ADAL" clId="{EDFF5B8D-AC1B-4B5E-A044-27E7EE900A12}" dt="2021-08-21T12:36:20.592" v="183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406647322" sldId="363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985129004" sldId="367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705303052" sldId="370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408844313" sldId="413"/>
        </pc:sldMkLst>
      </pc:sldChg>
      <pc:sldChg chg="addSp delSp modSp mod">
        <pc:chgData name="Oanh Le Thi Kim  (FE FPTU CT)" userId="33772939-cd87-45c1-be61-e0648bc25a53" providerId="ADAL" clId="{EDFF5B8D-AC1B-4B5E-A044-27E7EE900A12}" dt="2021-08-21T06:23:10.934" v="56" actId="207"/>
        <pc:sldMkLst>
          <pc:docMk/>
          <pc:sldMk cId="2329737387" sldId="414"/>
        </pc:sldMkLst>
        <pc:spChg chg="del">
          <ac:chgData name="Oanh Le Thi Kim  (FE FPTU CT)" userId="33772939-cd87-45c1-be61-e0648bc25a53" providerId="ADAL" clId="{EDFF5B8D-AC1B-4B5E-A044-27E7EE900A12}" dt="2021-08-21T06:19:59.079" v="17" actId="478"/>
          <ac:spMkLst>
            <pc:docMk/>
            <pc:sldMk cId="2329737387" sldId="414"/>
            <ac:spMk id="3" creationId="{00000000-0000-0000-0000-000000000000}"/>
          </ac:spMkLst>
        </pc:spChg>
        <pc:spChg chg="add del mod">
          <ac:chgData name="Oanh Le Thi Kim  (FE FPTU CT)" userId="33772939-cd87-45c1-be61-e0648bc25a53" providerId="ADAL" clId="{EDFF5B8D-AC1B-4B5E-A044-27E7EE900A12}" dt="2021-08-21T06:20:00.972" v="18" actId="478"/>
          <ac:spMkLst>
            <pc:docMk/>
            <pc:sldMk cId="2329737387" sldId="414"/>
            <ac:spMk id="5" creationId="{AB3B7557-2504-44F0-A237-5BB5552D6409}"/>
          </ac:spMkLst>
        </pc:spChg>
        <pc:spChg chg="mod">
          <ac:chgData name="Oanh Le Thi Kim  (FE FPTU CT)" userId="33772939-cd87-45c1-be61-e0648bc25a53" providerId="ADAL" clId="{EDFF5B8D-AC1B-4B5E-A044-27E7EE900A12}" dt="2021-08-21T06:23:10.934" v="56" actId="207"/>
          <ac:spMkLst>
            <pc:docMk/>
            <pc:sldMk cId="2329737387" sldId="414"/>
            <ac:spMk id="8" creationId="{DAEFD4E7-6F3B-431B-AFC3-4AD21E95532A}"/>
          </ac:spMkLst>
        </pc:spChg>
        <pc:spChg chg="add mod">
          <ac:chgData name="Oanh Le Thi Kim  (FE FPTU CT)" userId="33772939-cd87-45c1-be61-e0648bc25a53" providerId="ADAL" clId="{EDFF5B8D-AC1B-4B5E-A044-27E7EE900A12}" dt="2021-08-21T06:20:34.888" v="25" actId="1076"/>
          <ac:spMkLst>
            <pc:docMk/>
            <pc:sldMk cId="2329737387" sldId="414"/>
            <ac:spMk id="9" creationId="{23352656-6DBB-4479-9136-9248E9C6774F}"/>
          </ac:spMkLst>
        </pc:spChg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905524200" sldId="432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710736048" sldId="434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679302023" sldId="436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898346204" sldId="443"/>
        </pc:sldMkLst>
      </pc:sldChg>
      <pc:sldChg chg="addSp delSp modSp">
        <pc:chgData name="Oanh Le Thi Kim  (FE FPTU CT)" userId="33772939-cd87-45c1-be61-e0648bc25a53" providerId="ADAL" clId="{EDFF5B8D-AC1B-4B5E-A044-27E7EE900A12}" dt="2021-08-21T12:36:12.211" v="182"/>
        <pc:sldMkLst>
          <pc:docMk/>
          <pc:sldMk cId="3450673402" sldId="454"/>
        </pc:sldMkLst>
        <pc:spChg chg="add del mod">
          <ac:chgData name="Oanh Le Thi Kim  (FE FPTU CT)" userId="33772939-cd87-45c1-be61-e0648bc25a53" providerId="ADAL" clId="{EDFF5B8D-AC1B-4B5E-A044-27E7EE900A12}" dt="2021-08-21T12:36:12.211" v="182"/>
          <ac:spMkLst>
            <pc:docMk/>
            <pc:sldMk cId="3450673402" sldId="454"/>
            <ac:spMk id="19" creationId="{2C2F72F1-BF7F-4777-98A4-5DCFD39DDD39}"/>
          </ac:spMkLst>
        </pc:spChg>
      </pc:sldChg>
      <pc:sldChg chg="del">
        <pc:chgData name="Oanh Le Thi Kim  (FE FPTU CT)" userId="33772939-cd87-45c1-be61-e0648bc25a53" providerId="ADAL" clId="{EDFF5B8D-AC1B-4B5E-A044-27E7EE900A12}" dt="2021-08-08T09:05:55.232" v="1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EDFF5B8D-AC1B-4B5E-A044-27E7EE900A12}" dt="2021-08-08T09:05:55.232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4035760225" sldId="462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793371279" sldId="463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479023796" sldId="465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212093159" sldId="466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463685746" sldId="467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651932579" sldId="469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761823914" sldId="470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625292946" sldId="476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490421462" sldId="477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914468321" sldId="478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677632246" sldId="479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362160084" sldId="481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994263126" sldId="482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865295945" sldId="483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473485828" sldId="484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70069448" sldId="489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614729614" sldId="490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851419260" sldId="492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768076208" sldId="493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532275469" sldId="494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365964024" sldId="495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151075774" sldId="496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535750892" sldId="498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63526228" sldId="499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85947829" sldId="500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043320904" sldId="501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081556552" sldId="502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155833004" sldId="503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580327312" sldId="504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538994293" sldId="505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2783505280" sldId="506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1902859379" sldId="507"/>
        </pc:sldMkLst>
      </pc:sldChg>
      <pc:sldChg chg="del">
        <pc:chgData name="Oanh Le Thi Kim  (FE FPTU CT)" userId="33772939-cd87-45c1-be61-e0648bc25a53" providerId="ADAL" clId="{EDFF5B8D-AC1B-4B5E-A044-27E7EE900A12}" dt="2021-08-08T09:05:46.094" v="0" actId="47"/>
        <pc:sldMkLst>
          <pc:docMk/>
          <pc:sldMk cId="316366365" sldId="508"/>
        </pc:sldMkLst>
      </pc:sldChg>
      <pc:sldChg chg="addSp modSp mod">
        <pc:chgData name="Oanh Le Thi Kim  (FE FPTU CT)" userId="33772939-cd87-45c1-be61-e0648bc25a53" providerId="ADAL" clId="{EDFF5B8D-AC1B-4B5E-A044-27E7EE900A12}" dt="2021-08-21T06:22:20.888" v="42" actId="207"/>
        <pc:sldMkLst>
          <pc:docMk/>
          <pc:sldMk cId="1323074538" sldId="509"/>
        </pc:sldMkLst>
        <pc:spChg chg="add mod">
          <ac:chgData name="Oanh Le Thi Kim  (FE FPTU CT)" userId="33772939-cd87-45c1-be61-e0648bc25a53" providerId="ADAL" clId="{EDFF5B8D-AC1B-4B5E-A044-27E7EE900A12}" dt="2021-08-21T06:22:12.300" v="41" actId="1076"/>
          <ac:spMkLst>
            <pc:docMk/>
            <pc:sldMk cId="1323074538" sldId="509"/>
            <ac:spMk id="6" creationId="{53D8AD5C-2652-4DC9-852F-AE6044FAB772}"/>
          </ac:spMkLst>
        </pc:spChg>
        <pc:spChg chg="mod">
          <ac:chgData name="Oanh Le Thi Kim  (FE FPTU CT)" userId="33772939-cd87-45c1-be61-e0648bc25a53" providerId="ADAL" clId="{EDFF5B8D-AC1B-4B5E-A044-27E7EE900A12}" dt="2021-08-21T06:22:20.888" v="42" actId="207"/>
          <ac:spMkLst>
            <pc:docMk/>
            <pc:sldMk cId="1323074538" sldId="509"/>
            <ac:spMk id="8" creationId="{DAEFD4E7-6F3B-431B-AFC3-4AD21E95532A}"/>
          </ac:spMkLst>
        </pc:spChg>
        <pc:picChg chg="mod">
          <ac:chgData name="Oanh Le Thi Kim  (FE FPTU CT)" userId="33772939-cd87-45c1-be61-e0648bc25a53" providerId="ADAL" clId="{EDFF5B8D-AC1B-4B5E-A044-27E7EE900A12}" dt="2021-08-21T06:20:56.875" v="28" actId="1076"/>
          <ac:picMkLst>
            <pc:docMk/>
            <pc:sldMk cId="1323074538" sldId="509"/>
            <ac:picMk id="4" creationId="{0FC9A654-54E7-4444-A54A-BC3DE0A2E829}"/>
          </ac:picMkLst>
        </pc:picChg>
      </pc:sldChg>
      <pc:sldChg chg="addSp modSp mod">
        <pc:chgData name="Oanh Le Thi Kim  (FE FPTU CT)" userId="33772939-cd87-45c1-be61-e0648bc25a53" providerId="ADAL" clId="{EDFF5B8D-AC1B-4B5E-A044-27E7EE900A12}" dt="2021-08-21T06:22:38.916" v="45"/>
        <pc:sldMkLst>
          <pc:docMk/>
          <pc:sldMk cId="1364346345" sldId="510"/>
        </pc:sldMkLst>
        <pc:spChg chg="add mod">
          <ac:chgData name="Oanh Le Thi Kim  (FE FPTU CT)" userId="33772939-cd87-45c1-be61-e0648bc25a53" providerId="ADAL" clId="{EDFF5B8D-AC1B-4B5E-A044-27E7EE900A12}" dt="2021-08-21T06:22:38.916" v="45"/>
          <ac:spMkLst>
            <pc:docMk/>
            <pc:sldMk cId="1364346345" sldId="510"/>
            <ac:spMk id="6" creationId="{DF40782A-EA1A-4740-BA5F-14B38452A4A4}"/>
          </ac:spMkLst>
        </pc:spChg>
        <pc:spChg chg="mod">
          <ac:chgData name="Oanh Le Thi Kim  (FE FPTU CT)" userId="33772939-cd87-45c1-be61-e0648bc25a53" providerId="ADAL" clId="{EDFF5B8D-AC1B-4B5E-A044-27E7EE900A12}" dt="2021-08-21T06:22:37.896" v="44" actId="1076"/>
          <ac:spMkLst>
            <pc:docMk/>
            <pc:sldMk cId="1364346345" sldId="510"/>
            <ac:spMk id="8" creationId="{DAEFD4E7-6F3B-431B-AFC3-4AD21E95532A}"/>
          </ac:spMkLst>
        </pc:spChg>
      </pc:sldChg>
      <pc:sldChg chg="modSp mod">
        <pc:chgData name="Oanh Le Thi Kim  (FE FPTU CT)" userId="33772939-cd87-45c1-be61-e0648bc25a53" providerId="ADAL" clId="{EDFF5B8D-AC1B-4B5E-A044-27E7EE900A12}" dt="2021-08-21T06:24:31.676" v="123" actId="14100"/>
        <pc:sldMkLst>
          <pc:docMk/>
          <pc:sldMk cId="4106046634" sldId="511"/>
        </pc:sldMkLst>
        <pc:spChg chg="mod">
          <ac:chgData name="Oanh Le Thi Kim  (FE FPTU CT)" userId="33772939-cd87-45c1-be61-e0648bc25a53" providerId="ADAL" clId="{EDFF5B8D-AC1B-4B5E-A044-27E7EE900A12}" dt="2021-08-21T06:24:31.676" v="123" actId="14100"/>
          <ac:spMkLst>
            <pc:docMk/>
            <pc:sldMk cId="4106046634" sldId="511"/>
            <ac:spMk id="5" creationId="{9F4B3034-E2E3-4173-8554-B1E008035346}"/>
          </ac:spMkLst>
        </pc:spChg>
        <pc:spChg chg="mod">
          <ac:chgData name="Oanh Le Thi Kim  (FE FPTU CT)" userId="33772939-cd87-45c1-be61-e0648bc25a53" providerId="ADAL" clId="{EDFF5B8D-AC1B-4B5E-A044-27E7EE900A12}" dt="2021-08-21T06:23:38.808" v="66" actId="14100"/>
          <ac:spMkLst>
            <pc:docMk/>
            <pc:sldMk cId="4106046634" sldId="511"/>
            <ac:spMk id="6" creationId="{98D3A890-C849-4777-ABA2-6969C6DAD515}"/>
          </ac:spMkLst>
        </pc:spChg>
      </pc:sldChg>
      <pc:sldChg chg="modSp mod">
        <pc:chgData name="Oanh Le Thi Kim  (FE FPTU CT)" userId="33772939-cd87-45c1-be61-e0648bc25a53" providerId="ADAL" clId="{EDFF5B8D-AC1B-4B5E-A044-27E7EE900A12}" dt="2021-08-21T06:25:29.975" v="180" actId="14100"/>
        <pc:sldMkLst>
          <pc:docMk/>
          <pc:sldMk cId="1447244196" sldId="515"/>
        </pc:sldMkLst>
        <pc:spChg chg="mod">
          <ac:chgData name="Oanh Le Thi Kim  (FE FPTU CT)" userId="33772939-cd87-45c1-be61-e0648bc25a53" providerId="ADAL" clId="{EDFF5B8D-AC1B-4B5E-A044-27E7EE900A12}" dt="2021-08-21T06:25:29.975" v="180" actId="14100"/>
          <ac:spMkLst>
            <pc:docMk/>
            <pc:sldMk cId="1447244196" sldId="515"/>
            <ac:spMk id="5" creationId="{9F4B3034-E2E3-4173-8554-B1E008035346}"/>
          </ac:spMkLst>
        </pc:spChg>
      </pc:sldChg>
      <pc:sldChg chg="del">
        <pc:chgData name="Oanh Le Thi Kim  (FE FPTU CT)" userId="33772939-cd87-45c1-be61-e0648bc25a53" providerId="ADAL" clId="{EDFF5B8D-AC1B-4B5E-A044-27E7EE900A12}" dt="2021-08-08T09:05:55.232" v="1" actId="47"/>
        <pc:sldMkLst>
          <pc:docMk/>
          <pc:sldMk cId="1153816822" sldId="520"/>
        </pc:sldMkLst>
      </pc:sldChg>
      <pc:sldChg chg="addSp delSp modSp add del mod ord">
        <pc:chgData name="Oanh Le Thi Kim  (FE FPTU CT)" userId="33772939-cd87-45c1-be61-e0648bc25a53" providerId="ADAL" clId="{EDFF5B8D-AC1B-4B5E-A044-27E7EE900A12}" dt="2021-08-21T06:21:35.946" v="38" actId="47"/>
        <pc:sldMkLst>
          <pc:docMk/>
          <pc:sldMk cId="1466928611" sldId="520"/>
        </pc:sldMkLst>
        <pc:spChg chg="del mod">
          <ac:chgData name="Oanh Le Thi Kim  (FE FPTU CT)" userId="33772939-cd87-45c1-be61-e0648bc25a53" providerId="ADAL" clId="{EDFF5B8D-AC1B-4B5E-A044-27E7EE900A12}" dt="2021-08-21T06:21:15.223" v="31" actId="21"/>
          <ac:spMkLst>
            <pc:docMk/>
            <pc:sldMk cId="1466928611" sldId="520"/>
            <ac:spMk id="3" creationId="{00000000-0000-0000-0000-000000000000}"/>
          </ac:spMkLst>
        </pc:spChg>
        <pc:spChg chg="add mod">
          <ac:chgData name="Oanh Le Thi Kim  (FE FPTU CT)" userId="33772939-cd87-45c1-be61-e0648bc25a53" providerId="ADAL" clId="{EDFF5B8D-AC1B-4B5E-A044-27E7EE900A12}" dt="2021-08-21T06:21:15.223" v="31" actId="21"/>
          <ac:spMkLst>
            <pc:docMk/>
            <pc:sldMk cId="1466928611" sldId="520"/>
            <ac:spMk id="5" creationId="{3611A0F7-BCC7-4447-AFE7-B700F834F82D}"/>
          </ac:spMkLst>
        </pc:spChg>
        <pc:spChg chg="del">
          <ac:chgData name="Oanh Le Thi Kim  (FE FPTU CT)" userId="33772939-cd87-45c1-be61-e0648bc25a53" providerId="ADAL" clId="{EDFF5B8D-AC1B-4B5E-A044-27E7EE900A12}" dt="2021-08-21T06:19:37.333" v="4" actId="478"/>
          <ac:spMkLst>
            <pc:docMk/>
            <pc:sldMk cId="1466928611" sldId="520"/>
            <ac:spMk id="8" creationId="{DAEFD4E7-6F3B-431B-AFC3-4AD21E95532A}"/>
          </ac:spMkLst>
        </pc:spChg>
      </pc:sldChg>
      <pc:sldChg chg="addSp delSp modSp add mod ord modNotesTx">
        <pc:chgData name="Oanh Le Thi Kim  (FE FPTU CT)" userId="33772939-cd87-45c1-be61-e0648bc25a53" providerId="ADAL" clId="{EDFF5B8D-AC1B-4B5E-A044-27E7EE900A12}" dt="2021-08-21T06:23:03.030" v="55" actId="14100"/>
        <pc:sldMkLst>
          <pc:docMk/>
          <pc:sldMk cId="2207423331" sldId="521"/>
        </pc:sldMkLst>
        <pc:spChg chg="add mod">
          <ac:chgData name="Oanh Le Thi Kim  (FE FPTU CT)" userId="33772939-cd87-45c1-be61-e0648bc25a53" providerId="ADAL" clId="{EDFF5B8D-AC1B-4B5E-A044-27E7EE900A12}" dt="2021-08-21T06:23:03.030" v="55" actId="14100"/>
          <ac:spMkLst>
            <pc:docMk/>
            <pc:sldMk cId="2207423331" sldId="521"/>
            <ac:spMk id="6" creationId="{2E98F1DB-EC2F-4716-9CFC-2B65DEC0110A}"/>
          </ac:spMkLst>
        </pc:spChg>
        <pc:spChg chg="del">
          <ac:chgData name="Oanh Le Thi Kim  (FE FPTU CT)" userId="33772939-cd87-45c1-be61-e0648bc25a53" providerId="ADAL" clId="{EDFF5B8D-AC1B-4B5E-A044-27E7EE900A12}" dt="2021-08-21T06:21:10.775" v="30" actId="478"/>
          <ac:spMkLst>
            <pc:docMk/>
            <pc:sldMk cId="2207423331" sldId="521"/>
            <ac:spMk id="8" creationId="{DAEFD4E7-6F3B-431B-AFC3-4AD21E95532A}"/>
          </ac:spMkLst>
        </pc:spChg>
        <pc:picChg chg="mod">
          <ac:chgData name="Oanh Le Thi Kim  (FE FPTU CT)" userId="33772939-cd87-45c1-be61-e0648bc25a53" providerId="ADAL" clId="{EDFF5B8D-AC1B-4B5E-A044-27E7EE900A12}" dt="2021-08-21T06:21:24.230" v="33" actId="1076"/>
          <ac:picMkLst>
            <pc:docMk/>
            <pc:sldMk cId="2207423331" sldId="521"/>
            <ac:picMk id="4" creationId="{0FC9A654-54E7-4444-A54A-BC3DE0A2E829}"/>
          </ac:picMkLst>
        </pc:picChg>
      </pc:sldChg>
      <pc:sldChg chg="del">
        <pc:chgData name="Oanh Le Thi Kim  (FE FPTU CT)" userId="33772939-cd87-45c1-be61-e0648bc25a53" providerId="ADAL" clId="{EDFF5B8D-AC1B-4B5E-A044-27E7EE900A12}" dt="2021-08-08T09:05:55.232" v="1" actId="47"/>
        <pc:sldMkLst>
          <pc:docMk/>
          <pc:sldMk cId="3126960576" sldId="5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56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04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83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69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１．文化センターの行き方を教えていただけますか。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２．パクさんがいる場所がわからなかったら、説明できません。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３．確認するため。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４．駅の方に背中があります。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0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５．交差点を渡った後。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６．川と同じ道です。川に沿って歩いています。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７．文化センターの斜め前。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1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57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03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78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89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56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6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69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59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43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vi-V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82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8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178" y="1467853"/>
            <a:ext cx="4814012" cy="1961147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4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53" y="2201778"/>
            <a:ext cx="4326091" cy="286351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地域を知って生活する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丸い町のフレーム素材（小）">
            <a:extLst>
              <a:ext uri="{FF2B5EF4-FFF2-40B4-BE49-F238E27FC236}">
                <a16:creationId xmlns:a16="http://schemas.microsoft.com/office/drawing/2014/main" id="{729BA245-94A7-4D26-9273-1C5E986C1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0" y="703914"/>
            <a:ext cx="5903633" cy="573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02500" y="2899774"/>
            <a:ext cx="4021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>
                <a:solidFill>
                  <a:srgbClr val="5E9C53"/>
                </a:solidFill>
                <a:cs typeface="Arial" pitchFamily="34" charset="0"/>
              </a:rPr>
              <a:t>CD-A17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42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02500" y="1675612"/>
            <a:ext cx="3680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耳でキャッチ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53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C788273-1AEB-44E3-B90A-617F3F3462B9}"/>
              </a:ext>
            </a:extLst>
          </p:cNvPr>
          <p:cNvSpPr/>
          <p:nvPr/>
        </p:nvSpPr>
        <p:spPr>
          <a:xfrm>
            <a:off x="3507801" y="3869066"/>
            <a:ext cx="3537952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1A1E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ACDDE-862D-4FD7-9D73-CD0CDD17E919}"/>
              </a:ext>
            </a:extLst>
          </p:cNvPr>
          <p:cNvSpPr txBox="1"/>
          <p:nvPr/>
        </p:nvSpPr>
        <p:spPr>
          <a:xfrm>
            <a:off x="3582461" y="4115185"/>
            <a:ext cx="2866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vi-VN" altLang="ja-JP" sz="2400" b="1" dirty="0">
                <a:solidFill>
                  <a:srgbClr val="5E9C53"/>
                </a:solidFill>
                <a:cs typeface="Arial" pitchFamily="34" charset="0"/>
              </a:rPr>
              <a:t>4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58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17" name="Right Arrow 50">
            <a:extLst>
              <a:ext uri="{FF2B5EF4-FFF2-40B4-BE49-F238E27FC236}">
                <a16:creationId xmlns:a16="http://schemas.microsoft.com/office/drawing/2014/main" id="{C95AADCD-7102-4894-9828-F629718B6BC2}"/>
              </a:ext>
            </a:extLst>
          </p:cNvPr>
          <p:cNvSpPr/>
          <p:nvPr/>
        </p:nvSpPr>
        <p:spPr>
          <a:xfrm>
            <a:off x="3501729" y="5056330"/>
            <a:ext cx="3537952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2F5252-7D09-4500-9FDD-D7CEF6DCA805}"/>
              </a:ext>
            </a:extLst>
          </p:cNvPr>
          <p:cNvSpPr txBox="1"/>
          <p:nvPr/>
        </p:nvSpPr>
        <p:spPr>
          <a:xfrm>
            <a:off x="3582461" y="5290752"/>
            <a:ext cx="2866465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文法：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1&amp;2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7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P53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721895" y="3308684"/>
            <a:ext cx="10611853" cy="17025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altLang="ja-JP" sz="32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電話で道順をメモしながら行き方をしることができる。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52656-6DBB-4479-9136-9248E9C6774F}"/>
              </a:ext>
            </a:extLst>
          </p:cNvPr>
          <p:cNvSpPr txBox="1"/>
          <p:nvPr/>
        </p:nvSpPr>
        <p:spPr>
          <a:xfrm>
            <a:off x="721896" y="2160345"/>
            <a:ext cx="2273968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b="1" i="0" dirty="0">
                <a:solidFill>
                  <a:srgbClr val="60606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できること</a:t>
            </a:r>
          </a:p>
        </p:txBody>
      </p:sp>
    </p:spTree>
    <p:extLst>
      <p:ext uri="{BB962C8B-B14F-4D97-AF65-F5344CB8AC3E}">
        <p14:creationId xmlns:p14="http://schemas.microsoft.com/office/powerpoint/2010/main" val="316171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P53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05202" y="3072199"/>
            <a:ext cx="10800735" cy="223372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施設に行きたいですが、場所がわからない時、どうしますか。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電話をして聞いたことがありますか。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電話で場所を聞く時、どんな言い方をしますか。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52656-6DBB-4479-9136-9248E9C6774F}"/>
              </a:ext>
            </a:extLst>
          </p:cNvPr>
          <p:cNvSpPr txBox="1"/>
          <p:nvPr/>
        </p:nvSpPr>
        <p:spPr>
          <a:xfrm>
            <a:off x="721895" y="2160345"/>
            <a:ext cx="2646947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タスク前作業</a:t>
            </a:r>
          </a:p>
        </p:txBody>
      </p:sp>
    </p:spTree>
    <p:extLst>
      <p:ext uri="{BB962C8B-B14F-4D97-AF65-F5344CB8AC3E}">
        <p14:creationId xmlns:p14="http://schemas.microsoft.com/office/powerpoint/2010/main" val="2329737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P53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4" name="17 Track 17">
            <a:hlinkClick r:id="" action="ppaction://media"/>
            <a:extLst>
              <a:ext uri="{FF2B5EF4-FFF2-40B4-BE49-F238E27FC236}">
                <a16:creationId xmlns:a16="http://schemas.microsoft.com/office/drawing/2014/main" id="{0FC9A654-54E7-4444-A54A-BC3DE0A2E829}"/>
              </a:ext>
            </a:extLst>
          </p:cNvPr>
          <p:cNvPicPr>
            <a:picLocks noGrp="1" noChangeAspect="1"/>
          </p:cNvPicPr>
          <p:nvPr>
            <p:ph sz="quarter" idx="13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216189" y="670180"/>
            <a:ext cx="1383631" cy="13836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98F1DB-EC2F-4716-9CFC-2B65DEC0110A}"/>
              </a:ext>
            </a:extLst>
          </p:cNvPr>
          <p:cNvSpPr txBox="1">
            <a:spLocks/>
          </p:cNvSpPr>
          <p:nvPr/>
        </p:nvSpPr>
        <p:spPr>
          <a:xfrm>
            <a:off x="629265" y="2839453"/>
            <a:ext cx="10836830" cy="25386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kumimoji="1" lang="en-US" altLang="ja-JP" sz="33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ja-JP" altLang="en-US" sz="4600" dirty="0">
                <a:solidFill>
                  <a:srgbClr val="A11D2B"/>
                </a:solidFill>
                <a:latin typeface="Arial" panose="020B0604020202020204" pitchFamily="34" charset="0"/>
              </a:rPr>
              <a:t>友達と文化センターへ行こうと思いましたが、場所が分からりません。電話をかけて行き方を聞きます。</a:t>
            </a:r>
            <a:endParaRPr kumimoji="1" lang="en-US" altLang="ja-JP" sz="46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ja-JP" sz="40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ja-JP" sz="40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ja-JP" sz="4000" dirty="0">
                <a:solidFill>
                  <a:srgbClr val="A11D2B"/>
                </a:solidFill>
                <a:latin typeface="Arial" panose="020B0604020202020204" pitchFamily="34" charset="0"/>
              </a:rPr>
              <a:t>CD-A17</a:t>
            </a:r>
          </a:p>
        </p:txBody>
      </p:sp>
    </p:spTree>
    <p:extLst>
      <p:ext uri="{BB962C8B-B14F-4D97-AF65-F5344CB8AC3E}">
        <p14:creationId xmlns:p14="http://schemas.microsoft.com/office/powerpoint/2010/main" val="220742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9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P53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4" name="17 Track 17">
            <a:hlinkClick r:id="" action="ppaction://media"/>
            <a:extLst>
              <a:ext uri="{FF2B5EF4-FFF2-40B4-BE49-F238E27FC236}">
                <a16:creationId xmlns:a16="http://schemas.microsoft.com/office/drawing/2014/main" id="{0FC9A654-54E7-4444-A54A-BC3DE0A2E829}"/>
              </a:ext>
            </a:extLst>
          </p:cNvPr>
          <p:cNvPicPr>
            <a:picLocks noGrp="1" noChangeAspect="1"/>
          </p:cNvPicPr>
          <p:nvPr>
            <p:ph sz="quarter" idx="13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95873" y="488055"/>
            <a:ext cx="1383631" cy="13836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29265" y="2394284"/>
            <a:ext cx="10896988" cy="38260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パクさんは文化センターへの行き方を聞くとき、最初に職員に何と言いましたか。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職員は最初に「どちらからいらっしゃいますか」と聞きました。それはどうしてですか。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パクさんが「北口ですね」と言っていますが、どうしてそう言ったと思いますか。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職員が「駅を背にして、スーパーと本屋の間の道をまっすぐ歩いて来てください」と言いましたが、「駅を背にして」というのはどういう意味だと思いますか。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8AD5C-2652-4DC9-852F-AE6044FAB772}"/>
              </a:ext>
            </a:extLst>
          </p:cNvPr>
          <p:cNvSpPr txBox="1"/>
          <p:nvPr/>
        </p:nvSpPr>
        <p:spPr>
          <a:xfrm>
            <a:off x="644919" y="1702469"/>
            <a:ext cx="2646947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タスク後作業</a:t>
            </a:r>
          </a:p>
        </p:txBody>
      </p:sp>
    </p:spTree>
    <p:extLst>
      <p:ext uri="{BB962C8B-B14F-4D97-AF65-F5344CB8AC3E}">
        <p14:creationId xmlns:p14="http://schemas.microsoft.com/office/powerpoint/2010/main" val="132307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9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P53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4" name="17 Track 17">
            <a:hlinkClick r:id="" action="ppaction://media"/>
            <a:extLst>
              <a:ext uri="{FF2B5EF4-FFF2-40B4-BE49-F238E27FC236}">
                <a16:creationId xmlns:a16="http://schemas.microsoft.com/office/drawing/2014/main" id="{0FC9A654-54E7-4444-A54A-BC3DE0A2E829}"/>
              </a:ext>
            </a:extLst>
          </p:cNvPr>
          <p:cNvPicPr>
            <a:picLocks noGrp="1" noChangeAspect="1"/>
          </p:cNvPicPr>
          <p:nvPr>
            <p:ph sz="quarter" idx="13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21516" y="242195"/>
            <a:ext cx="1383631" cy="13836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29265" y="2310065"/>
            <a:ext cx="11306061" cy="40907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５．職員が「その先に川があります」と言いましたが、「その先に」はどういう意味だと思いますか。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６．職員が「川に沿って２００メートルぐらい歩くと、右に灰色の建物が見えます」と言いました。「川に沿って」はどういう意味だと思いますか。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７．文化センターの近くにコンビニはありますか。どこにありますか。</a:t>
            </a: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0782A-EA1A-4740-BA5F-14B38452A4A4}"/>
              </a:ext>
            </a:extLst>
          </p:cNvPr>
          <p:cNvSpPr txBox="1"/>
          <p:nvPr/>
        </p:nvSpPr>
        <p:spPr>
          <a:xfrm>
            <a:off x="644919" y="1702469"/>
            <a:ext cx="2646947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タスク後作業</a:t>
            </a:r>
          </a:p>
        </p:txBody>
      </p:sp>
    </p:spTree>
    <p:extLst>
      <p:ext uri="{BB962C8B-B14F-4D97-AF65-F5344CB8AC3E}">
        <p14:creationId xmlns:p14="http://schemas.microsoft.com/office/powerpoint/2010/main" val="136434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9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621971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使ってみよう</a:t>
            </a:r>
            <a:r>
              <a:rPr lang="vi-VN" altLang="ja-JP" sz="4000" b="1" dirty="0">
                <a:solidFill>
                  <a:srgbClr val="A11D2B"/>
                </a:solidFill>
              </a:rPr>
              <a:t>5</a:t>
            </a:r>
            <a:r>
              <a:rPr lang="ja-JP" altLang="en-US" sz="4000" b="1" dirty="0">
                <a:solidFill>
                  <a:srgbClr val="A11D2B"/>
                </a:solidFill>
              </a:rPr>
              <a:t>（</a:t>
            </a:r>
            <a:r>
              <a:rPr lang="vi-VN" altLang="ja-JP" sz="4000" b="1" dirty="0">
                <a:solidFill>
                  <a:srgbClr val="A11D2B"/>
                </a:solidFill>
              </a:rPr>
              <a:t>58</a:t>
            </a:r>
            <a:r>
              <a:rPr lang="ja-JP" altLang="en-US" sz="4000" b="1" dirty="0">
                <a:solidFill>
                  <a:srgbClr val="A11D2B"/>
                </a:solidFill>
              </a:rPr>
              <a:t>）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文法</a:t>
            </a:r>
            <a:r>
              <a:rPr lang="vi-VN" altLang="ja-JP" sz="4000" b="1" dirty="0">
                <a:solidFill>
                  <a:srgbClr val="A11D2B"/>
                </a:solidFill>
              </a:rPr>
              <a:t>1</a:t>
            </a:r>
            <a:r>
              <a:rPr lang="ja-JP" altLang="en-US" sz="4000" b="1" dirty="0">
                <a:solidFill>
                  <a:srgbClr val="A11D2B"/>
                </a:solidFill>
              </a:rPr>
              <a:t>＆</a:t>
            </a:r>
            <a:r>
              <a:rPr lang="vi-VN" altLang="ja-JP" sz="4000" b="1" dirty="0">
                <a:solidFill>
                  <a:srgbClr val="A11D2B"/>
                </a:solidFill>
              </a:rPr>
              <a:t>2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79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C00000"/>
                </a:solidFill>
              </a:rPr>
              <a:t>～</a:t>
            </a:r>
            <a:r>
              <a:rPr lang="ja-JP" altLang="en-US" sz="2800" dirty="0">
                <a:solidFill>
                  <a:srgbClr val="C00000"/>
                </a:solidFill>
              </a:rPr>
              <a:t> </a:t>
            </a:r>
            <a:r>
              <a:rPr lang="ja-JP" altLang="en-US" sz="4400" b="1" dirty="0">
                <a:solidFill>
                  <a:srgbClr val="C00000"/>
                </a:solidFill>
              </a:rPr>
              <a:t>を背にして</a:t>
            </a:r>
            <a:endParaRPr lang="en-US" sz="48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1895" y="1696453"/>
            <a:ext cx="5253789" cy="4391526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＊</a:t>
            </a:r>
            <a:r>
              <a:rPr lang="ja-JP" altLang="en-US" sz="2400" dirty="0"/>
              <a:t> </a:t>
            </a:r>
            <a:r>
              <a:rPr lang="ja-JP" altLang="en-US" sz="2800" dirty="0"/>
              <a:t>～をうしろにして</a:t>
            </a:r>
            <a:r>
              <a:rPr lang="en-US" altLang="ja-JP" sz="2800" dirty="0"/>
              <a:t>/</a:t>
            </a:r>
            <a:r>
              <a:rPr lang="ja-JP" altLang="en-US" sz="2800" dirty="0"/>
              <a:t>～に背 中 を向 けて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Lấy ~ làm mốc, làm điểm tựa</a:t>
            </a:r>
            <a:endParaRPr lang="en-US" altLang="ja-JP" sz="2800" dirty="0"/>
          </a:p>
          <a:p>
            <a:pPr marL="0" indent="0" algn="ctr">
              <a:buNone/>
            </a:pPr>
            <a:endParaRPr lang="en-US" altLang="ja-JP" sz="2800" dirty="0"/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7038474" y="1973179"/>
            <a:ext cx="4524261" cy="4114800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2400" dirty="0"/>
          </a:p>
          <a:p>
            <a:pPr marL="0" indent="0" algn="ctr">
              <a:buNone/>
            </a:pPr>
            <a:r>
              <a:rPr lang="en-US" altLang="ja-JP" sz="2800" dirty="0"/>
              <a:t>N</a:t>
            </a:r>
            <a:r>
              <a:rPr lang="ja-JP" altLang="en-US" sz="2800" dirty="0"/>
              <a:t>＋を背  にして</a:t>
            </a:r>
            <a:endParaRPr lang="en-US" altLang="ja-JP" sz="36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04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P58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6F92F375-DD18-4593-A9AC-03924419FFD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32" y="2173601"/>
            <a:ext cx="10833100" cy="2510798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3200" dirty="0">
                <a:solidFill>
                  <a:srgbClr val="C00000"/>
                </a:solidFill>
              </a:rPr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を背にして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203446"/>
            <a:ext cx="7581342" cy="5492813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Ａ：東京の郵便局 に行きたいんですが、どうやって行ったらいいですか。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</a:t>
            </a:r>
            <a:r>
              <a:rPr lang="ja-JP" altLang="en-US" sz="2800" dirty="0"/>
              <a:t>Ｂ：今、どこにいますか。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Ａ：東京駅の西口です。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Ｂ：じゃ、</a:t>
            </a:r>
            <a:r>
              <a:rPr lang="vi-VN" altLang="ja-JP" sz="2800" dirty="0"/>
              <a:t>________</a:t>
            </a:r>
            <a:r>
              <a:rPr lang="ja-JP" altLang="en-US" sz="2800" dirty="0"/>
              <a:t>を背にして、＿＿＿＿＿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の道 をまっすぐ行くと、 右 側 にありますよ。</a:t>
            </a:r>
            <a:endParaRPr lang="en-US" altLang="ja-JP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2507860" y="4936273"/>
            <a:ext cx="1455821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highlight>
                  <a:srgbClr val="00FFFF"/>
                </a:highlight>
              </a:rPr>
              <a:t>西口</a:t>
            </a:r>
            <a:endParaRPr lang="en-US" sz="2000" b="1" dirty="0">
              <a:highlight>
                <a:srgbClr val="00FFFF"/>
              </a:highlight>
            </a:endParaRPr>
          </a:p>
        </p:txBody>
      </p:sp>
      <p:pic>
        <p:nvPicPr>
          <p:cNvPr id="4098" name="Picture 2" descr="携帯電話で話す女性のイラスト">
            <a:extLst>
              <a:ext uri="{FF2B5EF4-FFF2-40B4-BE49-F238E27FC236}">
                <a16:creationId xmlns:a16="http://schemas.microsoft.com/office/drawing/2014/main" id="{2CD1835C-7F01-4292-BEBF-B91F3F605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326" y="1203446"/>
            <a:ext cx="2007823" cy="2007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東京駅のイラスト">
            <a:extLst>
              <a:ext uri="{FF2B5EF4-FFF2-40B4-BE49-F238E27FC236}">
                <a16:creationId xmlns:a16="http://schemas.microsoft.com/office/drawing/2014/main" id="{1F72C609-D890-4A30-829D-1CBFFE9A1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875" y="3211269"/>
            <a:ext cx="3235044" cy="323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1C6F4C-0A8D-4CF6-A7D6-292CB7A10254}"/>
              </a:ext>
            </a:extLst>
          </p:cNvPr>
          <p:cNvSpPr txBox="1"/>
          <p:nvPr/>
        </p:nvSpPr>
        <p:spPr>
          <a:xfrm>
            <a:off x="6096000" y="4967051"/>
            <a:ext cx="2025316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highlight>
                  <a:srgbClr val="00FFFF"/>
                </a:highlight>
              </a:rPr>
              <a:t>本屋と花屋の間</a:t>
            </a:r>
            <a:endParaRPr lang="en-US" sz="20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3570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3200" dirty="0">
                <a:solidFill>
                  <a:srgbClr val="C00000"/>
                </a:solidFill>
              </a:rPr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を背にして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0855" y="1706283"/>
            <a:ext cx="6173647" cy="4679996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Ａ：ね、写真を撮 りましょうか。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Ｂ：いいですね。どこで撮りますか。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Ａ：じゃ、＿＿＿＿＿＿＿＿ </a:t>
            </a:r>
            <a:endParaRPr lang="en-US" altLang="ja-JP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2550695" y="4046281"/>
            <a:ext cx="3705725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そのかべを背にしてみて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  <p:pic>
        <p:nvPicPr>
          <p:cNvPr id="6146" name="Picture 2" descr="フリー写真] 壁を背にして立っている女性のポートレイトでアハ体験 - GAHAG | 著作権フリー写真・イラスト素材集">
            <a:extLst>
              <a:ext uri="{FF2B5EF4-FFF2-40B4-BE49-F238E27FC236}">
                <a16:creationId xmlns:a16="http://schemas.microsoft.com/office/drawing/2014/main" id="{BAE93173-ADC3-4053-BBBA-D94DB8DE7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911" y="2236317"/>
            <a:ext cx="4568234" cy="323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70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263" y="505326"/>
            <a:ext cx="4908884" cy="5582653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>
                <a:highlight>
                  <a:srgbClr val="FFFF00"/>
                </a:highlight>
              </a:rPr>
              <a:t> </a:t>
            </a:r>
            <a:r>
              <a:rPr lang="ja-JP" altLang="en-US" sz="2400" dirty="0">
                <a:highlight>
                  <a:srgbClr val="FFFF00"/>
                </a:highlight>
              </a:rPr>
              <a:t>Ａ</a:t>
            </a:r>
            <a:r>
              <a:rPr lang="ja-JP" altLang="en-US" sz="2400" dirty="0"/>
              <a:t>：新 宿 のサカイ電気っていう店に行きたいんだけど、どうやって行くかわかる？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>
                <a:highlight>
                  <a:srgbClr val="FFFF00"/>
                </a:highlight>
              </a:rPr>
              <a:t>Ｂ</a:t>
            </a:r>
            <a:r>
              <a:rPr lang="ja-JP" altLang="en-US" sz="2400" dirty="0"/>
              <a:t>：ええとねえ、＿＿＿＿＿＿＿を背にして、左に少し行くと、右に喫 茶 店 があるから、その喫 茶 店 の角を右に曲がって、まっすぐ行くと、大きい交 差 点があるんだ。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そこ＿＿＿＿左＿＿＿＿曲がると、右側 にあるよ</a:t>
            </a:r>
            <a:r>
              <a:rPr lang="ja-JP" altLang="en-US" sz="2200" dirty="0"/>
              <a:t>。</a:t>
            </a:r>
            <a:endParaRPr lang="en-US" altLang="ja-JP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3060034" y="1952444"/>
            <a:ext cx="1487902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この道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76F3A5-6F32-4690-8E37-45905EBE9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937" y="401216"/>
            <a:ext cx="6289768" cy="4640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25D7F8-657A-4ACA-A5E9-246761752861}"/>
              </a:ext>
            </a:extLst>
          </p:cNvPr>
          <p:cNvSpPr txBox="1"/>
          <p:nvPr/>
        </p:nvSpPr>
        <p:spPr>
          <a:xfrm>
            <a:off x="1443789" y="4130160"/>
            <a:ext cx="926432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を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37602-CBFD-48F8-A550-D426B7D00EB4}"/>
              </a:ext>
            </a:extLst>
          </p:cNvPr>
          <p:cNvSpPr txBox="1"/>
          <p:nvPr/>
        </p:nvSpPr>
        <p:spPr>
          <a:xfrm>
            <a:off x="3060034" y="4130159"/>
            <a:ext cx="657724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00FFFF"/>
                </a:highlight>
              </a:rPr>
              <a:t>に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4570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富士河口湖温泉のホテル・旅館一覧（施設ごと）｜宿泊予約｜dトラベル">
            <a:extLst>
              <a:ext uri="{FF2B5EF4-FFF2-40B4-BE49-F238E27FC236}">
                <a16:creationId xmlns:a16="http://schemas.microsoft.com/office/drawing/2014/main" id="{045311A8-D656-4ABB-83F6-A526EAEC0C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/>
          <a:stretch/>
        </p:blipFill>
        <p:spPr bwMode="auto">
          <a:xfrm>
            <a:off x="2555441" y="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5223806-A0D0-4FF7-8520-C560DBA8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65125"/>
            <a:ext cx="3517389" cy="982412"/>
          </a:xfrm>
          <a:solidFill>
            <a:srgbClr val="00B0F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4000" b="1" dirty="0">
                <a:solidFill>
                  <a:srgbClr val="C00000"/>
                </a:solidFill>
              </a:rPr>
              <a:t>写真描写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1580" y="2021305"/>
            <a:ext cx="4740442" cy="415565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altLang="ja-JP" sz="2800" b="1" dirty="0"/>
          </a:p>
          <a:p>
            <a:pPr marL="0" indent="0">
              <a:buNone/>
            </a:pPr>
            <a:r>
              <a:rPr lang="ja-JP" altLang="en-US" sz="2800" b="1" dirty="0"/>
              <a:t>富士山を</a:t>
            </a:r>
            <a:r>
              <a:rPr lang="ja-JP" altLang="en-US" sz="2800" dirty="0"/>
              <a:t>＿＿＿＿＿＿</a:t>
            </a:r>
            <a:endParaRPr lang="en-US" altLang="ja-JP" sz="2800" dirty="0"/>
          </a:p>
          <a:p>
            <a:pPr marL="0"/>
            <a:endParaRPr lang="en-US" altLang="ja-JP" sz="2800" dirty="0"/>
          </a:p>
          <a:p>
            <a:pPr marL="0" indent="0">
              <a:buNone/>
            </a:pPr>
            <a:r>
              <a:rPr lang="ja-JP" altLang="en-US" sz="2800" b="1" dirty="0"/>
              <a:t>ホテルに＿＿＿＿＿＿。</a:t>
            </a:r>
            <a:endParaRPr lang="en-US" altLang="ja-JP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2708540" y="2308705"/>
            <a:ext cx="1973179" cy="47231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2400" b="1" dirty="0">
                <a:highlight>
                  <a:srgbClr val="00FFFF"/>
                </a:highlight>
              </a:rPr>
              <a:t>背にする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F160D-DD64-498E-B7DC-5067A6C6B94C}"/>
              </a:ext>
            </a:extLst>
          </p:cNvPr>
          <p:cNvSpPr txBox="1"/>
          <p:nvPr/>
        </p:nvSpPr>
        <p:spPr>
          <a:xfrm>
            <a:off x="2317715" y="3291175"/>
            <a:ext cx="219158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2400" b="1" dirty="0">
                <a:highlight>
                  <a:srgbClr val="00FFFF"/>
                </a:highlight>
              </a:rPr>
              <a:t>泊まりました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953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C00000"/>
                </a:solidFill>
              </a:rPr>
              <a:t>～</a:t>
            </a:r>
            <a:r>
              <a:rPr lang="ja-JP" altLang="en-US" sz="4000" b="1" dirty="0">
                <a:solidFill>
                  <a:srgbClr val="C00000"/>
                </a:solidFill>
              </a:rPr>
              <a:t>に沿 って／～に沿う／～に沿 った</a:t>
            </a:r>
            <a:endParaRPr lang="en-US" sz="48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041619" cy="43554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3600" dirty="0"/>
              <a:t>＊</a:t>
            </a:r>
            <a:r>
              <a:rPr lang="ja-JP" altLang="en-US" sz="3200" dirty="0"/>
              <a:t> ～に合わせて</a:t>
            </a:r>
            <a:endParaRPr lang="vi-VN" altLang="ja-JP" sz="3200" dirty="0"/>
          </a:p>
          <a:p>
            <a:pPr marL="0" indent="0" algn="ctr">
              <a:buNone/>
            </a:pPr>
            <a:r>
              <a:rPr lang="vi-VN" altLang="ja-JP" sz="3200" dirty="0"/>
              <a:t>Theo/ Men theo/ Dọc theo/ Dựa theo</a:t>
            </a:r>
          </a:p>
          <a:p>
            <a:pPr marL="0" indent="0" algn="ctr">
              <a:buNone/>
            </a:pPr>
            <a:endParaRPr lang="en-US" altLang="ja-JP" sz="3600" dirty="0"/>
          </a:p>
          <a:p>
            <a:pPr marL="0" indent="0" algn="ctr">
              <a:buNone/>
            </a:pPr>
            <a:endParaRPr lang="en-US" altLang="ja-JP" sz="3600" dirty="0"/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521116" y="1973179"/>
            <a:ext cx="5041619" cy="41268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2400" dirty="0"/>
          </a:p>
          <a:p>
            <a:pPr marL="0" indent="0" algn="ctr">
              <a:buNone/>
            </a:pPr>
            <a:r>
              <a:rPr lang="en-US" altLang="ja-JP" sz="2800" dirty="0"/>
              <a:t>N</a:t>
            </a:r>
            <a:r>
              <a:rPr lang="ja-JP" altLang="en-US" sz="2800" dirty="0"/>
              <a:t>＋に沿って </a:t>
            </a:r>
            <a:endParaRPr lang="en-US" altLang="ja-JP" sz="2800" dirty="0"/>
          </a:p>
          <a:p>
            <a:pPr marL="0" indent="0" algn="ctr">
              <a:buNone/>
            </a:pPr>
            <a:r>
              <a:rPr lang="en-US" altLang="ja-JP" sz="2800" dirty="0"/>
              <a:t>N</a:t>
            </a:r>
            <a:r>
              <a:rPr lang="ja-JP" altLang="en-US" sz="2800" dirty="0"/>
              <a:t>＋に沿う</a:t>
            </a:r>
            <a:r>
              <a:rPr lang="en-US" altLang="ja-JP" sz="2800" dirty="0"/>
              <a:t>/</a:t>
            </a:r>
            <a:r>
              <a:rPr lang="ja-JP" altLang="en-US" sz="2800" dirty="0"/>
              <a:t>沿 そ った＋</a:t>
            </a:r>
            <a:r>
              <a:rPr lang="en-US" altLang="ja-JP" sz="2800" dirty="0"/>
              <a:t>N</a:t>
            </a:r>
            <a:endParaRPr lang="en-US" altLang="ja-JP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244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P58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35BE6E90-90C7-4C47-B2EB-9126CC51592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34" y="1922838"/>
            <a:ext cx="11423717" cy="2974015"/>
          </a:xfrm>
        </p:spPr>
      </p:pic>
    </p:spTree>
    <p:extLst>
      <p:ext uri="{BB962C8B-B14F-4D97-AF65-F5344CB8AC3E}">
        <p14:creationId xmlns:p14="http://schemas.microsoft.com/office/powerpoint/2010/main" val="180838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400" b="1" dirty="0">
                <a:solidFill>
                  <a:srgbClr val="C00000"/>
                </a:solidFill>
              </a:rPr>
              <a:t>に沿 って／～に沿う／～に沿 った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1895" y="1179097"/>
            <a:ext cx="10845910" cy="522170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① Ａ：あのう、すみません。この近くにコンビニはありませんか。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　Ｂ：コンビニなら＿＿＿＿＿＿＿ に沿って </a:t>
            </a:r>
            <a:r>
              <a:rPr lang="en-US" altLang="ja-JP" sz="2800" dirty="0"/>
              <a:t>50</a:t>
            </a:r>
            <a:r>
              <a:rPr lang="ja-JP" altLang="en-US" sz="2800" dirty="0"/>
              <a:t>ｍくらいまっすぐ　</a:t>
            </a:r>
            <a:r>
              <a:rPr lang="en-US" altLang="ja-JP" sz="2800" dirty="0"/>
              <a:t>	</a:t>
            </a:r>
            <a:r>
              <a:rPr lang="ja-JP" altLang="en-US" sz="2800" dirty="0"/>
              <a:t>行くと右にあります。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② この道に沿ってずっと行くと、＿＿＿＿＿＿＿＿＿＿＿＿＿。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③［街の 紹介］ 通りに沿って、＿＿＿＿＿＿ が並んでいる。</a:t>
            </a:r>
            <a:endParaRPr lang="en-US" altLang="ja-JP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1C553-1EE0-4159-9D8A-9A0EC12ABA15}"/>
              </a:ext>
            </a:extLst>
          </p:cNvPr>
          <p:cNvSpPr txBox="1"/>
          <p:nvPr/>
        </p:nvSpPr>
        <p:spPr>
          <a:xfrm>
            <a:off x="4608098" y="2036666"/>
            <a:ext cx="1487902" cy="46166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FFFF00"/>
                </a:highlight>
              </a:rPr>
              <a:t>この道</a:t>
            </a:r>
            <a:endParaRPr lang="en-US" altLang="ja-JP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B0FA3-6454-4EE2-8624-6416D0482E28}"/>
              </a:ext>
            </a:extLst>
          </p:cNvPr>
          <p:cNvSpPr txBox="1"/>
          <p:nvPr/>
        </p:nvSpPr>
        <p:spPr>
          <a:xfrm>
            <a:off x="6352676" y="3328284"/>
            <a:ext cx="3934323" cy="46166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FFFF00"/>
                </a:highlight>
              </a:rPr>
              <a:t>右側に郵便局があります</a:t>
            </a:r>
            <a:endParaRPr lang="en-US" altLang="ja-JP" sz="2400" b="1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345CE-8A15-4478-9351-02C36B794C66}"/>
              </a:ext>
            </a:extLst>
          </p:cNvPr>
          <p:cNvSpPr txBox="1"/>
          <p:nvPr/>
        </p:nvSpPr>
        <p:spPr>
          <a:xfrm>
            <a:off x="5883446" y="4840479"/>
            <a:ext cx="2189743" cy="46166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FFFF00"/>
                </a:highlight>
              </a:rPr>
              <a:t>さくらの木</a:t>
            </a:r>
            <a:endParaRPr lang="en-US" altLang="ja-JP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0374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576138"/>
            <a:ext cx="4547937" cy="4647682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ja-JP" altLang="en-US" sz="3200" b="1" dirty="0"/>
              <a:t>川</a:t>
            </a:r>
            <a:r>
              <a:rPr lang="ja-JP" altLang="en-US" sz="3200" dirty="0"/>
              <a:t>＿</a:t>
            </a:r>
            <a:r>
              <a:rPr lang="ja-JP" altLang="en-US" sz="3600" dirty="0"/>
              <a:t>＿＿＿＿＿、</a:t>
            </a:r>
            <a:endParaRPr lang="en-US" altLang="ja-JP" sz="3600" dirty="0"/>
          </a:p>
          <a:p>
            <a:pPr marL="0" indent="0">
              <a:buNone/>
            </a:pPr>
            <a:endParaRPr lang="en-US" altLang="ja-JP" sz="3600" dirty="0"/>
          </a:p>
          <a:p>
            <a:pPr marL="0" indent="0">
              <a:buNone/>
            </a:pPr>
            <a:r>
              <a:rPr lang="ja-JP" altLang="en-US" sz="3200" b="1" dirty="0"/>
              <a:t>桜の木が</a:t>
            </a:r>
            <a:r>
              <a:rPr lang="ja-JP" altLang="en-US" sz="3600" dirty="0"/>
              <a:t>＿＿＿＿＿</a:t>
            </a:r>
            <a:endParaRPr lang="en-US" altLang="ja-JP" sz="3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AC0D3-D3B5-47E6-9EC3-8E8758752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862" y="1292315"/>
            <a:ext cx="6019331" cy="4270123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1163857" y="1576138"/>
            <a:ext cx="1973179" cy="47231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2400" b="1" dirty="0">
                <a:highlight>
                  <a:srgbClr val="00FFFF"/>
                </a:highlight>
              </a:rPr>
              <a:t>にそって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5223806-A0D0-4FF7-8520-C560DBA8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3705725" cy="814745"/>
          </a:xfrm>
          <a:solidFill>
            <a:schemeClr val="accent4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ja-JP" altLang="en-US" b="1" dirty="0">
                <a:solidFill>
                  <a:srgbClr val="C00000"/>
                </a:solidFill>
              </a:rPr>
              <a:t>写真描写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F160D-DD64-498E-B7DC-5067A6C6B94C}"/>
              </a:ext>
            </a:extLst>
          </p:cNvPr>
          <p:cNvSpPr txBox="1"/>
          <p:nvPr/>
        </p:nvSpPr>
        <p:spPr>
          <a:xfrm>
            <a:off x="1817348" y="2805888"/>
            <a:ext cx="2337494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2400" b="1" dirty="0">
                <a:highlight>
                  <a:srgbClr val="00FFFF"/>
                </a:highlight>
              </a:rPr>
              <a:t>うえてあります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5901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2" name="Rectangle 7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ソレントからアマルフィー海岸観光』アマルフィ(イタリア)の旅行記・ブログ by AandMさん【フォートラベル】">
            <a:extLst>
              <a:ext uri="{FF2B5EF4-FFF2-40B4-BE49-F238E27FC236}">
                <a16:creationId xmlns:a16="http://schemas.microsoft.com/office/drawing/2014/main" id="{FCE37DD7-AC51-4CE2-9328-DED170AF8B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/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3" name="Rectangle 7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5223806-A0D0-4FF7-8520-C560DBA8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621" y="365125"/>
            <a:ext cx="3661768" cy="669591"/>
          </a:xfrm>
          <a:solidFill>
            <a:srgbClr val="5E9C53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写真描写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4536" y="1399832"/>
            <a:ext cx="5891463" cy="477713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b="1" dirty="0"/>
              <a:t>海岸線</a:t>
            </a:r>
            <a:r>
              <a:rPr lang="ja-JP" altLang="en-US" sz="2800" b="1" dirty="0"/>
              <a:t>＿</a:t>
            </a:r>
            <a:r>
              <a:rPr lang="ja-JP" altLang="en-US" b="1" dirty="0"/>
              <a:t>＿＿＿＿＿＿＿＿</a:t>
            </a:r>
            <a:r>
              <a:rPr lang="ja-JP" altLang="en-US" sz="3200" b="1" dirty="0"/>
              <a:t>道路</a:t>
            </a:r>
            <a:endParaRPr lang="en-US" altLang="ja-JP" sz="3200" b="1" dirty="0"/>
          </a:p>
          <a:p>
            <a:pPr marL="0" indent="0">
              <a:buNone/>
            </a:pPr>
            <a:endParaRPr lang="en-US" altLang="ja-JP" sz="3200" b="1" dirty="0"/>
          </a:p>
          <a:p>
            <a:pPr marL="0" indent="0">
              <a:buNone/>
            </a:pPr>
            <a:r>
              <a:rPr lang="ja-JP" altLang="en-US" sz="3200" b="1" dirty="0"/>
              <a:t>は、＿＿＿＿でにぎやかだ。</a:t>
            </a:r>
            <a:endParaRPr lang="en-US" altLang="ja-JP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C1EFB-37F6-4D48-AC4E-F513F39E54A4}"/>
              </a:ext>
            </a:extLst>
          </p:cNvPr>
          <p:cNvSpPr txBox="1"/>
          <p:nvPr/>
        </p:nvSpPr>
        <p:spPr>
          <a:xfrm>
            <a:off x="1817348" y="1729348"/>
            <a:ext cx="1836553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2400" b="1" dirty="0">
                <a:highlight>
                  <a:srgbClr val="00FFFF"/>
                </a:highlight>
              </a:rPr>
              <a:t>にそった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F160D-DD64-498E-B7DC-5067A6C6B94C}"/>
              </a:ext>
            </a:extLst>
          </p:cNvPr>
          <p:cNvSpPr txBox="1"/>
          <p:nvPr/>
        </p:nvSpPr>
        <p:spPr>
          <a:xfrm>
            <a:off x="998621" y="2863516"/>
            <a:ext cx="1684421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ja-JP" altLang="en-US" sz="2400" b="1" dirty="0">
                <a:highlight>
                  <a:srgbClr val="00FFFF"/>
                </a:highlight>
              </a:rPr>
              <a:t>観光客</a:t>
            </a:r>
            <a:endParaRPr lang="en-US" altLang="ja-JP" sz="24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7568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9" y="1621971"/>
            <a:ext cx="9534740" cy="307142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道を案内するときに使う言葉</a:t>
            </a: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4000" b="1" dirty="0">
                <a:solidFill>
                  <a:srgbClr val="A11D2B"/>
                </a:solidFill>
              </a:rPr>
              <a:t>　</a:t>
            </a:r>
            <a:r>
              <a:rPr lang="ja-JP" altLang="en-US" sz="2800" b="1" dirty="0">
                <a:solidFill>
                  <a:srgbClr val="A11D2B"/>
                </a:solidFill>
              </a:rPr>
              <a:t>（ワ</a:t>
            </a:r>
            <a:r>
              <a:rPr lang="vi-VN" altLang="ja-JP" sz="2800" b="1" dirty="0">
                <a:solidFill>
                  <a:srgbClr val="A11D2B"/>
                </a:solidFill>
              </a:rPr>
              <a:t>-</a:t>
            </a:r>
            <a:r>
              <a:rPr lang="ja-JP" altLang="en-US" sz="2800" b="1" dirty="0">
                <a:solidFill>
                  <a:srgbClr val="A11D2B"/>
                </a:solidFill>
              </a:rPr>
              <a:t>クブック</a:t>
            </a:r>
            <a:r>
              <a:rPr lang="en-US" altLang="ja-JP" sz="2800" b="1" dirty="0">
                <a:solidFill>
                  <a:srgbClr val="A11D2B"/>
                </a:solidFill>
              </a:rPr>
              <a:t>―</a:t>
            </a:r>
            <a:r>
              <a:rPr lang="vi-VN" altLang="ja-JP" sz="2800" b="1" dirty="0">
                <a:solidFill>
                  <a:srgbClr val="A11D2B"/>
                </a:solidFill>
              </a:rPr>
              <a:t>31&amp;32</a:t>
            </a:r>
            <a:r>
              <a:rPr lang="ja-JP" altLang="en-US" sz="2800" b="1" dirty="0">
                <a:solidFill>
                  <a:srgbClr val="A11D2B"/>
                </a:solidFill>
              </a:rPr>
              <a:t>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10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4346</TotalTime>
  <Words>1505</Words>
  <Application>Microsoft Office PowerPoint</Application>
  <PresentationFormat>Widescreen</PresentationFormat>
  <Paragraphs>157</Paragraphs>
  <Slides>20</Slides>
  <Notes>17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第4課</vt:lpstr>
      <vt:lpstr>PowerPoint Presentation</vt:lpstr>
      <vt:lpstr> 耳でキャッチ　（P53）</vt:lpstr>
      <vt:lpstr> 耳でキャッチ　（P53）</vt:lpstr>
      <vt:lpstr> 耳でキャッチ　（P53）</vt:lpstr>
      <vt:lpstr> 耳でキャッチ　（P53）</vt:lpstr>
      <vt:lpstr> 耳でキャッチ　（P53）</vt:lpstr>
      <vt:lpstr>使ってみよう5（58） 文法1＆2</vt:lpstr>
      <vt:lpstr>～ を背にして</vt:lpstr>
      <vt:lpstr>例文（P58）</vt:lpstr>
      <vt:lpstr>～ を背にして</vt:lpstr>
      <vt:lpstr>～ を背にして</vt:lpstr>
      <vt:lpstr>PowerPoint Presentation</vt:lpstr>
      <vt:lpstr>写真描写</vt:lpstr>
      <vt:lpstr>～に沿 って／～に沿う／～に沿 った</vt:lpstr>
      <vt:lpstr>例文（P58）</vt:lpstr>
      <vt:lpstr>～に沿 って／～に沿う／～に沿 った</vt:lpstr>
      <vt:lpstr>写真描写</vt:lpstr>
      <vt:lpstr>写真描写</vt:lpstr>
      <vt:lpstr>道を案内するときに使う言葉 　（ワ-クブック―31&amp;32ページ）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2021-09-13T13:29:36Z</dcterms:modified>
</cp:coreProperties>
</file>