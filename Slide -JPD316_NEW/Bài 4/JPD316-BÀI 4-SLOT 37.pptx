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72" r:id="rId3"/>
    <p:sldId id="471" r:id="rId4"/>
    <p:sldId id="485" r:id="rId5"/>
    <p:sldId id="433" r:id="rId6"/>
    <p:sldId id="472" r:id="rId7"/>
    <p:sldId id="473" r:id="rId8"/>
    <p:sldId id="365" r:id="rId9"/>
    <p:sldId id="481" r:id="rId10"/>
    <p:sldId id="480" r:id="rId11"/>
    <p:sldId id="367" r:id="rId12"/>
    <p:sldId id="532" r:id="rId13"/>
    <p:sldId id="474" r:id="rId14"/>
    <p:sldId id="533" r:id="rId15"/>
    <p:sldId id="475" r:id="rId16"/>
    <p:sldId id="476" r:id="rId17"/>
    <p:sldId id="534" r:id="rId18"/>
    <p:sldId id="477" r:id="rId19"/>
    <p:sldId id="478" r:id="rId20"/>
    <p:sldId id="479" r:id="rId21"/>
    <p:sldId id="482" r:id="rId22"/>
    <p:sldId id="535" r:id="rId23"/>
    <p:sldId id="483" r:id="rId24"/>
    <p:sldId id="48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B8A789-E66B-4E54-A8F1-BC892C1B0226}" v="9" dt="2021-09-13T13:11:46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3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DFB8A789-E66B-4E54-A8F1-BC892C1B0226}"/>
    <pc:docChg chg="undo custSel addSld delSld modSld sldOrd">
      <pc:chgData name="Le Thi Kim Oanh (FE FPTU CT)" userId="33772939-cd87-45c1-be61-e0648bc25a53" providerId="ADAL" clId="{DFB8A789-E66B-4E54-A8F1-BC892C1B0226}" dt="2021-09-13T13:11:53.127" v="83" actId="14100"/>
      <pc:docMkLst>
        <pc:docMk/>
      </pc:docMkLst>
      <pc:sldChg chg="addSp delSp modSp add mod delAnim modNotesTx">
        <pc:chgData name="Le Thi Kim Oanh (FE FPTU CT)" userId="33772939-cd87-45c1-be61-e0648bc25a53" providerId="ADAL" clId="{DFB8A789-E66B-4E54-A8F1-BC892C1B0226}" dt="2021-09-13T13:06:00.559" v="27" actId="14100"/>
        <pc:sldMkLst>
          <pc:docMk/>
          <pc:sldMk cId="852590692" sldId="485"/>
        </pc:sldMkLst>
        <pc:spChg chg="add del mod">
          <ac:chgData name="Le Thi Kim Oanh (FE FPTU CT)" userId="33772939-cd87-45c1-be61-e0648bc25a53" providerId="ADAL" clId="{DFB8A789-E66B-4E54-A8F1-BC892C1B0226}" dt="2021-09-13T13:06:00.559" v="27" actId="14100"/>
          <ac:spMkLst>
            <pc:docMk/>
            <pc:sldMk cId="852590692" sldId="485"/>
            <ac:spMk id="3" creationId="{00000000-0000-0000-0000-000000000000}"/>
          </ac:spMkLst>
        </pc:spChg>
        <pc:spChg chg="del">
          <ac:chgData name="Le Thi Kim Oanh (FE FPTU CT)" userId="33772939-cd87-45c1-be61-e0648bc25a53" providerId="ADAL" clId="{DFB8A789-E66B-4E54-A8F1-BC892C1B0226}" dt="2021-09-13T13:05:06.895" v="1" actId="478"/>
          <ac:spMkLst>
            <pc:docMk/>
            <pc:sldMk cId="852590692" sldId="485"/>
            <ac:spMk id="8" creationId="{DAEFD4E7-6F3B-431B-AFC3-4AD21E95532A}"/>
          </ac:spMkLst>
        </pc:spChg>
        <pc:spChg chg="add del mod">
          <ac:chgData name="Le Thi Kim Oanh (FE FPTU CT)" userId="33772939-cd87-45c1-be61-e0648bc25a53" providerId="ADAL" clId="{DFB8A789-E66B-4E54-A8F1-BC892C1B0226}" dt="2021-09-13T13:05:11.310" v="4" actId="478"/>
          <ac:spMkLst>
            <pc:docMk/>
            <pc:sldMk cId="852590692" sldId="485"/>
            <ac:spMk id="9" creationId="{396798DE-3193-43F0-8D0C-F9D37C497B31}"/>
          </ac:spMkLst>
        </pc:spChg>
        <pc:picChg chg="del">
          <ac:chgData name="Le Thi Kim Oanh (FE FPTU CT)" userId="33772939-cd87-45c1-be61-e0648bc25a53" providerId="ADAL" clId="{DFB8A789-E66B-4E54-A8F1-BC892C1B0226}" dt="2021-09-13T13:05:14.889" v="6" actId="478"/>
          <ac:picMkLst>
            <pc:docMk/>
            <pc:sldMk cId="852590692" sldId="485"/>
            <ac:picMk id="4" creationId="{E521D8AA-4E6B-4E77-AE85-C756CFB0EF09}"/>
          </ac:picMkLst>
        </pc:picChg>
        <pc:picChg chg="del">
          <ac:chgData name="Le Thi Kim Oanh (FE FPTU CT)" userId="33772939-cd87-45c1-be61-e0648bc25a53" providerId="ADAL" clId="{DFB8A789-E66B-4E54-A8F1-BC892C1B0226}" dt="2021-09-13T13:05:08.137" v="2" actId="478"/>
          <ac:picMkLst>
            <pc:docMk/>
            <pc:sldMk cId="852590692" sldId="485"/>
            <ac:picMk id="6" creationId="{1D2153B2-EB5C-4D6A-BBF7-1508F455C561}"/>
          </ac:picMkLst>
        </pc:picChg>
      </pc:sldChg>
      <pc:sldChg chg="addSp delSp modSp new del mod setBg modClrScheme chgLayout">
        <pc:chgData name="Le Thi Kim Oanh (FE FPTU CT)" userId="33772939-cd87-45c1-be61-e0648bc25a53" providerId="ADAL" clId="{DFB8A789-E66B-4E54-A8F1-BC892C1B0226}" dt="2021-09-13T13:08:30.342" v="38" actId="47"/>
        <pc:sldMkLst>
          <pc:docMk/>
          <pc:sldMk cId="2619125928" sldId="486"/>
        </pc:sldMkLst>
        <pc:spChg chg="del">
          <ac:chgData name="Le Thi Kim Oanh (FE FPTU CT)" userId="33772939-cd87-45c1-be61-e0648bc25a53" providerId="ADAL" clId="{DFB8A789-E66B-4E54-A8F1-BC892C1B0226}" dt="2021-09-13T13:06:09.145" v="29" actId="700"/>
          <ac:spMkLst>
            <pc:docMk/>
            <pc:sldMk cId="2619125928" sldId="486"/>
            <ac:spMk id="2" creationId="{E52D636D-ADF9-4173-8A1B-0B7906255F21}"/>
          </ac:spMkLst>
        </pc:spChg>
        <pc:spChg chg="del">
          <ac:chgData name="Le Thi Kim Oanh (FE FPTU CT)" userId="33772939-cd87-45c1-be61-e0648bc25a53" providerId="ADAL" clId="{DFB8A789-E66B-4E54-A8F1-BC892C1B0226}" dt="2021-09-13T13:06:09.145" v="29" actId="700"/>
          <ac:spMkLst>
            <pc:docMk/>
            <pc:sldMk cId="2619125928" sldId="486"/>
            <ac:spMk id="3" creationId="{A19C510A-EF20-44BB-ACD3-27059D1C36C8}"/>
          </ac:spMkLst>
        </pc:spChg>
        <pc:spChg chg="del">
          <ac:chgData name="Le Thi Kim Oanh (FE FPTU CT)" userId="33772939-cd87-45c1-be61-e0648bc25a53" providerId="ADAL" clId="{DFB8A789-E66B-4E54-A8F1-BC892C1B0226}" dt="2021-09-13T13:06:09.145" v="29" actId="700"/>
          <ac:spMkLst>
            <pc:docMk/>
            <pc:sldMk cId="2619125928" sldId="486"/>
            <ac:spMk id="4" creationId="{013B9BA3-1DE2-4FDE-B6E7-4E8F80E49020}"/>
          </ac:spMkLst>
        </pc:spChg>
        <pc:spChg chg="add del">
          <ac:chgData name="Le Thi Kim Oanh (FE FPTU CT)" userId="33772939-cd87-45c1-be61-e0648bc25a53" providerId="ADAL" clId="{DFB8A789-E66B-4E54-A8F1-BC892C1B0226}" dt="2021-09-13T13:06:25.115" v="36" actId="26606"/>
          <ac:spMkLst>
            <pc:docMk/>
            <pc:sldMk cId="2619125928" sldId="486"/>
            <ac:spMk id="11" creationId="{42A4FC2C-047E-45A5-965D-8E1E3BF09BC6}"/>
          </ac:spMkLst>
        </pc:spChg>
        <pc:picChg chg="add mod">
          <ac:chgData name="Le Thi Kim Oanh (FE FPTU CT)" userId="33772939-cd87-45c1-be61-e0648bc25a53" providerId="ADAL" clId="{DFB8A789-E66B-4E54-A8F1-BC892C1B0226}" dt="2021-09-13T13:06:25.116" v="37" actId="26606"/>
          <ac:picMkLst>
            <pc:docMk/>
            <pc:sldMk cId="2619125928" sldId="486"/>
            <ac:picMk id="6" creationId="{3BD55DE6-F31F-4979-992E-CC8C2B22C028}"/>
          </ac:picMkLst>
        </pc:picChg>
      </pc:sldChg>
      <pc:sldChg chg="addSp delSp modSp add mod">
        <pc:chgData name="Le Thi Kim Oanh (FE FPTU CT)" userId="33772939-cd87-45c1-be61-e0648bc25a53" providerId="ADAL" clId="{DFB8A789-E66B-4E54-A8F1-BC892C1B0226}" dt="2021-09-13T13:10:01.405" v="52" actId="20577"/>
        <pc:sldMkLst>
          <pc:docMk/>
          <pc:sldMk cId="3766553441" sldId="532"/>
        </pc:sldMkLst>
        <pc:spChg chg="mod">
          <ac:chgData name="Le Thi Kim Oanh (FE FPTU CT)" userId="33772939-cd87-45c1-be61-e0648bc25a53" providerId="ADAL" clId="{DFB8A789-E66B-4E54-A8F1-BC892C1B0226}" dt="2021-09-13T13:10:01.405" v="52" actId="20577"/>
          <ac:spMkLst>
            <pc:docMk/>
            <pc:sldMk cId="3766553441" sldId="532"/>
            <ac:spMk id="2" creationId="{42E7FF3D-1C5F-4028-AF2A-1DAE728C2E9F}"/>
          </ac:spMkLst>
        </pc:spChg>
        <pc:spChg chg="add del mod">
          <ac:chgData name="Le Thi Kim Oanh (FE FPTU CT)" userId="33772939-cd87-45c1-be61-e0648bc25a53" providerId="ADAL" clId="{DFB8A789-E66B-4E54-A8F1-BC892C1B0226}" dt="2021-09-13T13:09:20.023" v="41" actId="931"/>
          <ac:spMkLst>
            <pc:docMk/>
            <pc:sldMk cId="3766553441" sldId="532"/>
            <ac:spMk id="4" creationId="{998F57DD-A112-407F-AB83-07EBDCC98CC3}"/>
          </ac:spMkLst>
        </pc:spChg>
        <pc:picChg chg="del">
          <ac:chgData name="Le Thi Kim Oanh (FE FPTU CT)" userId="33772939-cd87-45c1-be61-e0648bc25a53" providerId="ADAL" clId="{DFB8A789-E66B-4E54-A8F1-BC892C1B0226}" dt="2021-09-13T13:09:03.075" v="40" actId="478"/>
          <ac:picMkLst>
            <pc:docMk/>
            <pc:sldMk cId="3766553441" sldId="532"/>
            <ac:picMk id="6" creationId="{73F97F71-496B-4FF9-BFF7-1E7EB15F26F5}"/>
          </ac:picMkLst>
        </pc:picChg>
        <pc:picChg chg="add mod">
          <ac:chgData name="Le Thi Kim Oanh (FE FPTU CT)" userId="33772939-cd87-45c1-be61-e0648bc25a53" providerId="ADAL" clId="{DFB8A789-E66B-4E54-A8F1-BC892C1B0226}" dt="2021-09-13T13:09:49.791" v="48" actId="14100"/>
          <ac:picMkLst>
            <pc:docMk/>
            <pc:sldMk cId="3766553441" sldId="532"/>
            <ac:picMk id="7" creationId="{274B42B8-07B8-4E53-B0C9-4F7213EA13BB}"/>
          </ac:picMkLst>
        </pc:picChg>
      </pc:sldChg>
      <pc:sldChg chg="addSp delSp modSp add mod ord">
        <pc:chgData name="Le Thi Kim Oanh (FE FPTU CT)" userId="33772939-cd87-45c1-be61-e0648bc25a53" providerId="ADAL" clId="{DFB8A789-E66B-4E54-A8F1-BC892C1B0226}" dt="2021-09-13T13:10:36.166" v="62" actId="14100"/>
        <pc:sldMkLst>
          <pc:docMk/>
          <pc:sldMk cId="331236757" sldId="533"/>
        </pc:sldMkLst>
        <pc:spChg chg="add del mod">
          <ac:chgData name="Le Thi Kim Oanh (FE FPTU CT)" userId="33772939-cd87-45c1-be61-e0648bc25a53" providerId="ADAL" clId="{DFB8A789-E66B-4E54-A8F1-BC892C1B0226}" dt="2021-09-13T13:10:28.884" v="57" actId="931"/>
          <ac:spMkLst>
            <pc:docMk/>
            <pc:sldMk cId="331236757" sldId="533"/>
            <ac:spMk id="4" creationId="{F68C69A1-8466-4DB0-B985-D3D7A3FB150A}"/>
          </ac:spMkLst>
        </pc:spChg>
        <pc:picChg chg="add mod">
          <ac:chgData name="Le Thi Kim Oanh (FE FPTU CT)" userId="33772939-cd87-45c1-be61-e0648bc25a53" providerId="ADAL" clId="{DFB8A789-E66B-4E54-A8F1-BC892C1B0226}" dt="2021-09-13T13:10:36.166" v="62" actId="14100"/>
          <ac:picMkLst>
            <pc:docMk/>
            <pc:sldMk cId="331236757" sldId="533"/>
            <ac:picMk id="6" creationId="{CCEA7259-C058-4D60-827A-710C10592B31}"/>
          </ac:picMkLst>
        </pc:picChg>
        <pc:picChg chg="del">
          <ac:chgData name="Le Thi Kim Oanh (FE FPTU CT)" userId="33772939-cd87-45c1-be61-e0648bc25a53" providerId="ADAL" clId="{DFB8A789-E66B-4E54-A8F1-BC892C1B0226}" dt="2021-09-13T13:10:15.407" v="56" actId="478"/>
          <ac:picMkLst>
            <pc:docMk/>
            <pc:sldMk cId="331236757" sldId="533"/>
            <ac:picMk id="7" creationId="{274B42B8-07B8-4E53-B0C9-4F7213EA13BB}"/>
          </ac:picMkLst>
        </pc:picChg>
      </pc:sldChg>
      <pc:sldChg chg="addSp delSp modSp add mod ord">
        <pc:chgData name="Le Thi Kim Oanh (FE FPTU CT)" userId="33772939-cd87-45c1-be61-e0648bc25a53" providerId="ADAL" clId="{DFB8A789-E66B-4E54-A8F1-BC892C1B0226}" dt="2021-09-13T13:11:19.058" v="75"/>
        <pc:sldMkLst>
          <pc:docMk/>
          <pc:sldMk cId="938893154" sldId="534"/>
        </pc:sldMkLst>
        <pc:spChg chg="add del mod">
          <ac:chgData name="Le Thi Kim Oanh (FE FPTU CT)" userId="33772939-cd87-45c1-be61-e0648bc25a53" providerId="ADAL" clId="{DFB8A789-E66B-4E54-A8F1-BC892C1B0226}" dt="2021-09-13T13:11:07.149" v="68" actId="931"/>
          <ac:spMkLst>
            <pc:docMk/>
            <pc:sldMk cId="938893154" sldId="534"/>
            <ac:spMk id="4" creationId="{0140FAED-EAA6-4CFC-9765-F371DE755EA9}"/>
          </ac:spMkLst>
        </pc:spChg>
        <pc:picChg chg="del mod">
          <ac:chgData name="Le Thi Kim Oanh (FE FPTU CT)" userId="33772939-cd87-45c1-be61-e0648bc25a53" providerId="ADAL" clId="{DFB8A789-E66B-4E54-A8F1-BC892C1B0226}" dt="2021-09-13T13:10:49.762" v="67" actId="478"/>
          <ac:picMkLst>
            <pc:docMk/>
            <pc:sldMk cId="938893154" sldId="534"/>
            <ac:picMk id="6" creationId="{CCEA7259-C058-4D60-827A-710C10592B31}"/>
          </ac:picMkLst>
        </pc:picChg>
        <pc:picChg chg="add mod">
          <ac:chgData name="Le Thi Kim Oanh (FE FPTU CT)" userId="33772939-cd87-45c1-be61-e0648bc25a53" providerId="ADAL" clId="{DFB8A789-E66B-4E54-A8F1-BC892C1B0226}" dt="2021-09-13T13:11:13.674" v="73" actId="14100"/>
          <ac:picMkLst>
            <pc:docMk/>
            <pc:sldMk cId="938893154" sldId="534"/>
            <ac:picMk id="7" creationId="{CBD49A06-6897-4E9C-8F13-76E4CA6F2229}"/>
          </ac:picMkLst>
        </pc:picChg>
      </pc:sldChg>
      <pc:sldChg chg="addSp delSp modSp add mod">
        <pc:chgData name="Le Thi Kim Oanh (FE FPTU CT)" userId="33772939-cd87-45c1-be61-e0648bc25a53" providerId="ADAL" clId="{DFB8A789-E66B-4E54-A8F1-BC892C1B0226}" dt="2021-09-13T13:11:53.127" v="83" actId="14100"/>
        <pc:sldMkLst>
          <pc:docMk/>
          <pc:sldMk cId="276841518" sldId="535"/>
        </pc:sldMkLst>
        <pc:spChg chg="add del mod">
          <ac:chgData name="Le Thi Kim Oanh (FE FPTU CT)" userId="33772939-cd87-45c1-be61-e0648bc25a53" providerId="ADAL" clId="{DFB8A789-E66B-4E54-A8F1-BC892C1B0226}" dt="2021-09-13T13:11:46.947" v="78" actId="931"/>
          <ac:spMkLst>
            <pc:docMk/>
            <pc:sldMk cId="276841518" sldId="535"/>
            <ac:spMk id="4" creationId="{3BC49F98-9BE7-4F45-97A4-1B5A69D275A4}"/>
          </ac:spMkLst>
        </pc:spChg>
        <pc:picChg chg="add mod">
          <ac:chgData name="Le Thi Kim Oanh (FE FPTU CT)" userId="33772939-cd87-45c1-be61-e0648bc25a53" providerId="ADAL" clId="{DFB8A789-E66B-4E54-A8F1-BC892C1B0226}" dt="2021-09-13T13:11:53.127" v="83" actId="14100"/>
          <ac:picMkLst>
            <pc:docMk/>
            <pc:sldMk cId="276841518" sldId="535"/>
            <ac:picMk id="6" creationId="{CBEF93F7-420C-4161-8D2B-93372C504D08}"/>
          </ac:picMkLst>
        </pc:picChg>
        <pc:picChg chg="del">
          <ac:chgData name="Le Thi Kim Oanh (FE FPTU CT)" userId="33772939-cd87-45c1-be61-e0648bc25a53" providerId="ADAL" clId="{DFB8A789-E66B-4E54-A8F1-BC892C1B0226}" dt="2021-09-13T13:11:32.927" v="77" actId="478"/>
          <ac:picMkLst>
            <pc:docMk/>
            <pc:sldMk cId="276841518" sldId="535"/>
            <ac:picMk id="7" creationId="{CBD49A06-6897-4E9C-8F13-76E4CA6F2229}"/>
          </ac:picMkLst>
        </pc:picChg>
      </pc:sldChg>
    </pc:docChg>
  </pc:docChgLst>
  <pc:docChgLst>
    <pc:chgData name="Oanh Le Thi Kim  (FE FPTU CT)" userId="33772939-cd87-45c1-be61-e0648bc25a53" providerId="ADAL" clId="{DFB8A789-E66B-4E54-A8F1-BC892C1B0226}"/>
    <pc:docChg chg="addSld delSld modSld delSection modSection">
      <pc:chgData name="Oanh Le Thi Kim  (FE FPTU CT)" userId="33772939-cd87-45c1-be61-e0648bc25a53" providerId="ADAL" clId="{DFB8A789-E66B-4E54-A8F1-BC892C1B0226}" dt="2021-08-21T12:17:55.222" v="230" actId="14100"/>
      <pc:docMkLst>
        <pc:docMk/>
      </pc:docMkLst>
      <pc:sldChg chg="add del">
        <pc:chgData name="Oanh Le Thi Kim  (FE FPTU CT)" userId="33772939-cd87-45c1-be61-e0648bc25a53" providerId="ADAL" clId="{DFB8A789-E66B-4E54-A8F1-BC892C1B0226}" dt="2021-08-21T12:15:42.383" v="142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705303052" sldId="370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2104607827" sldId="371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329737387" sldId="41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608496223" sldId="42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88392919" sldId="42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886559900" sldId="430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905524200" sldId="432"/>
        </pc:sldMkLst>
      </pc:sldChg>
      <pc:sldChg chg="modSp mod modNotesTx">
        <pc:chgData name="Oanh Le Thi Kim  (FE FPTU CT)" userId="33772939-cd87-45c1-be61-e0648bc25a53" providerId="ADAL" clId="{DFB8A789-E66B-4E54-A8F1-BC892C1B0226}" dt="2021-08-21T12:17:55.222" v="230" actId="14100"/>
        <pc:sldMkLst>
          <pc:docMk/>
          <pc:sldMk cId="577269292" sldId="433"/>
        </pc:sldMkLst>
        <pc:spChg chg="mod">
          <ac:chgData name="Oanh Le Thi Kim  (FE FPTU CT)" userId="33772939-cd87-45c1-be61-e0648bc25a53" providerId="ADAL" clId="{DFB8A789-E66B-4E54-A8F1-BC892C1B0226}" dt="2021-08-21T12:17:55.222" v="230" actId="14100"/>
          <ac:spMkLst>
            <pc:docMk/>
            <pc:sldMk cId="577269292" sldId="433"/>
            <ac:spMk id="5" creationId="{93682737-2955-41D0-906D-14F1E7DCDC97}"/>
          </ac:spMkLst>
        </pc:spChg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679302023" sldId="436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617866419" sldId="45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888382770" sldId="460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4035760225" sldId="462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793371279" sldId="463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212093159" sldId="466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1463685746" sldId="467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639745509" sldId="468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1651932579" sldId="46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761823914" sldId="470"/>
        </pc:sldMkLst>
      </pc:sldChg>
      <pc:sldChg chg="modSp mod modNotesTx">
        <pc:chgData name="Oanh Le Thi Kim  (FE FPTU CT)" userId="33772939-cd87-45c1-be61-e0648bc25a53" providerId="ADAL" clId="{DFB8A789-E66B-4E54-A8F1-BC892C1B0226}" dt="2021-08-21T12:17:34.072" v="226"/>
        <pc:sldMkLst>
          <pc:docMk/>
          <pc:sldMk cId="171005382" sldId="472"/>
        </pc:sldMkLst>
        <pc:spChg chg="mod">
          <ac:chgData name="Oanh Le Thi Kim  (FE FPTU CT)" userId="33772939-cd87-45c1-be61-e0648bc25a53" providerId="ADAL" clId="{DFB8A789-E66B-4E54-A8F1-BC892C1B0226}" dt="2021-08-21T12:16:27.081" v="155" actId="20577"/>
          <ac:spMkLst>
            <pc:docMk/>
            <pc:sldMk cId="171005382" sldId="472"/>
            <ac:spMk id="5" creationId="{93682737-2955-41D0-906D-14F1E7DCDC97}"/>
          </ac:spMkLst>
        </pc:spChg>
      </pc:sldChg>
      <pc:sldChg chg="modSp mod">
        <pc:chgData name="Oanh Le Thi Kim  (FE FPTU CT)" userId="33772939-cd87-45c1-be61-e0648bc25a53" providerId="ADAL" clId="{DFB8A789-E66B-4E54-A8F1-BC892C1B0226}" dt="2021-08-21T06:08:34.570" v="13" actId="14100"/>
        <pc:sldMkLst>
          <pc:docMk/>
          <pc:sldMk cId="1040436584" sldId="474"/>
        </pc:sldMkLst>
        <pc:spChg chg="mod">
          <ac:chgData name="Oanh Le Thi Kim  (FE FPTU CT)" userId="33772939-cd87-45c1-be61-e0648bc25a53" providerId="ADAL" clId="{DFB8A789-E66B-4E54-A8F1-BC892C1B0226}" dt="2021-08-21T06:08:34.570" v="13" actId="14100"/>
          <ac:spMkLst>
            <pc:docMk/>
            <pc:sldMk cId="1040436584" sldId="474"/>
            <ac:spMk id="5" creationId="{9F4B3034-E2E3-4173-8554-B1E008035346}"/>
          </ac:spMkLst>
        </pc:spChg>
        <pc:spChg chg="mod">
          <ac:chgData name="Oanh Le Thi Kim  (FE FPTU CT)" userId="33772939-cd87-45c1-be61-e0648bc25a53" providerId="ADAL" clId="{DFB8A789-E66B-4E54-A8F1-BC892C1B0226}" dt="2021-08-21T06:08:16.826" v="12" actId="20577"/>
          <ac:spMkLst>
            <pc:docMk/>
            <pc:sldMk cId="1040436584" sldId="474"/>
            <ac:spMk id="6" creationId="{98D3A890-C849-4777-ABA2-6969C6DAD515}"/>
          </ac:spMkLst>
        </pc:spChg>
      </pc:sldChg>
      <pc:sldChg chg="modSp mod">
        <pc:chgData name="Oanh Le Thi Kim  (FE FPTU CT)" userId="33772939-cd87-45c1-be61-e0648bc25a53" providerId="ADAL" clId="{DFB8A789-E66B-4E54-A8F1-BC892C1B0226}" dt="2021-08-21T06:15:46.247" v="141" actId="20577"/>
        <pc:sldMkLst>
          <pc:docMk/>
          <pc:sldMk cId="1625292946" sldId="476"/>
        </pc:sldMkLst>
        <pc:spChg chg="mod">
          <ac:chgData name="Oanh Le Thi Kim  (FE FPTU CT)" userId="33772939-cd87-45c1-be61-e0648bc25a53" providerId="ADAL" clId="{DFB8A789-E66B-4E54-A8F1-BC892C1B0226}" dt="2021-08-21T06:15:46.247" v="141" actId="20577"/>
          <ac:spMkLst>
            <pc:docMk/>
            <pc:sldMk cId="1625292946" sldId="476"/>
            <ac:spMk id="5" creationId="{9F4B3034-E2E3-4173-8554-B1E008035346}"/>
          </ac:spMkLst>
        </pc:spChg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532275469" sldId="49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043320904" sldId="501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155833004" sldId="50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580327312" sldId="50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538994293" sldId="50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DFB8A789-E66B-4E54-A8F1-BC892C1B0226}" dt="2021-08-08T08:59:25.883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323074538" sldId="50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364346345" sldId="510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789702726" sldId="513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445703076" sldId="514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209535954" sldId="517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075680630" sldId="518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459018749" sldId="519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1153816822" sldId="520"/>
        </pc:sldMkLst>
      </pc:sldChg>
      <pc:sldChg chg="del">
        <pc:chgData name="Oanh Le Thi Kim  (FE FPTU CT)" userId="33772939-cd87-45c1-be61-e0648bc25a53" providerId="ADAL" clId="{DFB8A789-E66B-4E54-A8F1-BC892C1B0226}" dt="2021-08-08T08:59:40.707" v="1" actId="47"/>
        <pc:sldMkLst>
          <pc:docMk/>
          <pc:sldMk cId="3126960576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１．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時々、隣の人が夜なのに、大きい音で音楽を聞いています。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２．我慢していますよ。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39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89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97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Câu trả lời trong bài Tsukate Miyou trang 55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04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39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52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99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28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5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１．渡ろう</a:t>
            </a:r>
            <a:endParaRPr lang="en-US" altLang="ja-JP" dirty="0"/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２．出ようとする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３．おぼえようとしても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４．彼女に電話しようとしたら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4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40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65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07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71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87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36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87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5" name="Right Arrow 32">
            <a:extLst>
              <a:ext uri="{FF2B5EF4-FFF2-40B4-BE49-F238E27FC236}">
                <a16:creationId xmlns:a16="http://schemas.microsoft.com/office/drawing/2014/main" id="{2429D96E-5F83-4BC8-AAF6-1C5FFF81E153}"/>
              </a:ext>
            </a:extLst>
          </p:cNvPr>
          <p:cNvSpPr/>
          <p:nvPr/>
        </p:nvSpPr>
        <p:spPr>
          <a:xfrm>
            <a:off x="3456781" y="2623642"/>
            <a:ext cx="4124825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25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ja-JP" sz="2400" dirty="0">
                <a:solidFill>
                  <a:srgbClr val="D9910B"/>
                </a:solidFill>
              </a:rPr>
              <a:t>CD</a:t>
            </a:r>
            <a:r>
              <a:rPr lang="ja-JP" altLang="en-US" sz="2400" dirty="0">
                <a:solidFill>
                  <a:srgbClr val="D9910B"/>
                </a:solidFill>
              </a:rPr>
              <a:t>：</a:t>
            </a:r>
            <a:r>
              <a:rPr lang="en-US" altLang="ja-JP" sz="2400" dirty="0">
                <a:solidFill>
                  <a:srgbClr val="D9910B"/>
                </a:solidFill>
              </a:rPr>
              <a:t>A15</a:t>
            </a:r>
            <a:endParaRPr lang="ko-KR" altLang="en-US" sz="2400" dirty="0">
              <a:solidFill>
                <a:srgbClr val="D9910B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502500" y="365825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3784096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5E9C53"/>
                </a:solidFill>
                <a:cs typeface="Arial" pitchFamily="34" charset="0"/>
              </a:rPr>
              <a:t>使ってみよう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2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(</a:t>
            </a:r>
            <a:r>
              <a:rPr lang="en-US" altLang="ja-JP" sz="2400" b="1" dirty="0">
                <a:solidFill>
                  <a:srgbClr val="5E9C53"/>
                </a:solidFill>
                <a:cs typeface="Arial" pitchFamily="34" charset="0"/>
              </a:rPr>
              <a:t>55</a:t>
            </a:r>
            <a:r>
              <a:rPr lang="vi-VN" altLang="ja-JP" sz="2800" b="1" dirty="0">
                <a:solidFill>
                  <a:srgbClr val="5E9C53"/>
                </a:solidFill>
                <a:cs typeface="Arial" pitchFamily="34" charset="0"/>
              </a:rPr>
              <a:t>)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37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449150" y="1657918"/>
            <a:ext cx="5427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こんなときどうする？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52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  <p:sp>
        <p:nvSpPr>
          <p:cNvPr id="15" name="Right Arrow 50">
            <a:extLst>
              <a:ext uri="{FF2B5EF4-FFF2-40B4-BE49-F238E27FC236}">
                <a16:creationId xmlns:a16="http://schemas.microsoft.com/office/drawing/2014/main" id="{9C788273-1AEB-44E3-B90A-617F3F3462B9}"/>
              </a:ext>
            </a:extLst>
          </p:cNvPr>
          <p:cNvSpPr/>
          <p:nvPr/>
        </p:nvSpPr>
        <p:spPr>
          <a:xfrm>
            <a:off x="3502501" y="4655622"/>
            <a:ext cx="320310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rgbClr val="1A1E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ACDDE-862D-4FD7-9D73-CD0CDD17E919}"/>
              </a:ext>
            </a:extLst>
          </p:cNvPr>
          <p:cNvSpPr txBox="1"/>
          <p:nvPr/>
        </p:nvSpPr>
        <p:spPr>
          <a:xfrm>
            <a:off x="3592412" y="4885825"/>
            <a:ext cx="2973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D9910B"/>
                </a:solidFill>
                <a:cs typeface="Arial" pitchFamily="34" charset="0"/>
              </a:rPr>
              <a:t>文法</a:t>
            </a:r>
            <a:r>
              <a:rPr lang="ja-JP" altLang="en-US" sz="2800" b="1" dirty="0">
                <a:solidFill>
                  <a:srgbClr val="D9910B"/>
                </a:solidFill>
                <a:cs typeface="Arial" pitchFamily="34" charset="0"/>
              </a:rPr>
              <a:t>：</a:t>
            </a:r>
            <a:r>
              <a:rPr lang="vi-VN" altLang="ja-JP" sz="2800" b="1" dirty="0">
                <a:solidFill>
                  <a:srgbClr val="D9910B"/>
                </a:solidFill>
                <a:cs typeface="Arial" pitchFamily="34" charset="0"/>
              </a:rPr>
              <a:t>1.2.3.4</a:t>
            </a:r>
            <a:endParaRPr lang="ko-KR" altLang="en-US" sz="2800" b="1" dirty="0">
              <a:solidFill>
                <a:srgbClr val="D9910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0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en-US" altLang="ja-JP" sz="4000" b="1" dirty="0">
                <a:solidFill>
                  <a:srgbClr val="C00000"/>
                </a:solidFill>
              </a:rPr>
              <a:t>P52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9264" y="2105526"/>
            <a:ext cx="5466735" cy="3203892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2800" b="1" i="0" dirty="0">
                <a:solidFill>
                  <a:srgbClr val="A11D2B"/>
                </a:solidFill>
                <a:effectLst/>
                <a:latin typeface="Arial" panose="020B0604020202020204" pitchFamily="34" charset="0"/>
              </a:rPr>
              <a:t>困っていることを管理人に説明し、解決してもらえるように頼むことができる。</a:t>
            </a:r>
            <a:endParaRPr lang="en-US" altLang="ja-JP" sz="2800" b="1" i="0" dirty="0">
              <a:solidFill>
                <a:srgbClr val="A11D2B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vi-VN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kumimoji="1" lang="en-US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CD</a:t>
            </a:r>
            <a:r>
              <a:rPr kumimoji="1" lang="ja-JP" altLang="en-US" sz="2800" b="1" dirty="0">
                <a:solidFill>
                  <a:srgbClr val="A11D2B"/>
                </a:solidFill>
                <a:latin typeface="Arial" panose="020B0604020202020204" pitchFamily="34" charset="0"/>
              </a:rPr>
              <a:t>・</a:t>
            </a:r>
            <a:r>
              <a:rPr kumimoji="1" lang="vi-VN" altLang="ja-JP" sz="2800" b="1" dirty="0">
                <a:solidFill>
                  <a:srgbClr val="A11D2B"/>
                </a:solidFill>
                <a:latin typeface="Arial" panose="020B0604020202020204" pitchFamily="34" charset="0"/>
              </a:rPr>
              <a:t>A15</a:t>
            </a:r>
            <a:endParaRPr kumimoji="1" lang="en-US" altLang="ja-JP" b="1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EFD4E7-6F3B-431B-AFC3-4AD21E95532A}"/>
              </a:ext>
            </a:extLst>
          </p:cNvPr>
          <p:cNvSpPr txBox="1">
            <a:spLocks/>
          </p:cNvSpPr>
          <p:nvPr/>
        </p:nvSpPr>
        <p:spPr>
          <a:xfrm>
            <a:off x="6781801" y="2105526"/>
            <a:ext cx="4931610" cy="3203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生活していて困っていることがありますか。そんな時、どうしていますか。</a:t>
            </a: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</a:rPr>
              <a:t>隣の人がうるさくて困る時、どうしますか。</a:t>
            </a:r>
            <a:endParaRPr lang="ja-JP" alt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 Track 15">
            <a:hlinkClick r:id="" action="ppaction://media"/>
            <a:extLst>
              <a:ext uri="{FF2B5EF4-FFF2-40B4-BE49-F238E27FC236}">
                <a16:creationId xmlns:a16="http://schemas.microsoft.com/office/drawing/2014/main" id="{E521D8AA-4E6B-4E77-AE85-C756CFB0EF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6" name="15 Track 15">
            <a:hlinkClick r:id="" action="ppaction://media"/>
            <a:extLst>
              <a:ext uri="{FF2B5EF4-FFF2-40B4-BE49-F238E27FC236}">
                <a16:creationId xmlns:a16="http://schemas.microsoft.com/office/drawing/2014/main" id="{1D2153B2-EB5C-4D6A-BBF7-1508F455C5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77297" y="542776"/>
            <a:ext cx="1168103" cy="116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69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6155012" cy="1168103"/>
          </a:xfrm>
          <a:solidFill>
            <a:srgbClr val="5E9C53"/>
          </a:solidFill>
        </p:spPr>
        <p:txBody>
          <a:bodyPr>
            <a:normAutofit fontScale="90000"/>
          </a:bodyPr>
          <a:lstStyle/>
          <a:p>
            <a:pPr algn="ctr"/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こんなときどうする？　（</a:t>
            </a:r>
            <a:r>
              <a:rPr lang="en-US" altLang="ja-JP" sz="4000" b="1" dirty="0">
                <a:solidFill>
                  <a:srgbClr val="C00000"/>
                </a:solidFill>
              </a:rPr>
              <a:t>P52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82053" y="2334125"/>
            <a:ext cx="10768263" cy="3236495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kumimoji="1" lang="ja-JP" altLang="en-US" sz="36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できること</a:t>
            </a:r>
            <a:endParaRPr kumimoji="1" lang="en-US" altLang="ja-JP" sz="3600" dirty="0">
              <a:solidFill>
                <a:srgbClr val="A11D2B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vi-VN" altLang="ja-JP" sz="3200" b="1" i="0" dirty="0">
              <a:solidFill>
                <a:srgbClr val="A11D2B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b="1" i="0" dirty="0">
                <a:solidFill>
                  <a:srgbClr val="A11D2B"/>
                </a:solidFill>
                <a:effectLst/>
                <a:latin typeface="Arial" panose="020B0604020202020204" pitchFamily="34" charset="0"/>
              </a:rPr>
              <a:t>困っていることを管理人に説明し、解決してもらえるように頼むことができる。</a:t>
            </a:r>
            <a:endParaRPr lang="en-US" altLang="ja-JP" sz="3200" b="1" i="0" dirty="0">
              <a:solidFill>
                <a:srgbClr val="A11D2B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kumimoji="1" lang="vi-VN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9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2093495"/>
            <a:ext cx="11366219" cy="4114799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最初にアンナさんは管理人さんに何と言いましたか。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vi-VN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どうして「隣の部屋から大きな音が聞こえてきます」と言いませんでしたか。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隣の部屋から大きな音が聞こえるのはいつですか。</a:t>
            </a:r>
          </a:p>
        </p:txBody>
      </p:sp>
    </p:spTree>
    <p:extLst>
      <p:ext uri="{BB962C8B-B14F-4D97-AF65-F5344CB8AC3E}">
        <p14:creationId xmlns:p14="http://schemas.microsoft.com/office/powerpoint/2010/main" val="57726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2757" y="341063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C00000"/>
                </a:solidFill>
              </a:rPr>
              <a:t>答えてみて　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682737-2955-41D0-906D-14F1E7DCDC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1949115"/>
            <a:ext cx="10118558" cy="422308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4.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アンナさんは隣の部屋の人が「音楽を聞いているみたいなんですが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……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」と言いました。どうして「みたいなんですが</a:t>
            </a:r>
            <a:r>
              <a:rPr lang="en-US" altLang="ja-JP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…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」と言ったと思いますか。</a:t>
            </a:r>
            <a:endParaRPr lang="en-US" altLang="ja-JP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ja-JP" alt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vi-VN" altLang="ja-JP" sz="2800" dirty="0">
                <a:solidFill>
                  <a:srgbClr val="000000"/>
                </a:solidFill>
                <a:latin typeface="Arial" panose="020B0604020202020204" pitchFamily="34" charset="0"/>
              </a:rPr>
              <a:t>5.</a:t>
            </a:r>
            <a:r>
              <a:rPr lang="ja-JP" alt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アンナさんは管理人さんから隣の人に話してほしいです。何と言って頼みましたか。「話していただきたいです」とどう違うと思いますか。</a:t>
            </a:r>
          </a:p>
        </p:txBody>
      </p:sp>
    </p:spTree>
    <p:extLst>
      <p:ext uri="{BB962C8B-B14F-4D97-AF65-F5344CB8AC3E}">
        <p14:creationId xmlns:p14="http://schemas.microsoft.com/office/powerpoint/2010/main" val="17100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1621971"/>
            <a:ext cx="10374509" cy="307142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使ってみよう</a:t>
            </a:r>
            <a:r>
              <a:rPr lang="en-US" altLang="ja-JP" sz="4400" b="1" dirty="0">
                <a:solidFill>
                  <a:srgbClr val="A11D2B"/>
                </a:solidFill>
              </a:rPr>
              <a:t>2</a:t>
            </a:r>
            <a:r>
              <a:rPr lang="ja-JP" altLang="en-US" sz="4400" b="1" dirty="0">
                <a:solidFill>
                  <a:srgbClr val="A11D2B"/>
                </a:solidFill>
              </a:rPr>
              <a:t>（</a:t>
            </a:r>
            <a:r>
              <a:rPr lang="en-US" altLang="ja-JP" sz="4400" b="1" dirty="0">
                <a:solidFill>
                  <a:srgbClr val="A11D2B"/>
                </a:solidFill>
              </a:rPr>
              <a:t>55</a:t>
            </a:r>
            <a:r>
              <a:rPr lang="ja-JP" altLang="en-US" sz="4400" b="1" dirty="0">
                <a:solidFill>
                  <a:srgbClr val="A11D2B"/>
                </a:solidFill>
              </a:rPr>
              <a:t>ページ）</a:t>
            </a:r>
            <a:endParaRPr lang="en-US" sz="44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95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～たいことがあるんですが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0179" y="1672389"/>
            <a:ext cx="10611853" cy="3561348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</a:t>
            </a:r>
            <a:r>
              <a:rPr lang="ja-JP" altLang="en-US" sz="2400" dirty="0"/>
              <a:t>目 上の人や初じ めて会った人に、お願が いしたいとき、丁 寧に話し始める言いかた</a:t>
            </a:r>
            <a:r>
              <a:rPr lang="en-US" altLang="ja-JP" sz="2400" dirty="0"/>
              <a:t>.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 algn="l">
              <a:buNone/>
            </a:pPr>
            <a:r>
              <a:rPr lang="vi-VN" altLang="ja-JP" sz="2800" dirty="0"/>
              <a:t>Cách nói lịch sự khi nhờ vả với người lần đầu tiên gặp và với người cần kính trọng</a:t>
            </a:r>
          </a:p>
          <a:p>
            <a:pPr marL="0" indent="0" algn="l">
              <a:buNone/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703791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18" y="713232"/>
            <a:ext cx="4979903" cy="1271016"/>
          </a:xfr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sz="3200" b="1" dirty="0">
                <a:solidFill>
                  <a:srgbClr val="A11D2B"/>
                </a:solidFill>
              </a:rPr>
              <a:t>こんなとき、どのように話を始めたらいいですか？</a:t>
            </a:r>
            <a:endParaRPr lang="en-US" sz="3200" b="1" dirty="0">
              <a:solidFill>
                <a:srgbClr val="A11D2B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719" y="2330505"/>
            <a:ext cx="4886008" cy="38142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ja-JP" b="1" dirty="0">
                <a:solidFill>
                  <a:srgbClr val="256766"/>
                </a:solidFill>
              </a:rPr>
              <a:t>〈</a:t>
            </a:r>
            <a:r>
              <a:rPr lang="ja-JP" altLang="en-US" sz="2800" b="1" dirty="0">
                <a:solidFill>
                  <a:srgbClr val="256766"/>
                </a:solidFill>
              </a:rPr>
              <a:t>アパートの管 理 人にお願いしたいとき</a:t>
            </a:r>
            <a:r>
              <a:rPr lang="en-US" altLang="ja-JP" sz="2800" b="1" dirty="0">
                <a:solidFill>
                  <a:srgbClr val="256766"/>
                </a:solidFill>
              </a:rPr>
              <a:t>〉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dirty="0"/>
              <a:t>＿＿＿＿＿＿＿＿＿＿＿＿＿＿＿＿</a:t>
            </a:r>
            <a:endParaRPr lang="en-US" altLang="ja-JP" dirty="0"/>
          </a:p>
          <a:p>
            <a:pPr marL="0"/>
            <a:endParaRPr lang="en-US" dirty="0"/>
          </a:p>
          <a:p>
            <a:pPr marL="0"/>
            <a:endParaRPr lang="en-US" altLang="ja-JP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管理人さんのイラスト">
            <a:extLst>
              <a:ext uri="{FF2B5EF4-FFF2-40B4-BE49-F238E27FC236}">
                <a16:creationId xmlns:a16="http://schemas.microsoft.com/office/drawing/2014/main" id="{96D44B5D-9BE4-4117-A2D1-2523A9029E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061"/>
          <a:stretch/>
        </p:blipFill>
        <p:spPr bwMode="auto">
          <a:xfrm>
            <a:off x="5941693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B8F650-4A73-4200-A9A4-E4C65CB34851}"/>
              </a:ext>
            </a:extLst>
          </p:cNvPr>
          <p:cNvSpPr txBox="1"/>
          <p:nvPr/>
        </p:nvSpPr>
        <p:spPr>
          <a:xfrm>
            <a:off x="496824" y="4350533"/>
            <a:ext cx="4979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あの、管理人さん、お願いしたいことがあるんですが、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216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b="1">
                <a:solidFill>
                  <a:srgbClr val="A11D2B"/>
                </a:solidFill>
              </a:rPr>
              <a:t>こんなとき、どのように話を始めたらいいですか？</a:t>
            </a:r>
            <a:endParaRPr lang="en-US" b="1" dirty="0">
              <a:solidFill>
                <a:srgbClr val="A11D2B"/>
              </a:solidFill>
            </a:endParaRP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125" y="1828799"/>
            <a:ext cx="6385762" cy="441559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en-US" altLang="ja-JP" sz="2800" b="1" dirty="0">
                <a:solidFill>
                  <a:srgbClr val="256766"/>
                </a:solidFill>
              </a:rPr>
              <a:t>〈</a:t>
            </a:r>
            <a:r>
              <a:rPr lang="ja-JP" altLang="en-US" sz="2800" b="1" dirty="0">
                <a:solidFill>
                  <a:srgbClr val="256766"/>
                </a:solidFill>
              </a:rPr>
              <a:t>電話でアルバイト募 集 をしている店に聞きたいとき</a:t>
            </a:r>
            <a:r>
              <a:rPr lang="en-US" altLang="ja-JP" sz="2800" b="1" dirty="0">
                <a:solidFill>
                  <a:srgbClr val="256766"/>
                </a:solidFill>
              </a:rPr>
              <a:t>〉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en-US" altLang="ja-JP" sz="2400" dirty="0"/>
              <a:t>___________________________________</a:t>
            </a:r>
            <a:r>
              <a:rPr lang="ja-JP" altLang="en-US" sz="2400" dirty="0"/>
              <a:t>＿＿</a:t>
            </a:r>
            <a:endParaRPr lang="en-US" altLang="ja-JP" sz="2400" dirty="0"/>
          </a:p>
          <a:p>
            <a:pPr marL="0" indent="0">
              <a:buNone/>
            </a:pPr>
            <a:endParaRPr lang="vi-VN" altLang="ja-JP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472FC3-114D-4AA0-A214-129F0E68F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390" y="1696451"/>
            <a:ext cx="4415590" cy="4415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3EF037-3953-4DDA-9EBD-7E0901BB8C31}"/>
              </a:ext>
            </a:extLst>
          </p:cNvPr>
          <p:cNvSpPr txBox="1"/>
          <p:nvPr/>
        </p:nvSpPr>
        <p:spPr>
          <a:xfrm>
            <a:off x="619125" y="4199022"/>
            <a:ext cx="6647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もしもし、そちらの</a:t>
            </a: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</a:rPr>
              <a:t>アルバイト募 集 について聞きたいことがあるんですが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7491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84" y="547910"/>
            <a:ext cx="4923448" cy="1436338"/>
          </a:xfr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sz="3200" b="1" dirty="0"/>
              <a:t>こんなとき、どのように話を始めたらいいですか？</a:t>
            </a:r>
            <a:endParaRPr lang="en-US" sz="3200" b="1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B0AE035-1FB8-495B-86C3-87E5B20C9C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719" y="2330505"/>
            <a:ext cx="4979903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ja-JP" sz="2800" b="1" dirty="0"/>
              <a:t>〈</a:t>
            </a:r>
            <a:r>
              <a:rPr lang="ja-JP" altLang="en-US" sz="2800" b="1" dirty="0">
                <a:solidFill>
                  <a:srgbClr val="256766"/>
                </a:solidFill>
              </a:rPr>
              <a:t>先生に相 談したいとき</a:t>
            </a:r>
            <a:r>
              <a:rPr lang="en-US" altLang="ja-JP" sz="2800" b="1" dirty="0"/>
              <a:t>〉</a:t>
            </a:r>
          </a:p>
          <a:p>
            <a:pPr marL="0"/>
            <a:endParaRPr lang="en-US" altLang="ja-JP" dirty="0"/>
          </a:p>
          <a:p>
            <a:pPr marL="0"/>
            <a:endParaRPr lang="en-US" altLang="ja-JP" dirty="0"/>
          </a:p>
          <a:p>
            <a:pPr marL="0"/>
            <a:endParaRPr lang="en-US" altLang="ja-JP" dirty="0"/>
          </a:p>
          <a:p>
            <a:pPr marL="0"/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___________________________________</a:t>
            </a:r>
          </a:p>
          <a:p>
            <a:pPr marL="0"/>
            <a:endParaRPr lang="en-US" altLang="ja-JP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先生のイラスト（女性）">
            <a:extLst>
              <a:ext uri="{FF2B5EF4-FFF2-40B4-BE49-F238E27FC236}">
                <a16:creationId xmlns:a16="http://schemas.microsoft.com/office/drawing/2014/main" id="{E2A63254-897F-4437-AC47-1B328FA5E4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061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02268A-42EC-4665-97EF-A095315F5D2B}"/>
              </a:ext>
            </a:extLst>
          </p:cNvPr>
          <p:cNvSpPr txBox="1"/>
          <p:nvPr/>
        </p:nvSpPr>
        <p:spPr>
          <a:xfrm>
            <a:off x="496824" y="4350533"/>
            <a:ext cx="4979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ja-JP" altLang="en-US" sz="2400" b="1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先生、ご相談したいことがあるんですが。</a:t>
            </a:r>
            <a:endParaRPr lang="en-US" sz="24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8512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P55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274B42B8-07B8-4E53-B0C9-4F7213EA13B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6" y="1499727"/>
            <a:ext cx="10943610" cy="3842293"/>
          </a:xfrm>
        </p:spPr>
      </p:pic>
    </p:spTree>
    <p:extLst>
      <p:ext uri="{BB962C8B-B14F-4D97-AF65-F5344CB8AC3E}">
        <p14:creationId xmlns:p14="http://schemas.microsoft.com/office/powerpoint/2010/main" val="376655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401220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～（よ）うとする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199"/>
            <a:ext cx="5149618" cy="4439653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～（よ）うと思う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Định làm....</a:t>
            </a:r>
            <a:endParaRPr lang="en-US" altLang="ja-JP" sz="36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424864" y="1600199"/>
            <a:ext cx="5029200" cy="4608095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400" dirty="0"/>
              <a:t>意 向 形　（いこうけい）＋とする</a:t>
            </a:r>
            <a:endParaRPr lang="en-US" altLang="ja-JP" sz="2400" dirty="0"/>
          </a:p>
          <a:p>
            <a:pPr marL="0" indent="0" algn="ctr">
              <a:buNone/>
            </a:pPr>
            <a:endParaRPr lang="en-US" altLang="ja-JP" sz="24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＊そうしようと思って、そのことを始める 直 前 の 状 態 にいることを 表す </a:t>
            </a:r>
            <a:r>
              <a:rPr lang="vi-VN" altLang="ja-JP" sz="2400" dirty="0"/>
              <a:t>.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＊そうしようと思って、がんばっていることを 表 すこともある</a:t>
            </a:r>
            <a:r>
              <a:rPr lang="vi-VN" altLang="ja-JP" sz="2400" dirty="0"/>
              <a:t>.</a:t>
            </a:r>
            <a:endParaRPr lang="en-US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28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36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P55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CCEA7259-C058-4D60-827A-710C10592B3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822345"/>
            <a:ext cx="11535222" cy="3796402"/>
          </a:xfrm>
        </p:spPr>
      </p:pic>
    </p:spTree>
    <p:extLst>
      <p:ext uri="{BB962C8B-B14F-4D97-AF65-F5344CB8AC3E}">
        <p14:creationId xmlns:p14="http://schemas.microsoft.com/office/powerpoint/2010/main" val="331236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5" y="161741"/>
            <a:ext cx="10943610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～～（よ）うとする</a:t>
            </a:r>
            <a:endParaRPr lang="en-US" sz="44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79095"/>
            <a:ext cx="10943610" cy="5378115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①</a:t>
            </a:r>
            <a:r>
              <a:rPr lang="ja-JP" altLang="en-US" sz="3200" dirty="0"/>
              <a:t>道を＿＿＿＿＿＿＿＿ とき、信 号 が赤  に変わりました。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 </a:t>
            </a:r>
            <a:endParaRPr lang="en-US" altLang="ja-JP" sz="3200" dirty="0"/>
          </a:p>
          <a:p>
            <a:pPr marL="0" indent="0">
              <a:buNone/>
            </a:pPr>
            <a:r>
              <a:rPr lang="ja-JP" altLang="en-US" sz="2400" dirty="0"/>
              <a:t>② </a:t>
            </a:r>
            <a:r>
              <a:rPr lang="ja-JP" altLang="en-US" sz="3200" dirty="0"/>
              <a:t>家を＿＿＿＿＿＿＿＿ とき、突 然 雨が降り出した。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③ いくら＿＿＿＿＿＿＿＿＿ も、名前が思いだせない。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ja-JP" altLang="en-US" sz="3200" dirty="0"/>
              <a:t>④ ＿＿＿＿＿＿＿＿＿＿＿ら、電話が鳴りました。 </a:t>
            </a: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42738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9" y="401220"/>
            <a:ext cx="11165511" cy="814745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</a:t>
            </a:r>
            <a:r>
              <a:rPr lang="ja-JP" altLang="en-US" b="1" dirty="0">
                <a:solidFill>
                  <a:srgbClr val="A11D2B"/>
                </a:solidFill>
              </a:rPr>
              <a:t>みたいなんですが／～ようなんですが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519" y="1600200"/>
            <a:ext cx="5149618" cy="3643132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～だと思う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Hình như, có vẻ</a:t>
            </a:r>
          </a:p>
          <a:p>
            <a:pPr marL="0" indent="0">
              <a:buNone/>
            </a:pPr>
            <a:r>
              <a:rPr lang="vi-VN" altLang="ja-JP" sz="2800" dirty="0"/>
              <a:t>(Thể hiện sự phán đoán của cá nhân một cách lịch sự)</a:t>
            </a:r>
          </a:p>
          <a:p>
            <a:pPr marL="0" indent="0">
              <a:buNone/>
            </a:pPr>
            <a:endParaRPr lang="en-US" altLang="ja-JP" sz="280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8D3A890-C849-4777-ABA2-6969C6DAD515}"/>
              </a:ext>
            </a:extLst>
          </p:cNvPr>
          <p:cNvSpPr txBox="1">
            <a:spLocks/>
          </p:cNvSpPr>
          <p:nvPr/>
        </p:nvSpPr>
        <p:spPr>
          <a:xfrm>
            <a:off x="6096000" y="1600199"/>
            <a:ext cx="5358064" cy="4608095"/>
          </a:xfrm>
          <a:prstGeom prst="rect">
            <a:avLst/>
          </a:prstGeom>
          <a:solidFill>
            <a:srgbClr val="5E9C53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2800" b="1" dirty="0">
                <a:solidFill>
                  <a:srgbClr val="A11D2B"/>
                </a:solidFill>
              </a:rPr>
              <a:t>接続</a:t>
            </a: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endParaRPr lang="vi-VN" altLang="ja-JP" sz="28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lang="ja-JP" altLang="en-US" sz="2800" dirty="0"/>
              <a:t>普  通 形 ＋みたいだ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＊ナＡ</a:t>
            </a:r>
            <a:r>
              <a:rPr lang="en-US" altLang="ja-JP" sz="2800" dirty="0"/>
              <a:t>/</a:t>
            </a:r>
            <a:r>
              <a:rPr lang="ja-JP" altLang="en-US" sz="2800" dirty="0"/>
              <a:t>Ｎ＋みたいだ 普 通 形 ＋ようだ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＊ナＡな</a:t>
            </a:r>
            <a:r>
              <a:rPr lang="en-US" altLang="ja-JP" sz="2800" dirty="0"/>
              <a:t>/</a:t>
            </a:r>
            <a:r>
              <a:rPr lang="ja-JP" altLang="en-US" sz="2800" dirty="0"/>
              <a:t>Ｎの＋ようだ</a:t>
            </a:r>
            <a:endParaRPr lang="en-US" altLang="ja-JP" sz="32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9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P55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CBD49A06-6897-4E9C-8F13-76E4CA6F222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5" y="1811547"/>
            <a:ext cx="10849652" cy="3193590"/>
          </a:xfrm>
        </p:spPr>
      </p:pic>
    </p:spTree>
    <p:extLst>
      <p:ext uri="{BB962C8B-B14F-4D97-AF65-F5344CB8AC3E}">
        <p14:creationId xmlns:p14="http://schemas.microsoft.com/office/powerpoint/2010/main" val="938893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47" y="161742"/>
            <a:ext cx="10749658" cy="656406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</a:t>
            </a:r>
            <a:r>
              <a:rPr lang="ja-JP" altLang="en-US" sz="4000" b="1" dirty="0">
                <a:solidFill>
                  <a:srgbClr val="A11D2B"/>
                </a:solidFill>
              </a:rPr>
              <a:t>こんなとき、何と言ったらいいですか？ </a:t>
            </a:r>
            <a:endParaRPr lang="en-US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1576137"/>
            <a:ext cx="6268453" cy="4993106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①</a:t>
            </a:r>
            <a:r>
              <a:rPr lang="en-US" altLang="ja-JP" sz="2400" dirty="0"/>
              <a:t>〈</a:t>
            </a:r>
            <a:r>
              <a:rPr lang="ja-JP" altLang="en-US" sz="2800" dirty="0"/>
              <a:t>お店でおつりをもらいましたが、足りません。お店の人に</a:t>
            </a:r>
            <a:r>
              <a:rPr lang="en-US" altLang="ja-JP" sz="2800" dirty="0"/>
              <a:t>〉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en-US" altLang="ja-JP" sz="2400" dirty="0"/>
              <a:t>_______________________________________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A89021-8B67-4F69-8485-5EA157C49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031" y="1828800"/>
            <a:ext cx="3874169" cy="3874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ADD77-FA5D-4E93-9DE2-96BA5B012015}"/>
              </a:ext>
            </a:extLst>
          </p:cNvPr>
          <p:cNvSpPr txBox="1"/>
          <p:nvPr/>
        </p:nvSpPr>
        <p:spPr>
          <a:xfrm>
            <a:off x="818148" y="2971800"/>
            <a:ext cx="5895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おつりが足りないようなんだけど</a:t>
            </a:r>
            <a:endParaRPr lang="en-US" sz="2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9042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47" y="161742"/>
            <a:ext cx="10749658" cy="656406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A11D2B"/>
                </a:solidFill>
              </a:rPr>
              <a:t>～</a:t>
            </a:r>
            <a:r>
              <a:rPr lang="ja-JP" altLang="en-US" b="1" dirty="0">
                <a:solidFill>
                  <a:srgbClr val="A11D2B"/>
                </a:solidFill>
              </a:rPr>
              <a:t>こんなとき、何と言ったらいいですか？ </a:t>
            </a:r>
            <a:endParaRPr lang="en-US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737" y="1142999"/>
            <a:ext cx="6388768" cy="5077327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②</a:t>
            </a:r>
            <a:r>
              <a:rPr lang="en-US" altLang="ja-JP" sz="2800" dirty="0"/>
              <a:t>〈</a:t>
            </a:r>
            <a:r>
              <a:rPr lang="ja-JP" altLang="en-US" sz="2800" dirty="0"/>
              <a:t>となりの部屋で、大きな音がします。運動をしているかもしれせん。管 理人さんに</a:t>
            </a:r>
            <a:r>
              <a:rPr lang="en-US" altLang="ja-JP" sz="2800" dirty="0"/>
              <a:t>〉 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______________________________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37B9EC-D41C-4480-BB79-D9DEBFD1D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515" y="2195761"/>
            <a:ext cx="3838073" cy="3838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691B67-175A-43A0-9E4C-468F82F96998}"/>
              </a:ext>
            </a:extLst>
          </p:cNvPr>
          <p:cNvSpPr txBox="1"/>
          <p:nvPr/>
        </p:nvSpPr>
        <p:spPr>
          <a:xfrm>
            <a:off x="858254" y="3429000"/>
            <a:ext cx="5434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隣の部屋は、パーティをしているみたいようなんですが。。。</a:t>
            </a:r>
            <a:endParaRPr lang="en-US" sz="2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44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47" y="161742"/>
            <a:ext cx="10749658" cy="656406"/>
          </a:xfrm>
          <a:solidFill>
            <a:srgbClr val="D9910B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900" b="1" dirty="0">
                <a:solidFill>
                  <a:srgbClr val="A11D2B"/>
                </a:solidFill>
              </a:rPr>
              <a:t>～</a:t>
            </a:r>
            <a:r>
              <a:rPr lang="ja-JP" altLang="en-US" sz="4000" b="1" dirty="0">
                <a:solidFill>
                  <a:srgbClr val="A11D2B"/>
                </a:solidFill>
              </a:rPr>
              <a:t>こんなとき、何と言ったらいいですか？</a:t>
            </a:r>
            <a:r>
              <a:rPr lang="ja-JP" altLang="en-US" b="1" dirty="0">
                <a:solidFill>
                  <a:srgbClr val="A11D2B"/>
                </a:solidFill>
              </a:rPr>
              <a:t> </a:t>
            </a:r>
            <a:endParaRPr lang="en-US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737" y="1143000"/>
            <a:ext cx="6906126" cy="5342022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③〈</a:t>
            </a:r>
            <a:r>
              <a:rPr lang="ja-JP" altLang="en-US" sz="2800" dirty="0"/>
              <a:t>レストランで注文と違う料理が運ばれてきました。店員さんに</a:t>
            </a:r>
            <a:r>
              <a:rPr lang="en-US" altLang="ja-JP" sz="2800" dirty="0"/>
              <a:t>〉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  <a:p>
            <a:pPr marL="0" indent="0">
              <a:buNone/>
            </a:pPr>
            <a:r>
              <a:rPr lang="en-US" altLang="ja-JP" sz="3200" dirty="0"/>
              <a:t>________________________</a:t>
            </a:r>
          </a:p>
        </p:txBody>
      </p:sp>
      <p:pic>
        <p:nvPicPr>
          <p:cNvPr id="8194" name="Picture 2" descr="ミステリーショッパーのイラスト（男性）">
            <a:extLst>
              <a:ext uri="{FF2B5EF4-FFF2-40B4-BE49-F238E27FC236}">
                <a16:creationId xmlns:a16="http://schemas.microsoft.com/office/drawing/2014/main" id="{BCAD9008-A076-4AE4-87D4-4118770D3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684" y="1459832"/>
            <a:ext cx="3918284" cy="391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4E9F27-04BC-4029-8BCF-27E719BB1A72}"/>
              </a:ext>
            </a:extLst>
          </p:cNvPr>
          <p:cNvSpPr txBox="1"/>
          <p:nvPr/>
        </p:nvSpPr>
        <p:spPr>
          <a:xfrm>
            <a:off x="661736" y="3418974"/>
            <a:ext cx="64248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すみませんが、注文が違っているようなんだけど。。。</a:t>
            </a:r>
            <a:endParaRPr lang="en-US" sz="2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7763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～ていただきたいんですが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0179" y="1672389"/>
            <a:ext cx="10611853" cy="3561348"/>
          </a:xfrm>
          <a:solidFill>
            <a:srgbClr val="5E9C53"/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意 味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>
              <a:buNone/>
            </a:pPr>
            <a:r>
              <a:rPr lang="ja-JP" altLang="en-US" sz="3200" dirty="0"/>
              <a:t>＊</a:t>
            </a:r>
            <a:r>
              <a:rPr lang="ja-JP" altLang="en-US" sz="2800" dirty="0"/>
              <a:t> </a:t>
            </a:r>
            <a:r>
              <a:rPr lang="ja-JP" altLang="en-US" sz="2400" dirty="0"/>
              <a:t>目 上の人や初じ めて会った人に、お願が いしたいとき、丁 寧に話し始める言いかた</a:t>
            </a:r>
            <a:r>
              <a:rPr lang="en-US" altLang="ja-JP" sz="2400" dirty="0"/>
              <a:t>.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 algn="l">
              <a:buNone/>
            </a:pPr>
            <a:r>
              <a:rPr lang="vi-VN" altLang="ja-JP" sz="2800" dirty="0"/>
              <a:t>Cách nói lịch sự khi nhờ vả với người lần đầu tiên gặp và với người cần kính trọng</a:t>
            </a:r>
          </a:p>
          <a:p>
            <a:pPr marL="0" indent="0" algn="l">
              <a:buNone/>
            </a:pP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994263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7FF3D-1C5F-4028-AF2A-1DAE728C2E9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ja-JP" altLang="en-US" dirty="0">
                <a:highlight>
                  <a:srgbClr val="FFFF00"/>
                </a:highlight>
              </a:rPr>
              <a:t>例文（</a:t>
            </a:r>
            <a:r>
              <a:rPr lang="en-US" altLang="ja-JP" dirty="0">
                <a:highlight>
                  <a:srgbClr val="FFFF00"/>
                </a:highlight>
              </a:rPr>
              <a:t>P55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CBEF93F7-420C-4161-8D2B-93372C504D0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4" y="1813217"/>
            <a:ext cx="11493611" cy="3396457"/>
          </a:xfrm>
        </p:spPr>
      </p:pic>
    </p:spTree>
    <p:extLst>
      <p:ext uri="{BB962C8B-B14F-4D97-AF65-F5344CB8AC3E}">
        <p14:creationId xmlns:p14="http://schemas.microsoft.com/office/powerpoint/2010/main" val="276841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58" y="161742"/>
            <a:ext cx="10821847" cy="656406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～こんなとき、何と言ったらいいですか？ 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737" y="1142999"/>
            <a:ext cx="6388768" cy="5077327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　</a:t>
            </a:r>
            <a:r>
              <a:rPr lang="ja-JP" altLang="en-US" sz="3200" b="1" dirty="0">
                <a:solidFill>
                  <a:srgbClr val="256766"/>
                </a:solidFill>
              </a:rPr>
              <a:t>先生に作文を直してほしいです</a:t>
            </a:r>
            <a:r>
              <a:rPr lang="en-US" altLang="ja-JP" sz="3200" b="1" dirty="0">
                <a:solidFill>
                  <a:srgbClr val="256766"/>
                </a:solidFill>
              </a:rPr>
              <a:t>.</a:t>
            </a:r>
            <a:endParaRPr lang="en-US" altLang="ja-JP" sz="2800" b="1" dirty="0">
              <a:solidFill>
                <a:srgbClr val="256766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______________________________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91B67-175A-43A0-9E4C-468F82F96998}"/>
              </a:ext>
            </a:extLst>
          </p:cNvPr>
          <p:cNvSpPr txBox="1"/>
          <p:nvPr/>
        </p:nvSpPr>
        <p:spPr>
          <a:xfrm>
            <a:off x="858254" y="3429000"/>
            <a:ext cx="5879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先生、作文を直していただきたいんですが、今よろしいですか。</a:t>
            </a:r>
            <a:endParaRPr lang="en-US" sz="2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12290" name="Picture 2" descr="プリントを配る先生のイラスト（女性）">
            <a:extLst>
              <a:ext uri="{FF2B5EF4-FFF2-40B4-BE49-F238E27FC236}">
                <a16:creationId xmlns:a16="http://schemas.microsoft.com/office/drawing/2014/main" id="{E8AF2F91-C0D3-4DDC-86DF-93238379B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697" y="1967162"/>
            <a:ext cx="3519238" cy="351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9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58" y="161742"/>
            <a:ext cx="10821847" cy="656406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～こんなとき、何と言ったらいいですか？ 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4B3034-E2E3-4173-8554-B1E0080353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737" y="1142999"/>
            <a:ext cx="6845968" cy="5077327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　</a:t>
            </a:r>
            <a:r>
              <a:rPr lang="ja-JP" altLang="en-US" sz="3200" b="1" dirty="0">
                <a:solidFill>
                  <a:srgbClr val="256766"/>
                </a:solidFill>
              </a:rPr>
              <a:t>学校に電話しました。学校を休むことを、森 先生に伝た えてほしいです</a:t>
            </a:r>
            <a:r>
              <a:rPr lang="en-US" altLang="ja-JP" sz="3200" b="1" dirty="0">
                <a:solidFill>
                  <a:srgbClr val="256766"/>
                </a:solidFill>
              </a:rPr>
              <a:t>.</a:t>
            </a:r>
            <a:endParaRPr lang="en-US" altLang="ja-JP" sz="2800" b="1" dirty="0">
              <a:solidFill>
                <a:srgbClr val="256766"/>
              </a:solidFill>
            </a:endParaRP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＿＿＿＿＿＿＿＿＿＿＿＿＿＿＿＿＿＿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endParaRPr lang="en-US" altLang="ja-JP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91B67-175A-43A0-9E4C-468F82F96998}"/>
              </a:ext>
            </a:extLst>
          </p:cNvPr>
          <p:cNvSpPr txBox="1"/>
          <p:nvPr/>
        </p:nvSpPr>
        <p:spPr>
          <a:xfrm>
            <a:off x="858254" y="3429001"/>
            <a:ext cx="62403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A11D2B"/>
                </a:solidFill>
                <a:highlight>
                  <a:srgbClr val="FFFF00"/>
                </a:highlight>
              </a:rPr>
              <a:t>森先生に「今日、学校を休む」ということを伝えていただきたいんですが。</a:t>
            </a:r>
            <a:endParaRPr lang="en-US" sz="2800" b="1" dirty="0">
              <a:solidFill>
                <a:srgbClr val="A11D2B"/>
              </a:solidFill>
              <a:highlight>
                <a:srgbClr val="FFFF00"/>
              </a:highligh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0A5DD-B9C6-4157-821D-7ABCCB92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058" y="1570120"/>
            <a:ext cx="3507205" cy="350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8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1642</Words>
  <Application>Microsoft Office PowerPoint</Application>
  <PresentationFormat>Widescreen</PresentationFormat>
  <Paragraphs>175</Paragraphs>
  <Slides>24</Slides>
  <Notes>19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 こんなときどうする？　（P52）</vt:lpstr>
      <vt:lpstr> こんなときどうする？　（P52）</vt:lpstr>
      <vt:lpstr>答えてみて　</vt:lpstr>
      <vt:lpstr>答えてみて　</vt:lpstr>
      <vt:lpstr>使ってみよう2（55ページ）</vt:lpstr>
      <vt:lpstr>～たいことがあるんですが</vt:lpstr>
      <vt:lpstr>こんなとき、どのように話を始めたらいいですか？</vt:lpstr>
      <vt:lpstr>こんなとき、どのように話を始めたらいいですか？</vt:lpstr>
      <vt:lpstr>こんなとき、どのように話を始めたらいいですか？</vt:lpstr>
      <vt:lpstr>例文（P55）</vt:lpstr>
      <vt:lpstr>～（よ）うとする</vt:lpstr>
      <vt:lpstr>例文（P55）</vt:lpstr>
      <vt:lpstr>～～（よ）うとする</vt:lpstr>
      <vt:lpstr>～みたいなんですが／～ようなんですが</vt:lpstr>
      <vt:lpstr>例文（P55）</vt:lpstr>
      <vt:lpstr>～こんなとき、何と言ったらいいですか？ </vt:lpstr>
      <vt:lpstr>～こんなとき、何と言ったらいいですか？ </vt:lpstr>
      <vt:lpstr>～こんなとき、何と言ったらいいですか？ </vt:lpstr>
      <vt:lpstr>～ていただきたいんですが</vt:lpstr>
      <vt:lpstr>例文（P55）</vt:lpstr>
      <vt:lpstr>～こんなとき、何と言ったらいいですか？ </vt:lpstr>
      <vt:lpstr>～こんなとき、何と言ったらいいですか？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2021-09-13T13:12:03Z</dcterms:modified>
</cp:coreProperties>
</file>