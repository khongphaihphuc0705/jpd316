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51" r:id="rId3"/>
    <p:sldId id="510" r:id="rId4"/>
    <p:sldId id="352" r:id="rId5"/>
    <p:sldId id="461" r:id="rId6"/>
    <p:sldId id="462" r:id="rId7"/>
    <p:sldId id="258" r:id="rId8"/>
    <p:sldId id="509" r:id="rId9"/>
    <p:sldId id="511" r:id="rId10"/>
    <p:sldId id="508" r:id="rId11"/>
    <p:sldId id="413" r:id="rId12"/>
    <p:sldId id="464" r:id="rId13"/>
    <p:sldId id="463" r:id="rId14"/>
    <p:sldId id="357" r:id="rId15"/>
    <p:sldId id="358" r:id="rId16"/>
    <p:sldId id="359" r:id="rId17"/>
    <p:sldId id="532" r:id="rId18"/>
    <p:sldId id="360" r:id="rId19"/>
    <p:sldId id="363" r:id="rId20"/>
    <p:sldId id="465" r:id="rId21"/>
    <p:sldId id="533" r:id="rId22"/>
    <p:sldId id="466" r:id="rId23"/>
    <p:sldId id="467" r:id="rId24"/>
    <p:sldId id="53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9C53"/>
    <a:srgbClr val="D9910B"/>
    <a:srgbClr val="A11D2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6C404-EEC6-4320-A11F-1D8A99979343}" v="24" dt="2021-09-13T13:04:26.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2603" autoAdjust="0"/>
  </p:normalViewPr>
  <p:slideViewPr>
    <p:cSldViewPr snapToGrid="0" showGuides="1">
      <p:cViewPr varScale="1">
        <p:scale>
          <a:sx n="53" d="100"/>
          <a:sy n="53" d="100"/>
        </p:scale>
        <p:origin x="372"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m Oanh (FE FPTU CT)" userId="33772939-cd87-45c1-be61-e0648bc25a53" providerId="ADAL" clId="{A646C404-EEC6-4320-A11F-1D8A99979343}"/>
    <pc:docChg chg="undo custSel addSld delSld modSld sldOrd">
      <pc:chgData name="Le Thi Kim Oanh (FE FPTU CT)" userId="33772939-cd87-45c1-be61-e0648bc25a53" providerId="ADAL" clId="{A646C404-EEC6-4320-A11F-1D8A99979343}" dt="2021-09-13T13:04:32.347" v="93" actId="14100"/>
      <pc:docMkLst>
        <pc:docMk/>
      </pc:docMkLst>
      <pc:sldChg chg="modSp mod">
        <pc:chgData name="Le Thi Kim Oanh (FE FPTU CT)" userId="33772939-cd87-45c1-be61-e0648bc25a53" providerId="ADAL" clId="{A646C404-EEC6-4320-A11F-1D8A99979343}" dt="2021-09-13T13:00:02.959" v="54" actId="20577"/>
        <pc:sldMkLst>
          <pc:docMk/>
          <pc:sldMk cId="3030371752" sldId="509"/>
        </pc:sldMkLst>
        <pc:spChg chg="mod">
          <ac:chgData name="Le Thi Kim Oanh (FE FPTU CT)" userId="33772939-cd87-45c1-be61-e0648bc25a53" providerId="ADAL" clId="{A646C404-EEC6-4320-A11F-1D8A99979343}" dt="2021-09-13T13:00:02.959" v="54" actId="20577"/>
          <ac:spMkLst>
            <pc:docMk/>
            <pc:sldMk cId="3030371752" sldId="509"/>
            <ac:spMk id="3" creationId="{00000000-0000-0000-0000-000000000000}"/>
          </ac:spMkLst>
        </pc:spChg>
      </pc:sldChg>
      <pc:sldChg chg="addSp modSp new mod setBg modClrScheme chgLayout">
        <pc:chgData name="Le Thi Kim Oanh (FE FPTU CT)" userId="33772939-cd87-45c1-be61-e0648bc25a53" providerId="ADAL" clId="{A646C404-EEC6-4320-A11F-1D8A99979343}" dt="2021-09-13T12:33:07.987" v="5" actId="26606"/>
        <pc:sldMkLst>
          <pc:docMk/>
          <pc:sldMk cId="3824397934" sldId="510"/>
        </pc:sldMkLst>
        <pc:spChg chg="add">
          <ac:chgData name="Le Thi Kim Oanh (FE FPTU CT)" userId="33772939-cd87-45c1-be61-e0648bc25a53" providerId="ADAL" clId="{A646C404-EEC6-4320-A11F-1D8A99979343}" dt="2021-09-13T12:33:07.987" v="5" actId="26606"/>
          <ac:spMkLst>
            <pc:docMk/>
            <pc:sldMk cId="3824397934" sldId="510"/>
            <ac:spMk id="8" creationId="{42A4FC2C-047E-45A5-965D-8E1E3BF09BC6}"/>
          </ac:spMkLst>
        </pc:spChg>
        <pc:picChg chg="add mod">
          <ac:chgData name="Le Thi Kim Oanh (FE FPTU CT)" userId="33772939-cd87-45c1-be61-e0648bc25a53" providerId="ADAL" clId="{A646C404-EEC6-4320-A11F-1D8A99979343}" dt="2021-09-13T12:33:07.987" v="5" actId="26606"/>
          <ac:picMkLst>
            <pc:docMk/>
            <pc:sldMk cId="3824397934" sldId="510"/>
            <ac:picMk id="3" creationId="{1F88B94B-C577-46DE-9786-4B71818CA733}"/>
          </ac:picMkLst>
        </pc:picChg>
      </pc:sldChg>
      <pc:sldChg chg="modSp add del mod ord modAnim modNotesTx">
        <pc:chgData name="Le Thi Kim Oanh (FE FPTU CT)" userId="33772939-cd87-45c1-be61-e0648bc25a53" providerId="ADAL" clId="{A646C404-EEC6-4320-A11F-1D8A99979343}" dt="2021-09-13T12:59:20.121" v="24" actId="47"/>
        <pc:sldMkLst>
          <pc:docMk/>
          <pc:sldMk cId="841068716" sldId="511"/>
        </pc:sldMkLst>
        <pc:spChg chg="mod">
          <ac:chgData name="Le Thi Kim Oanh (FE FPTU CT)" userId="33772939-cd87-45c1-be61-e0648bc25a53" providerId="ADAL" clId="{A646C404-EEC6-4320-A11F-1D8A99979343}" dt="2021-09-13T12:33:32.558" v="20" actId="207"/>
          <ac:spMkLst>
            <pc:docMk/>
            <pc:sldMk cId="841068716" sldId="511"/>
            <ac:spMk id="4" creationId="{9CB7EEE1-C007-45D6-9CB2-FB416E743C66}"/>
          </ac:spMkLst>
        </pc:spChg>
        <pc:spChg chg="mod">
          <ac:chgData name="Le Thi Kim Oanh (FE FPTU CT)" userId="33772939-cd87-45c1-be61-e0648bc25a53" providerId="ADAL" clId="{A646C404-EEC6-4320-A11F-1D8A99979343}" dt="2021-09-13T12:33:36.376" v="21" actId="207"/>
          <ac:spMkLst>
            <pc:docMk/>
            <pc:sldMk cId="841068716" sldId="511"/>
            <ac:spMk id="5" creationId="{9F4B3034-E2E3-4173-8554-B1E008035346}"/>
          </ac:spMkLst>
        </pc:spChg>
      </pc:sldChg>
      <pc:sldChg chg="addSp modSp new mod setBg">
        <pc:chgData name="Le Thi Kim Oanh (FE FPTU CT)" userId="33772939-cd87-45c1-be61-e0648bc25a53" providerId="ADAL" clId="{A646C404-EEC6-4320-A11F-1D8A99979343}" dt="2021-09-13T13:00:50.384" v="59" actId="26606"/>
        <pc:sldMkLst>
          <pc:docMk/>
          <pc:sldMk cId="1393573626" sldId="511"/>
        </pc:sldMkLst>
        <pc:spChg chg="add">
          <ac:chgData name="Le Thi Kim Oanh (FE FPTU CT)" userId="33772939-cd87-45c1-be61-e0648bc25a53" providerId="ADAL" clId="{A646C404-EEC6-4320-A11F-1D8A99979343}" dt="2021-09-13T13:00:50.384" v="59" actId="26606"/>
          <ac:spMkLst>
            <pc:docMk/>
            <pc:sldMk cId="1393573626" sldId="511"/>
            <ac:spMk id="8" creationId="{42A4FC2C-047E-45A5-965D-8E1E3BF09BC6}"/>
          </ac:spMkLst>
        </pc:spChg>
        <pc:picChg chg="add mod">
          <ac:chgData name="Le Thi Kim Oanh (FE FPTU CT)" userId="33772939-cd87-45c1-be61-e0648bc25a53" providerId="ADAL" clId="{A646C404-EEC6-4320-A11F-1D8A99979343}" dt="2021-09-13T13:00:50.384" v="59" actId="26606"/>
          <ac:picMkLst>
            <pc:docMk/>
            <pc:sldMk cId="1393573626" sldId="511"/>
            <ac:picMk id="3" creationId="{91A4D435-B9F7-4299-8994-69D621D92EB9}"/>
          </ac:picMkLst>
        </pc:picChg>
      </pc:sldChg>
      <pc:sldChg chg="addSp delSp modSp add mod">
        <pc:chgData name="Le Thi Kim Oanh (FE FPTU CT)" userId="33772939-cd87-45c1-be61-e0648bc25a53" providerId="ADAL" clId="{A646C404-EEC6-4320-A11F-1D8A99979343}" dt="2021-09-13T13:03:37.714" v="73"/>
        <pc:sldMkLst>
          <pc:docMk/>
          <pc:sldMk cId="3766553441" sldId="532"/>
        </pc:sldMkLst>
        <pc:spChg chg="mod">
          <ac:chgData name="Le Thi Kim Oanh (FE FPTU CT)" userId="33772939-cd87-45c1-be61-e0648bc25a53" providerId="ADAL" clId="{A646C404-EEC6-4320-A11F-1D8A99979343}" dt="2021-09-13T13:03:37.714" v="73"/>
          <ac:spMkLst>
            <pc:docMk/>
            <pc:sldMk cId="3766553441" sldId="532"/>
            <ac:spMk id="2" creationId="{42E7FF3D-1C5F-4028-AF2A-1DAE728C2E9F}"/>
          </ac:spMkLst>
        </pc:spChg>
        <pc:spChg chg="add del mod">
          <ac:chgData name="Le Thi Kim Oanh (FE FPTU CT)" userId="33772939-cd87-45c1-be61-e0648bc25a53" providerId="ADAL" clId="{A646C404-EEC6-4320-A11F-1D8A99979343}" dt="2021-09-13T13:02:55.574" v="62" actId="931"/>
          <ac:spMkLst>
            <pc:docMk/>
            <pc:sldMk cId="3766553441" sldId="532"/>
            <ac:spMk id="4" creationId="{F7182FC0-A1AE-41A2-A932-0A0B0DA40AC3}"/>
          </ac:spMkLst>
        </pc:spChg>
        <pc:picChg chg="del">
          <ac:chgData name="Le Thi Kim Oanh (FE FPTU CT)" userId="33772939-cd87-45c1-be61-e0648bc25a53" providerId="ADAL" clId="{A646C404-EEC6-4320-A11F-1D8A99979343}" dt="2021-09-13T13:02:44.399" v="61" actId="478"/>
          <ac:picMkLst>
            <pc:docMk/>
            <pc:sldMk cId="3766553441" sldId="532"/>
            <ac:picMk id="6" creationId="{73F97F71-496B-4FF9-BFF7-1E7EB15F26F5}"/>
          </ac:picMkLst>
        </pc:picChg>
        <pc:picChg chg="add mod">
          <ac:chgData name="Le Thi Kim Oanh (FE FPTU CT)" userId="33772939-cd87-45c1-be61-e0648bc25a53" providerId="ADAL" clId="{A646C404-EEC6-4320-A11F-1D8A99979343}" dt="2021-09-13T13:03:02.371" v="67" actId="14100"/>
          <ac:picMkLst>
            <pc:docMk/>
            <pc:sldMk cId="3766553441" sldId="532"/>
            <ac:picMk id="7" creationId="{710A5EF3-7AAD-41E4-8A9B-BAABED4C370E}"/>
          </ac:picMkLst>
        </pc:picChg>
      </pc:sldChg>
      <pc:sldChg chg="addSp delSp modSp add mod ord">
        <pc:chgData name="Le Thi Kim Oanh (FE FPTU CT)" userId="33772939-cd87-45c1-be61-e0648bc25a53" providerId="ADAL" clId="{A646C404-EEC6-4320-A11F-1D8A99979343}" dt="2021-09-13T13:03:59.391" v="83" actId="1076"/>
        <pc:sldMkLst>
          <pc:docMk/>
          <pc:sldMk cId="3066693248" sldId="533"/>
        </pc:sldMkLst>
        <pc:spChg chg="add del mod">
          <ac:chgData name="Le Thi Kim Oanh (FE FPTU CT)" userId="33772939-cd87-45c1-be61-e0648bc25a53" providerId="ADAL" clId="{A646C404-EEC6-4320-A11F-1D8A99979343}" dt="2021-09-13T13:03:53.123" v="78" actId="931"/>
          <ac:spMkLst>
            <pc:docMk/>
            <pc:sldMk cId="3066693248" sldId="533"/>
            <ac:spMk id="4" creationId="{4BA66F2D-2C13-4AAC-B2B3-FE3E460809E2}"/>
          </ac:spMkLst>
        </pc:spChg>
        <pc:picChg chg="add mod">
          <ac:chgData name="Le Thi Kim Oanh (FE FPTU CT)" userId="33772939-cd87-45c1-be61-e0648bc25a53" providerId="ADAL" clId="{A646C404-EEC6-4320-A11F-1D8A99979343}" dt="2021-09-13T13:03:59.391" v="83" actId="1076"/>
          <ac:picMkLst>
            <pc:docMk/>
            <pc:sldMk cId="3066693248" sldId="533"/>
            <ac:picMk id="6" creationId="{4DE392F5-129D-422A-A947-048CD295E914}"/>
          </ac:picMkLst>
        </pc:picChg>
        <pc:picChg chg="del">
          <ac:chgData name="Le Thi Kim Oanh (FE FPTU CT)" userId="33772939-cd87-45c1-be61-e0648bc25a53" providerId="ADAL" clId="{A646C404-EEC6-4320-A11F-1D8A99979343}" dt="2021-09-13T13:03:48.758" v="77" actId="478"/>
          <ac:picMkLst>
            <pc:docMk/>
            <pc:sldMk cId="3066693248" sldId="533"/>
            <ac:picMk id="7" creationId="{710A5EF3-7AAD-41E4-8A9B-BAABED4C370E}"/>
          </ac:picMkLst>
        </pc:picChg>
      </pc:sldChg>
      <pc:sldChg chg="addSp delSp modSp add mod ord">
        <pc:chgData name="Le Thi Kim Oanh (FE FPTU CT)" userId="33772939-cd87-45c1-be61-e0648bc25a53" providerId="ADAL" clId="{A646C404-EEC6-4320-A11F-1D8A99979343}" dt="2021-09-13T13:04:32.347" v="93" actId="14100"/>
        <pc:sldMkLst>
          <pc:docMk/>
          <pc:sldMk cId="3849373868" sldId="534"/>
        </pc:sldMkLst>
        <pc:spChg chg="add del mod">
          <ac:chgData name="Le Thi Kim Oanh (FE FPTU CT)" userId="33772939-cd87-45c1-be61-e0648bc25a53" providerId="ADAL" clId="{A646C404-EEC6-4320-A11F-1D8A99979343}" dt="2021-09-13T13:04:26.133" v="88" actId="931"/>
          <ac:spMkLst>
            <pc:docMk/>
            <pc:sldMk cId="3849373868" sldId="534"/>
            <ac:spMk id="4" creationId="{D7D91B36-968D-4453-A509-B11434B3CED1}"/>
          </ac:spMkLst>
        </pc:spChg>
        <pc:picChg chg="del">
          <ac:chgData name="Le Thi Kim Oanh (FE FPTU CT)" userId="33772939-cd87-45c1-be61-e0648bc25a53" providerId="ADAL" clId="{A646C404-EEC6-4320-A11F-1D8A99979343}" dt="2021-09-13T13:04:16.148" v="87" actId="478"/>
          <ac:picMkLst>
            <pc:docMk/>
            <pc:sldMk cId="3849373868" sldId="534"/>
            <ac:picMk id="6" creationId="{4DE392F5-129D-422A-A947-048CD295E914}"/>
          </ac:picMkLst>
        </pc:picChg>
        <pc:picChg chg="add mod">
          <ac:chgData name="Le Thi Kim Oanh (FE FPTU CT)" userId="33772939-cd87-45c1-be61-e0648bc25a53" providerId="ADAL" clId="{A646C404-EEC6-4320-A11F-1D8A99979343}" dt="2021-09-13T13:04:32.347" v="93" actId="14100"/>
          <ac:picMkLst>
            <pc:docMk/>
            <pc:sldMk cId="3849373868" sldId="534"/>
            <ac:picMk id="7" creationId="{A90AAF98-B2CD-4A77-A4CB-BCE8270197E2}"/>
          </ac:picMkLst>
        </pc:picChg>
      </pc:sldChg>
    </pc:docChg>
  </pc:docChgLst>
  <pc:docChgLst>
    <pc:chgData name="Oanh Le Thi Kim  (FE FPTU CT)" userId="33772939-cd87-45c1-be61-e0648bc25a53" providerId="ADAL" clId="{A646C404-EEC6-4320-A11F-1D8A99979343}"/>
    <pc:docChg chg="custSel addSld delSld modSld sldOrd delSection modSection">
      <pc:chgData name="Oanh Le Thi Kim  (FE FPTU CT)" userId="33772939-cd87-45c1-be61-e0648bc25a53" providerId="ADAL" clId="{A646C404-EEC6-4320-A11F-1D8A99979343}" dt="2021-08-21T12:51:05.303" v="71" actId="20577"/>
      <pc:docMkLst>
        <pc:docMk/>
      </pc:docMkLst>
      <pc:sldChg chg="modNotesTx">
        <pc:chgData name="Oanh Le Thi Kim  (FE FPTU CT)" userId="33772939-cd87-45c1-be61-e0648bc25a53" providerId="ADAL" clId="{A646C404-EEC6-4320-A11F-1D8A99979343}" dt="2021-08-21T12:45:01.968" v="3" actId="20577"/>
        <pc:sldMkLst>
          <pc:docMk/>
          <pc:sldMk cId="1502880382" sldId="352"/>
        </pc:sldMkLst>
      </pc:sldChg>
      <pc:sldChg chg="del">
        <pc:chgData name="Oanh Le Thi Kim  (FE FPTU CT)" userId="33772939-cd87-45c1-be61-e0648bc25a53" providerId="ADAL" clId="{A646C404-EEC6-4320-A11F-1D8A99979343}" dt="2021-08-08T08:58:43.173" v="0" actId="47"/>
        <pc:sldMkLst>
          <pc:docMk/>
          <pc:sldMk cId="1921137803" sldId="353"/>
        </pc:sldMkLst>
      </pc:sldChg>
      <pc:sldChg chg="modSp mod">
        <pc:chgData name="Oanh Le Thi Kim  (FE FPTU CT)" userId="33772939-cd87-45c1-be61-e0648bc25a53" providerId="ADAL" clId="{A646C404-EEC6-4320-A11F-1D8A99979343}" dt="2021-08-21T12:51:05.303" v="71" actId="20577"/>
        <pc:sldMkLst>
          <pc:docMk/>
          <pc:sldMk cId="2373456421" sldId="358"/>
        </pc:sldMkLst>
        <pc:spChg chg="mod">
          <ac:chgData name="Oanh Le Thi Kim  (FE FPTU CT)" userId="33772939-cd87-45c1-be61-e0648bc25a53" providerId="ADAL" clId="{A646C404-EEC6-4320-A11F-1D8A99979343}" dt="2021-08-21T12:51:05.303" v="71" actId="20577"/>
          <ac:spMkLst>
            <pc:docMk/>
            <pc:sldMk cId="2373456421" sldId="358"/>
            <ac:spMk id="5" creationId="{9F4B3034-E2E3-4173-8554-B1E008035346}"/>
          </ac:spMkLst>
        </pc:spChg>
      </pc:sldChg>
      <pc:sldChg chg="del">
        <pc:chgData name="Oanh Le Thi Kim  (FE FPTU CT)" userId="33772939-cd87-45c1-be61-e0648bc25a53" providerId="ADAL" clId="{A646C404-EEC6-4320-A11F-1D8A99979343}" dt="2021-08-08T08:58:43.173" v="0" actId="47"/>
        <pc:sldMkLst>
          <pc:docMk/>
          <pc:sldMk cId="1703791009" sldId="365"/>
        </pc:sldMkLst>
      </pc:sldChg>
      <pc:sldChg chg="del">
        <pc:chgData name="Oanh Le Thi Kim  (FE FPTU CT)" userId="33772939-cd87-45c1-be61-e0648bc25a53" providerId="ADAL" clId="{A646C404-EEC6-4320-A11F-1D8A99979343}" dt="2021-08-08T08:58:43.173" v="0" actId="47"/>
        <pc:sldMkLst>
          <pc:docMk/>
          <pc:sldMk cId="1985129004" sldId="367"/>
        </pc:sldMkLst>
      </pc:sldChg>
      <pc:sldChg chg="del">
        <pc:chgData name="Oanh Le Thi Kim  (FE FPTU CT)" userId="33772939-cd87-45c1-be61-e0648bc25a53" providerId="ADAL" clId="{A646C404-EEC6-4320-A11F-1D8A99979343}" dt="2021-08-08T08:58:43.173" v="0" actId="47"/>
        <pc:sldMkLst>
          <pc:docMk/>
          <pc:sldMk cId="2705303052" sldId="370"/>
        </pc:sldMkLst>
      </pc:sldChg>
      <pc:sldChg chg="del">
        <pc:chgData name="Oanh Le Thi Kim  (FE FPTU CT)" userId="33772939-cd87-45c1-be61-e0648bc25a53" providerId="ADAL" clId="{A646C404-EEC6-4320-A11F-1D8A99979343}" dt="2021-08-08T08:58:43.173" v="0" actId="47"/>
        <pc:sldMkLst>
          <pc:docMk/>
          <pc:sldMk cId="2104607827" sldId="371"/>
        </pc:sldMkLst>
      </pc:sldChg>
      <pc:sldChg chg="del">
        <pc:chgData name="Oanh Le Thi Kim  (FE FPTU CT)" userId="33772939-cd87-45c1-be61-e0648bc25a53" providerId="ADAL" clId="{A646C404-EEC6-4320-A11F-1D8A99979343}" dt="2021-08-08T08:58:43.173" v="0" actId="47"/>
        <pc:sldMkLst>
          <pc:docMk/>
          <pc:sldMk cId="3397200444" sldId="372"/>
        </pc:sldMkLst>
      </pc:sldChg>
      <pc:sldChg chg="addSp modSp mod">
        <pc:chgData name="Oanh Le Thi Kim  (FE FPTU CT)" userId="33772939-cd87-45c1-be61-e0648bc25a53" providerId="ADAL" clId="{A646C404-EEC6-4320-A11F-1D8A99979343}" dt="2021-08-21T12:47:18.463" v="30" actId="20577"/>
        <pc:sldMkLst>
          <pc:docMk/>
          <pc:sldMk cId="408844313" sldId="413"/>
        </pc:sldMkLst>
        <pc:spChg chg="mod">
          <ac:chgData name="Oanh Le Thi Kim  (FE FPTU CT)" userId="33772939-cd87-45c1-be61-e0648bc25a53" providerId="ADAL" clId="{A646C404-EEC6-4320-A11F-1D8A99979343}" dt="2021-08-21T12:47:09.683" v="25" actId="14100"/>
          <ac:spMkLst>
            <pc:docMk/>
            <pc:sldMk cId="408844313" sldId="413"/>
            <ac:spMk id="3" creationId="{00000000-0000-0000-0000-000000000000}"/>
          </ac:spMkLst>
        </pc:spChg>
        <pc:spChg chg="add mod">
          <ac:chgData name="Oanh Le Thi Kim  (FE FPTU CT)" userId="33772939-cd87-45c1-be61-e0648bc25a53" providerId="ADAL" clId="{A646C404-EEC6-4320-A11F-1D8A99979343}" dt="2021-08-21T12:47:18.463" v="30" actId="20577"/>
          <ac:spMkLst>
            <pc:docMk/>
            <pc:sldMk cId="408844313" sldId="413"/>
            <ac:spMk id="6" creationId="{69B6AFF1-0B5C-41EE-9214-0CF75CAFB420}"/>
          </ac:spMkLst>
        </pc:spChg>
      </pc:sldChg>
      <pc:sldChg chg="del">
        <pc:chgData name="Oanh Le Thi Kim  (FE FPTU CT)" userId="33772939-cd87-45c1-be61-e0648bc25a53" providerId="ADAL" clId="{A646C404-EEC6-4320-A11F-1D8A99979343}" dt="2021-08-08T08:58:43.173" v="0" actId="47"/>
        <pc:sldMkLst>
          <pc:docMk/>
          <pc:sldMk cId="2329737387" sldId="414"/>
        </pc:sldMkLst>
      </pc:sldChg>
      <pc:sldChg chg="del">
        <pc:chgData name="Oanh Le Thi Kim  (FE FPTU CT)" userId="33772939-cd87-45c1-be61-e0648bc25a53" providerId="ADAL" clId="{A646C404-EEC6-4320-A11F-1D8A99979343}" dt="2021-08-08T08:58:43.173" v="0" actId="47"/>
        <pc:sldMkLst>
          <pc:docMk/>
          <pc:sldMk cId="906519154" sldId="415"/>
        </pc:sldMkLst>
      </pc:sldChg>
      <pc:sldChg chg="del">
        <pc:chgData name="Oanh Le Thi Kim  (FE FPTU CT)" userId="33772939-cd87-45c1-be61-e0648bc25a53" providerId="ADAL" clId="{A646C404-EEC6-4320-A11F-1D8A99979343}" dt="2021-08-08T08:58:43.173" v="0" actId="47"/>
        <pc:sldMkLst>
          <pc:docMk/>
          <pc:sldMk cId="1364144826" sldId="427"/>
        </pc:sldMkLst>
      </pc:sldChg>
      <pc:sldChg chg="del">
        <pc:chgData name="Oanh Le Thi Kim  (FE FPTU CT)" userId="33772939-cd87-45c1-be61-e0648bc25a53" providerId="ADAL" clId="{A646C404-EEC6-4320-A11F-1D8A99979343}" dt="2021-08-08T08:58:43.173" v="0" actId="47"/>
        <pc:sldMkLst>
          <pc:docMk/>
          <pc:sldMk cId="608496223" sldId="428"/>
        </pc:sldMkLst>
      </pc:sldChg>
      <pc:sldChg chg="del">
        <pc:chgData name="Oanh Le Thi Kim  (FE FPTU CT)" userId="33772939-cd87-45c1-be61-e0648bc25a53" providerId="ADAL" clId="{A646C404-EEC6-4320-A11F-1D8A99979343}" dt="2021-08-08T08:58:43.173" v="0" actId="47"/>
        <pc:sldMkLst>
          <pc:docMk/>
          <pc:sldMk cId="88392919" sldId="429"/>
        </pc:sldMkLst>
      </pc:sldChg>
      <pc:sldChg chg="del">
        <pc:chgData name="Oanh Le Thi Kim  (FE FPTU CT)" userId="33772939-cd87-45c1-be61-e0648bc25a53" providerId="ADAL" clId="{A646C404-EEC6-4320-A11F-1D8A99979343}" dt="2021-08-08T08:58:43.173" v="0" actId="47"/>
        <pc:sldMkLst>
          <pc:docMk/>
          <pc:sldMk cId="886559900" sldId="430"/>
        </pc:sldMkLst>
      </pc:sldChg>
      <pc:sldChg chg="del">
        <pc:chgData name="Oanh Le Thi Kim  (FE FPTU CT)" userId="33772939-cd87-45c1-be61-e0648bc25a53" providerId="ADAL" clId="{A646C404-EEC6-4320-A11F-1D8A99979343}" dt="2021-08-08T08:58:43.173" v="0" actId="47"/>
        <pc:sldMkLst>
          <pc:docMk/>
          <pc:sldMk cId="1905524200" sldId="432"/>
        </pc:sldMkLst>
      </pc:sldChg>
      <pc:sldChg chg="del">
        <pc:chgData name="Oanh Le Thi Kim  (FE FPTU CT)" userId="33772939-cd87-45c1-be61-e0648bc25a53" providerId="ADAL" clId="{A646C404-EEC6-4320-A11F-1D8A99979343}" dt="2021-08-08T08:58:43.173" v="0" actId="47"/>
        <pc:sldMkLst>
          <pc:docMk/>
          <pc:sldMk cId="577269292" sldId="433"/>
        </pc:sldMkLst>
      </pc:sldChg>
      <pc:sldChg chg="del">
        <pc:chgData name="Oanh Le Thi Kim  (FE FPTU CT)" userId="33772939-cd87-45c1-be61-e0648bc25a53" providerId="ADAL" clId="{A646C404-EEC6-4320-A11F-1D8A99979343}" dt="2021-08-08T08:58:43.173" v="0" actId="47"/>
        <pc:sldMkLst>
          <pc:docMk/>
          <pc:sldMk cId="3710736048" sldId="434"/>
        </pc:sldMkLst>
      </pc:sldChg>
      <pc:sldChg chg="del">
        <pc:chgData name="Oanh Le Thi Kim  (FE FPTU CT)" userId="33772939-cd87-45c1-be61-e0648bc25a53" providerId="ADAL" clId="{A646C404-EEC6-4320-A11F-1D8A99979343}" dt="2021-08-08T08:58:43.173" v="0" actId="47"/>
        <pc:sldMkLst>
          <pc:docMk/>
          <pc:sldMk cId="3245471418" sldId="435"/>
        </pc:sldMkLst>
      </pc:sldChg>
      <pc:sldChg chg="del">
        <pc:chgData name="Oanh Le Thi Kim  (FE FPTU CT)" userId="33772939-cd87-45c1-be61-e0648bc25a53" providerId="ADAL" clId="{A646C404-EEC6-4320-A11F-1D8A99979343}" dt="2021-08-08T08:58:43.173" v="0" actId="47"/>
        <pc:sldMkLst>
          <pc:docMk/>
          <pc:sldMk cId="2679302023" sldId="436"/>
        </pc:sldMkLst>
      </pc:sldChg>
      <pc:sldChg chg="del">
        <pc:chgData name="Oanh Le Thi Kim  (FE FPTU CT)" userId="33772939-cd87-45c1-be61-e0648bc25a53" providerId="ADAL" clId="{A646C404-EEC6-4320-A11F-1D8A99979343}" dt="2021-08-08T08:58:43.173" v="0" actId="47"/>
        <pc:sldMkLst>
          <pc:docMk/>
          <pc:sldMk cId="1898346204" sldId="443"/>
        </pc:sldMkLst>
      </pc:sldChg>
      <pc:sldChg chg="del">
        <pc:chgData name="Oanh Le Thi Kim  (FE FPTU CT)" userId="33772939-cd87-45c1-be61-e0648bc25a53" providerId="ADAL" clId="{A646C404-EEC6-4320-A11F-1D8A99979343}" dt="2021-08-08T08:58:43.173" v="0" actId="47"/>
        <pc:sldMkLst>
          <pc:docMk/>
          <pc:sldMk cId="4025790530" sldId="444"/>
        </pc:sldMkLst>
      </pc:sldChg>
      <pc:sldChg chg="del">
        <pc:chgData name="Oanh Le Thi Kim  (FE FPTU CT)" userId="33772939-cd87-45c1-be61-e0648bc25a53" providerId="ADAL" clId="{A646C404-EEC6-4320-A11F-1D8A99979343}" dt="2021-08-08T08:58:43.173" v="0" actId="47"/>
        <pc:sldMkLst>
          <pc:docMk/>
          <pc:sldMk cId="3450673402" sldId="454"/>
        </pc:sldMkLst>
      </pc:sldChg>
      <pc:sldChg chg="del">
        <pc:chgData name="Oanh Le Thi Kim  (FE FPTU CT)" userId="33772939-cd87-45c1-be61-e0648bc25a53" providerId="ADAL" clId="{A646C404-EEC6-4320-A11F-1D8A99979343}" dt="2021-08-08T08:58:43.173" v="0" actId="47"/>
        <pc:sldMkLst>
          <pc:docMk/>
          <pc:sldMk cId="3715108067" sldId="455"/>
        </pc:sldMkLst>
      </pc:sldChg>
      <pc:sldChg chg="del">
        <pc:chgData name="Oanh Le Thi Kim  (FE FPTU CT)" userId="33772939-cd87-45c1-be61-e0648bc25a53" providerId="ADAL" clId="{A646C404-EEC6-4320-A11F-1D8A99979343}" dt="2021-08-08T08:58:43.173" v="0" actId="47"/>
        <pc:sldMkLst>
          <pc:docMk/>
          <pc:sldMk cId="617866419" sldId="458"/>
        </pc:sldMkLst>
      </pc:sldChg>
      <pc:sldChg chg="del">
        <pc:chgData name="Oanh Le Thi Kim  (FE FPTU CT)" userId="33772939-cd87-45c1-be61-e0648bc25a53" providerId="ADAL" clId="{A646C404-EEC6-4320-A11F-1D8A99979343}" dt="2021-08-08T08:58:43.173" v="0" actId="47"/>
        <pc:sldMkLst>
          <pc:docMk/>
          <pc:sldMk cId="888382770" sldId="460"/>
        </pc:sldMkLst>
      </pc:sldChg>
      <pc:sldChg chg="del">
        <pc:chgData name="Oanh Le Thi Kim  (FE FPTU CT)" userId="33772939-cd87-45c1-be61-e0648bc25a53" providerId="ADAL" clId="{A646C404-EEC6-4320-A11F-1D8A99979343}" dt="2021-08-08T08:58:43.173" v="0" actId="47"/>
        <pc:sldMkLst>
          <pc:docMk/>
          <pc:sldMk cId="639745509" sldId="468"/>
        </pc:sldMkLst>
      </pc:sldChg>
      <pc:sldChg chg="del">
        <pc:chgData name="Oanh Le Thi Kim  (FE FPTU CT)" userId="33772939-cd87-45c1-be61-e0648bc25a53" providerId="ADAL" clId="{A646C404-EEC6-4320-A11F-1D8A99979343}" dt="2021-08-08T08:58:43.173" v="0" actId="47"/>
        <pc:sldMkLst>
          <pc:docMk/>
          <pc:sldMk cId="1651932579" sldId="469"/>
        </pc:sldMkLst>
      </pc:sldChg>
      <pc:sldChg chg="del">
        <pc:chgData name="Oanh Le Thi Kim  (FE FPTU CT)" userId="33772939-cd87-45c1-be61-e0648bc25a53" providerId="ADAL" clId="{A646C404-EEC6-4320-A11F-1D8A99979343}" dt="2021-08-08T08:58:43.173" v="0" actId="47"/>
        <pc:sldMkLst>
          <pc:docMk/>
          <pc:sldMk cId="1761823914" sldId="470"/>
        </pc:sldMkLst>
      </pc:sldChg>
      <pc:sldChg chg="del">
        <pc:chgData name="Oanh Le Thi Kim  (FE FPTU CT)" userId="33772939-cd87-45c1-be61-e0648bc25a53" providerId="ADAL" clId="{A646C404-EEC6-4320-A11F-1D8A99979343}" dt="2021-08-08T08:58:43.173" v="0" actId="47"/>
        <pc:sldMkLst>
          <pc:docMk/>
          <pc:sldMk cId="2595167715" sldId="471"/>
        </pc:sldMkLst>
      </pc:sldChg>
      <pc:sldChg chg="del">
        <pc:chgData name="Oanh Le Thi Kim  (FE FPTU CT)" userId="33772939-cd87-45c1-be61-e0648bc25a53" providerId="ADAL" clId="{A646C404-EEC6-4320-A11F-1D8A99979343}" dt="2021-08-08T08:58:43.173" v="0" actId="47"/>
        <pc:sldMkLst>
          <pc:docMk/>
          <pc:sldMk cId="171005382" sldId="472"/>
        </pc:sldMkLst>
      </pc:sldChg>
      <pc:sldChg chg="del">
        <pc:chgData name="Oanh Le Thi Kim  (FE FPTU CT)" userId="33772939-cd87-45c1-be61-e0648bc25a53" providerId="ADAL" clId="{A646C404-EEC6-4320-A11F-1D8A99979343}" dt="2021-08-08T08:58:43.173" v="0" actId="47"/>
        <pc:sldMkLst>
          <pc:docMk/>
          <pc:sldMk cId="2492953139" sldId="473"/>
        </pc:sldMkLst>
      </pc:sldChg>
      <pc:sldChg chg="del">
        <pc:chgData name="Oanh Le Thi Kim  (FE FPTU CT)" userId="33772939-cd87-45c1-be61-e0648bc25a53" providerId="ADAL" clId="{A646C404-EEC6-4320-A11F-1D8A99979343}" dt="2021-08-08T08:58:43.173" v="0" actId="47"/>
        <pc:sldMkLst>
          <pc:docMk/>
          <pc:sldMk cId="1040436584" sldId="474"/>
        </pc:sldMkLst>
      </pc:sldChg>
      <pc:sldChg chg="del">
        <pc:chgData name="Oanh Le Thi Kim  (FE FPTU CT)" userId="33772939-cd87-45c1-be61-e0648bc25a53" providerId="ADAL" clId="{A646C404-EEC6-4320-A11F-1D8A99979343}" dt="2021-08-08T08:58:43.173" v="0" actId="47"/>
        <pc:sldMkLst>
          <pc:docMk/>
          <pc:sldMk cId="342738750" sldId="475"/>
        </pc:sldMkLst>
      </pc:sldChg>
      <pc:sldChg chg="del">
        <pc:chgData name="Oanh Le Thi Kim  (FE FPTU CT)" userId="33772939-cd87-45c1-be61-e0648bc25a53" providerId="ADAL" clId="{A646C404-EEC6-4320-A11F-1D8A99979343}" dt="2021-08-08T08:58:43.173" v="0" actId="47"/>
        <pc:sldMkLst>
          <pc:docMk/>
          <pc:sldMk cId="1625292946" sldId="476"/>
        </pc:sldMkLst>
      </pc:sldChg>
      <pc:sldChg chg="del">
        <pc:chgData name="Oanh Le Thi Kim  (FE FPTU CT)" userId="33772939-cd87-45c1-be61-e0648bc25a53" providerId="ADAL" clId="{A646C404-EEC6-4320-A11F-1D8A99979343}" dt="2021-08-08T08:58:43.173" v="0" actId="47"/>
        <pc:sldMkLst>
          <pc:docMk/>
          <pc:sldMk cId="2490421462" sldId="477"/>
        </pc:sldMkLst>
      </pc:sldChg>
      <pc:sldChg chg="del">
        <pc:chgData name="Oanh Le Thi Kim  (FE FPTU CT)" userId="33772939-cd87-45c1-be61-e0648bc25a53" providerId="ADAL" clId="{A646C404-EEC6-4320-A11F-1D8A99979343}" dt="2021-08-08T08:58:43.173" v="0" actId="47"/>
        <pc:sldMkLst>
          <pc:docMk/>
          <pc:sldMk cId="914468321" sldId="478"/>
        </pc:sldMkLst>
      </pc:sldChg>
      <pc:sldChg chg="del">
        <pc:chgData name="Oanh Le Thi Kim  (FE FPTU CT)" userId="33772939-cd87-45c1-be61-e0648bc25a53" providerId="ADAL" clId="{A646C404-EEC6-4320-A11F-1D8A99979343}" dt="2021-08-08T08:58:43.173" v="0" actId="47"/>
        <pc:sldMkLst>
          <pc:docMk/>
          <pc:sldMk cId="3677632246" sldId="479"/>
        </pc:sldMkLst>
      </pc:sldChg>
      <pc:sldChg chg="del">
        <pc:chgData name="Oanh Le Thi Kim  (FE FPTU CT)" userId="33772939-cd87-45c1-be61-e0648bc25a53" providerId="ADAL" clId="{A646C404-EEC6-4320-A11F-1D8A99979343}" dt="2021-08-08T08:58:43.173" v="0" actId="47"/>
        <pc:sldMkLst>
          <pc:docMk/>
          <pc:sldMk cId="3174917863" sldId="480"/>
        </pc:sldMkLst>
      </pc:sldChg>
      <pc:sldChg chg="del">
        <pc:chgData name="Oanh Le Thi Kim  (FE FPTU CT)" userId="33772939-cd87-45c1-be61-e0648bc25a53" providerId="ADAL" clId="{A646C404-EEC6-4320-A11F-1D8A99979343}" dt="2021-08-08T08:58:43.173" v="0" actId="47"/>
        <pc:sldMkLst>
          <pc:docMk/>
          <pc:sldMk cId="3362160084" sldId="481"/>
        </pc:sldMkLst>
      </pc:sldChg>
      <pc:sldChg chg="del">
        <pc:chgData name="Oanh Le Thi Kim  (FE FPTU CT)" userId="33772939-cd87-45c1-be61-e0648bc25a53" providerId="ADAL" clId="{A646C404-EEC6-4320-A11F-1D8A99979343}" dt="2021-08-08T08:58:43.173" v="0" actId="47"/>
        <pc:sldMkLst>
          <pc:docMk/>
          <pc:sldMk cId="1994263126" sldId="482"/>
        </pc:sldMkLst>
      </pc:sldChg>
      <pc:sldChg chg="del">
        <pc:chgData name="Oanh Le Thi Kim  (FE FPTU CT)" userId="33772939-cd87-45c1-be61-e0648bc25a53" providerId="ADAL" clId="{A646C404-EEC6-4320-A11F-1D8A99979343}" dt="2021-08-08T08:58:43.173" v="0" actId="47"/>
        <pc:sldMkLst>
          <pc:docMk/>
          <pc:sldMk cId="3865295945" sldId="483"/>
        </pc:sldMkLst>
      </pc:sldChg>
      <pc:sldChg chg="del">
        <pc:chgData name="Oanh Le Thi Kim  (FE FPTU CT)" userId="33772939-cd87-45c1-be61-e0648bc25a53" providerId="ADAL" clId="{A646C404-EEC6-4320-A11F-1D8A99979343}" dt="2021-08-08T08:58:43.173" v="0" actId="47"/>
        <pc:sldMkLst>
          <pc:docMk/>
          <pc:sldMk cId="2473485828" sldId="484"/>
        </pc:sldMkLst>
      </pc:sldChg>
      <pc:sldChg chg="del">
        <pc:chgData name="Oanh Le Thi Kim  (FE FPTU CT)" userId="33772939-cd87-45c1-be61-e0648bc25a53" providerId="ADAL" clId="{A646C404-EEC6-4320-A11F-1D8A99979343}" dt="2021-08-08T08:58:43.173" v="0" actId="47"/>
        <pc:sldMkLst>
          <pc:docMk/>
          <pc:sldMk cId="2208081324" sldId="485"/>
        </pc:sldMkLst>
      </pc:sldChg>
      <pc:sldChg chg="del">
        <pc:chgData name="Oanh Le Thi Kim  (FE FPTU CT)" userId="33772939-cd87-45c1-be61-e0648bc25a53" providerId="ADAL" clId="{A646C404-EEC6-4320-A11F-1D8A99979343}" dt="2021-08-08T08:58:43.173" v="0" actId="47"/>
        <pc:sldMkLst>
          <pc:docMk/>
          <pc:sldMk cId="894429737" sldId="486"/>
        </pc:sldMkLst>
      </pc:sldChg>
      <pc:sldChg chg="del">
        <pc:chgData name="Oanh Le Thi Kim  (FE FPTU CT)" userId="33772939-cd87-45c1-be61-e0648bc25a53" providerId="ADAL" clId="{A646C404-EEC6-4320-A11F-1D8A99979343}" dt="2021-08-08T08:58:43.173" v="0" actId="47"/>
        <pc:sldMkLst>
          <pc:docMk/>
          <pc:sldMk cId="3384855407" sldId="487"/>
        </pc:sldMkLst>
      </pc:sldChg>
      <pc:sldChg chg="del">
        <pc:chgData name="Oanh Le Thi Kim  (FE FPTU CT)" userId="33772939-cd87-45c1-be61-e0648bc25a53" providerId="ADAL" clId="{A646C404-EEC6-4320-A11F-1D8A99979343}" dt="2021-08-08T08:58:43.173" v="0" actId="47"/>
        <pc:sldMkLst>
          <pc:docMk/>
          <pc:sldMk cId="1061079787" sldId="488"/>
        </pc:sldMkLst>
      </pc:sldChg>
      <pc:sldChg chg="del">
        <pc:chgData name="Oanh Le Thi Kim  (FE FPTU CT)" userId="33772939-cd87-45c1-be61-e0648bc25a53" providerId="ADAL" clId="{A646C404-EEC6-4320-A11F-1D8A99979343}" dt="2021-08-08T08:58:43.173" v="0" actId="47"/>
        <pc:sldMkLst>
          <pc:docMk/>
          <pc:sldMk cId="370069448" sldId="489"/>
        </pc:sldMkLst>
      </pc:sldChg>
      <pc:sldChg chg="del">
        <pc:chgData name="Oanh Le Thi Kim  (FE FPTU CT)" userId="33772939-cd87-45c1-be61-e0648bc25a53" providerId="ADAL" clId="{A646C404-EEC6-4320-A11F-1D8A99979343}" dt="2021-08-08T08:58:43.173" v="0" actId="47"/>
        <pc:sldMkLst>
          <pc:docMk/>
          <pc:sldMk cId="614729614" sldId="490"/>
        </pc:sldMkLst>
      </pc:sldChg>
      <pc:sldChg chg="del">
        <pc:chgData name="Oanh Le Thi Kim  (FE FPTU CT)" userId="33772939-cd87-45c1-be61-e0648bc25a53" providerId="ADAL" clId="{A646C404-EEC6-4320-A11F-1D8A99979343}" dt="2021-08-08T08:58:43.173" v="0" actId="47"/>
        <pc:sldMkLst>
          <pc:docMk/>
          <pc:sldMk cId="1064471091" sldId="491"/>
        </pc:sldMkLst>
      </pc:sldChg>
      <pc:sldChg chg="del">
        <pc:chgData name="Oanh Le Thi Kim  (FE FPTU CT)" userId="33772939-cd87-45c1-be61-e0648bc25a53" providerId="ADAL" clId="{A646C404-EEC6-4320-A11F-1D8A99979343}" dt="2021-08-08T08:58:43.173" v="0" actId="47"/>
        <pc:sldMkLst>
          <pc:docMk/>
          <pc:sldMk cId="851419260" sldId="492"/>
        </pc:sldMkLst>
      </pc:sldChg>
      <pc:sldChg chg="del">
        <pc:chgData name="Oanh Le Thi Kim  (FE FPTU CT)" userId="33772939-cd87-45c1-be61-e0648bc25a53" providerId="ADAL" clId="{A646C404-EEC6-4320-A11F-1D8A99979343}" dt="2021-08-08T08:58:43.173" v="0" actId="47"/>
        <pc:sldMkLst>
          <pc:docMk/>
          <pc:sldMk cId="1768076208" sldId="493"/>
        </pc:sldMkLst>
      </pc:sldChg>
      <pc:sldChg chg="del">
        <pc:chgData name="Oanh Le Thi Kim  (FE FPTU CT)" userId="33772939-cd87-45c1-be61-e0648bc25a53" providerId="ADAL" clId="{A646C404-EEC6-4320-A11F-1D8A99979343}" dt="2021-08-08T08:58:43.173" v="0" actId="47"/>
        <pc:sldMkLst>
          <pc:docMk/>
          <pc:sldMk cId="1532275469" sldId="494"/>
        </pc:sldMkLst>
      </pc:sldChg>
      <pc:sldChg chg="del">
        <pc:chgData name="Oanh Le Thi Kim  (FE FPTU CT)" userId="33772939-cd87-45c1-be61-e0648bc25a53" providerId="ADAL" clId="{A646C404-EEC6-4320-A11F-1D8A99979343}" dt="2021-08-08T08:58:43.173" v="0" actId="47"/>
        <pc:sldMkLst>
          <pc:docMk/>
          <pc:sldMk cId="3365964024" sldId="495"/>
        </pc:sldMkLst>
      </pc:sldChg>
      <pc:sldChg chg="del">
        <pc:chgData name="Oanh Le Thi Kim  (FE FPTU CT)" userId="33772939-cd87-45c1-be61-e0648bc25a53" providerId="ADAL" clId="{A646C404-EEC6-4320-A11F-1D8A99979343}" dt="2021-08-08T08:58:43.173" v="0" actId="47"/>
        <pc:sldMkLst>
          <pc:docMk/>
          <pc:sldMk cId="3151075774" sldId="496"/>
        </pc:sldMkLst>
      </pc:sldChg>
      <pc:sldChg chg="del">
        <pc:chgData name="Oanh Le Thi Kim  (FE FPTU CT)" userId="33772939-cd87-45c1-be61-e0648bc25a53" providerId="ADAL" clId="{A646C404-EEC6-4320-A11F-1D8A99979343}" dt="2021-08-08T08:58:43.173" v="0" actId="47"/>
        <pc:sldMkLst>
          <pc:docMk/>
          <pc:sldMk cId="292098498" sldId="497"/>
        </pc:sldMkLst>
      </pc:sldChg>
      <pc:sldChg chg="del">
        <pc:chgData name="Oanh Le Thi Kim  (FE FPTU CT)" userId="33772939-cd87-45c1-be61-e0648bc25a53" providerId="ADAL" clId="{A646C404-EEC6-4320-A11F-1D8A99979343}" dt="2021-08-08T08:58:43.173" v="0" actId="47"/>
        <pc:sldMkLst>
          <pc:docMk/>
          <pc:sldMk cId="535750892" sldId="498"/>
        </pc:sldMkLst>
      </pc:sldChg>
      <pc:sldChg chg="del">
        <pc:chgData name="Oanh Le Thi Kim  (FE FPTU CT)" userId="33772939-cd87-45c1-be61-e0648bc25a53" providerId="ADAL" clId="{A646C404-EEC6-4320-A11F-1D8A99979343}" dt="2021-08-08T08:58:43.173" v="0" actId="47"/>
        <pc:sldMkLst>
          <pc:docMk/>
          <pc:sldMk cId="63526228" sldId="499"/>
        </pc:sldMkLst>
      </pc:sldChg>
      <pc:sldChg chg="del">
        <pc:chgData name="Oanh Le Thi Kim  (FE FPTU CT)" userId="33772939-cd87-45c1-be61-e0648bc25a53" providerId="ADAL" clId="{A646C404-EEC6-4320-A11F-1D8A99979343}" dt="2021-08-08T08:58:43.173" v="0" actId="47"/>
        <pc:sldMkLst>
          <pc:docMk/>
          <pc:sldMk cId="185947829" sldId="500"/>
        </pc:sldMkLst>
      </pc:sldChg>
      <pc:sldChg chg="del">
        <pc:chgData name="Oanh Le Thi Kim  (FE FPTU CT)" userId="33772939-cd87-45c1-be61-e0648bc25a53" providerId="ADAL" clId="{A646C404-EEC6-4320-A11F-1D8A99979343}" dt="2021-08-08T08:58:43.173" v="0" actId="47"/>
        <pc:sldMkLst>
          <pc:docMk/>
          <pc:sldMk cId="3043320904" sldId="501"/>
        </pc:sldMkLst>
      </pc:sldChg>
      <pc:sldChg chg="del">
        <pc:chgData name="Oanh Le Thi Kim  (FE FPTU CT)" userId="33772939-cd87-45c1-be61-e0648bc25a53" providerId="ADAL" clId="{A646C404-EEC6-4320-A11F-1D8A99979343}" dt="2021-08-08T08:58:43.173" v="0" actId="47"/>
        <pc:sldMkLst>
          <pc:docMk/>
          <pc:sldMk cId="2081556552" sldId="502"/>
        </pc:sldMkLst>
      </pc:sldChg>
      <pc:sldChg chg="del">
        <pc:chgData name="Oanh Le Thi Kim  (FE FPTU CT)" userId="33772939-cd87-45c1-be61-e0648bc25a53" providerId="ADAL" clId="{A646C404-EEC6-4320-A11F-1D8A99979343}" dt="2021-08-08T08:58:43.173" v="0" actId="47"/>
        <pc:sldMkLst>
          <pc:docMk/>
          <pc:sldMk cId="1155833004" sldId="503"/>
        </pc:sldMkLst>
      </pc:sldChg>
      <pc:sldChg chg="del">
        <pc:chgData name="Oanh Le Thi Kim  (FE FPTU CT)" userId="33772939-cd87-45c1-be61-e0648bc25a53" providerId="ADAL" clId="{A646C404-EEC6-4320-A11F-1D8A99979343}" dt="2021-08-08T08:58:43.173" v="0" actId="47"/>
        <pc:sldMkLst>
          <pc:docMk/>
          <pc:sldMk cId="1580327312" sldId="504"/>
        </pc:sldMkLst>
      </pc:sldChg>
      <pc:sldChg chg="del">
        <pc:chgData name="Oanh Le Thi Kim  (FE FPTU CT)" userId="33772939-cd87-45c1-be61-e0648bc25a53" providerId="ADAL" clId="{A646C404-EEC6-4320-A11F-1D8A99979343}" dt="2021-08-08T08:58:43.173" v="0" actId="47"/>
        <pc:sldMkLst>
          <pc:docMk/>
          <pc:sldMk cId="538994293" sldId="505"/>
        </pc:sldMkLst>
      </pc:sldChg>
      <pc:sldChg chg="del">
        <pc:chgData name="Oanh Le Thi Kim  (FE FPTU CT)" userId="33772939-cd87-45c1-be61-e0648bc25a53" providerId="ADAL" clId="{A646C404-EEC6-4320-A11F-1D8A99979343}" dt="2021-08-08T08:58:43.173" v="0" actId="47"/>
        <pc:sldMkLst>
          <pc:docMk/>
          <pc:sldMk cId="2783505280" sldId="506"/>
        </pc:sldMkLst>
      </pc:sldChg>
      <pc:sldChg chg="del">
        <pc:chgData name="Oanh Le Thi Kim  (FE FPTU CT)" userId="33772939-cd87-45c1-be61-e0648bc25a53" providerId="ADAL" clId="{A646C404-EEC6-4320-A11F-1D8A99979343}" dt="2021-08-08T08:58:43.173" v="0" actId="47"/>
        <pc:sldMkLst>
          <pc:docMk/>
          <pc:sldMk cId="1902859379" sldId="507"/>
        </pc:sldMkLst>
      </pc:sldChg>
      <pc:sldChg chg="addSp delSp modSp mod ord">
        <pc:chgData name="Oanh Le Thi Kim  (FE FPTU CT)" userId="33772939-cd87-45c1-be61-e0648bc25a53" providerId="ADAL" clId="{A646C404-EEC6-4320-A11F-1D8A99979343}" dt="2021-08-21T12:46:31.439" v="20" actId="1076"/>
        <pc:sldMkLst>
          <pc:docMk/>
          <pc:sldMk cId="316366365" sldId="508"/>
        </pc:sldMkLst>
        <pc:spChg chg="del">
          <ac:chgData name="Oanh Le Thi Kim  (FE FPTU CT)" userId="33772939-cd87-45c1-be61-e0648bc25a53" providerId="ADAL" clId="{A646C404-EEC6-4320-A11F-1D8A99979343}" dt="2021-08-21T12:45:56.540" v="11" actId="478"/>
          <ac:spMkLst>
            <pc:docMk/>
            <pc:sldMk cId="316366365" sldId="508"/>
            <ac:spMk id="3" creationId="{00000000-0000-0000-0000-000000000000}"/>
          </ac:spMkLst>
        </pc:spChg>
        <pc:spChg chg="add del mod">
          <ac:chgData name="Oanh Le Thi Kim  (FE FPTU CT)" userId="33772939-cd87-45c1-be61-e0648bc25a53" providerId="ADAL" clId="{A646C404-EEC6-4320-A11F-1D8A99979343}" dt="2021-08-21T12:45:58.719" v="12" actId="478"/>
          <ac:spMkLst>
            <pc:docMk/>
            <pc:sldMk cId="316366365" sldId="508"/>
            <ac:spMk id="5" creationId="{FDD79A70-81AF-43EC-A474-730F86654467}"/>
          </ac:spMkLst>
        </pc:spChg>
        <pc:spChg chg="mod">
          <ac:chgData name="Oanh Le Thi Kim  (FE FPTU CT)" userId="33772939-cd87-45c1-be61-e0648bc25a53" providerId="ADAL" clId="{A646C404-EEC6-4320-A11F-1D8A99979343}" dt="2021-08-21T12:46:26.076" v="19" actId="207"/>
          <ac:spMkLst>
            <pc:docMk/>
            <pc:sldMk cId="316366365" sldId="508"/>
            <ac:spMk id="8" creationId="{DAEFD4E7-6F3B-431B-AFC3-4AD21E95532A}"/>
          </ac:spMkLst>
        </pc:spChg>
        <pc:spChg chg="add mod">
          <ac:chgData name="Oanh Le Thi Kim  (FE FPTU CT)" userId="33772939-cd87-45c1-be61-e0648bc25a53" providerId="ADAL" clId="{A646C404-EEC6-4320-A11F-1D8A99979343}" dt="2021-08-21T12:46:31.439" v="20" actId="1076"/>
          <ac:spMkLst>
            <pc:docMk/>
            <pc:sldMk cId="316366365" sldId="508"/>
            <ac:spMk id="9" creationId="{0566DCA5-42A3-4BAD-8997-A7E099FBB3A6}"/>
          </ac:spMkLst>
        </pc:spChg>
      </pc:sldChg>
      <pc:sldChg chg="del">
        <pc:chgData name="Oanh Le Thi Kim  (FE FPTU CT)" userId="33772939-cd87-45c1-be61-e0648bc25a53" providerId="ADAL" clId="{A646C404-EEC6-4320-A11F-1D8A99979343}" dt="2021-08-08T08:58:43.173" v="0" actId="47"/>
        <pc:sldMkLst>
          <pc:docMk/>
          <pc:sldMk cId="1323074538" sldId="509"/>
        </pc:sldMkLst>
      </pc:sldChg>
      <pc:sldChg chg="delSp modSp add mod">
        <pc:chgData name="Oanh Le Thi Kim  (FE FPTU CT)" userId="33772939-cd87-45c1-be61-e0648bc25a53" providerId="ADAL" clId="{A646C404-EEC6-4320-A11F-1D8A99979343}" dt="2021-08-21T12:45:50.703" v="8" actId="14100"/>
        <pc:sldMkLst>
          <pc:docMk/>
          <pc:sldMk cId="3030371752" sldId="509"/>
        </pc:sldMkLst>
        <pc:spChg chg="mod">
          <ac:chgData name="Oanh Le Thi Kim  (FE FPTU CT)" userId="33772939-cd87-45c1-be61-e0648bc25a53" providerId="ADAL" clId="{A646C404-EEC6-4320-A11F-1D8A99979343}" dt="2021-08-21T12:45:50.703" v="8" actId="14100"/>
          <ac:spMkLst>
            <pc:docMk/>
            <pc:sldMk cId="3030371752" sldId="509"/>
            <ac:spMk id="3" creationId="{00000000-0000-0000-0000-000000000000}"/>
          </ac:spMkLst>
        </pc:spChg>
        <pc:spChg chg="del">
          <ac:chgData name="Oanh Le Thi Kim  (FE FPTU CT)" userId="33772939-cd87-45c1-be61-e0648bc25a53" providerId="ADAL" clId="{A646C404-EEC6-4320-A11F-1D8A99979343}" dt="2021-08-21T12:45:42.318" v="5" actId="478"/>
          <ac:spMkLst>
            <pc:docMk/>
            <pc:sldMk cId="3030371752" sldId="509"/>
            <ac:spMk id="8" creationId="{DAEFD4E7-6F3B-431B-AFC3-4AD21E95532A}"/>
          </ac:spMkLst>
        </pc:spChg>
      </pc:sldChg>
      <pc:sldChg chg="del">
        <pc:chgData name="Oanh Le Thi Kim  (FE FPTU CT)" userId="33772939-cd87-45c1-be61-e0648bc25a53" providerId="ADAL" clId="{A646C404-EEC6-4320-A11F-1D8A99979343}" dt="2021-08-08T08:58:43.173" v="0" actId="47"/>
        <pc:sldMkLst>
          <pc:docMk/>
          <pc:sldMk cId="1364346345" sldId="510"/>
        </pc:sldMkLst>
      </pc:sldChg>
      <pc:sldChg chg="del">
        <pc:chgData name="Oanh Le Thi Kim  (FE FPTU CT)" userId="33772939-cd87-45c1-be61-e0648bc25a53" providerId="ADAL" clId="{A646C404-EEC6-4320-A11F-1D8A99979343}" dt="2021-08-08T08:58:43.173" v="0" actId="47"/>
        <pc:sldMkLst>
          <pc:docMk/>
          <pc:sldMk cId="4106046634" sldId="511"/>
        </pc:sldMkLst>
      </pc:sldChg>
      <pc:sldChg chg="del">
        <pc:chgData name="Oanh Le Thi Kim  (FE FPTU CT)" userId="33772939-cd87-45c1-be61-e0648bc25a53" providerId="ADAL" clId="{A646C404-EEC6-4320-A11F-1D8A99979343}" dt="2021-08-08T08:58:43.173" v="0" actId="47"/>
        <pc:sldMkLst>
          <pc:docMk/>
          <pc:sldMk cId="3735703511" sldId="512"/>
        </pc:sldMkLst>
      </pc:sldChg>
      <pc:sldChg chg="del">
        <pc:chgData name="Oanh Le Thi Kim  (FE FPTU CT)" userId="33772939-cd87-45c1-be61-e0648bc25a53" providerId="ADAL" clId="{A646C404-EEC6-4320-A11F-1D8A99979343}" dt="2021-08-08T08:58:43.173" v="0" actId="47"/>
        <pc:sldMkLst>
          <pc:docMk/>
          <pc:sldMk cId="3789702726" sldId="513"/>
        </pc:sldMkLst>
      </pc:sldChg>
      <pc:sldChg chg="del">
        <pc:chgData name="Oanh Le Thi Kim  (FE FPTU CT)" userId="33772939-cd87-45c1-be61-e0648bc25a53" providerId="ADAL" clId="{A646C404-EEC6-4320-A11F-1D8A99979343}" dt="2021-08-08T08:58:43.173" v="0" actId="47"/>
        <pc:sldMkLst>
          <pc:docMk/>
          <pc:sldMk cId="445703076" sldId="514"/>
        </pc:sldMkLst>
      </pc:sldChg>
      <pc:sldChg chg="del">
        <pc:chgData name="Oanh Le Thi Kim  (FE FPTU CT)" userId="33772939-cd87-45c1-be61-e0648bc25a53" providerId="ADAL" clId="{A646C404-EEC6-4320-A11F-1D8A99979343}" dt="2021-08-08T08:58:43.173" v="0" actId="47"/>
        <pc:sldMkLst>
          <pc:docMk/>
          <pc:sldMk cId="1447244196" sldId="515"/>
        </pc:sldMkLst>
      </pc:sldChg>
      <pc:sldChg chg="del">
        <pc:chgData name="Oanh Le Thi Kim  (FE FPTU CT)" userId="33772939-cd87-45c1-be61-e0648bc25a53" providerId="ADAL" clId="{A646C404-EEC6-4320-A11F-1D8A99979343}" dt="2021-08-08T08:58:43.173" v="0" actId="47"/>
        <pc:sldMkLst>
          <pc:docMk/>
          <pc:sldMk cId="903742106" sldId="516"/>
        </pc:sldMkLst>
      </pc:sldChg>
      <pc:sldChg chg="del">
        <pc:chgData name="Oanh Le Thi Kim  (FE FPTU CT)" userId="33772939-cd87-45c1-be61-e0648bc25a53" providerId="ADAL" clId="{A646C404-EEC6-4320-A11F-1D8A99979343}" dt="2021-08-08T08:58:43.173" v="0" actId="47"/>
        <pc:sldMkLst>
          <pc:docMk/>
          <pc:sldMk cId="209535954" sldId="517"/>
        </pc:sldMkLst>
      </pc:sldChg>
      <pc:sldChg chg="del">
        <pc:chgData name="Oanh Le Thi Kim  (FE FPTU CT)" userId="33772939-cd87-45c1-be61-e0648bc25a53" providerId="ADAL" clId="{A646C404-EEC6-4320-A11F-1D8A99979343}" dt="2021-08-08T08:58:43.173" v="0" actId="47"/>
        <pc:sldMkLst>
          <pc:docMk/>
          <pc:sldMk cId="3075680630" sldId="518"/>
        </pc:sldMkLst>
      </pc:sldChg>
      <pc:sldChg chg="del">
        <pc:chgData name="Oanh Le Thi Kim  (FE FPTU CT)" userId="33772939-cd87-45c1-be61-e0648bc25a53" providerId="ADAL" clId="{A646C404-EEC6-4320-A11F-1D8A99979343}" dt="2021-08-08T08:58:43.173" v="0" actId="47"/>
        <pc:sldMkLst>
          <pc:docMk/>
          <pc:sldMk cId="1459018749" sldId="519"/>
        </pc:sldMkLst>
      </pc:sldChg>
      <pc:sldChg chg="del">
        <pc:chgData name="Oanh Le Thi Kim  (FE FPTU CT)" userId="33772939-cd87-45c1-be61-e0648bc25a53" providerId="ADAL" clId="{A646C404-EEC6-4320-A11F-1D8A99979343}" dt="2021-08-08T08:58:43.173" v="0" actId="47"/>
        <pc:sldMkLst>
          <pc:docMk/>
          <pc:sldMk cId="1153816822" sldId="520"/>
        </pc:sldMkLst>
      </pc:sldChg>
      <pc:sldChg chg="del">
        <pc:chgData name="Oanh Le Thi Kim  (FE FPTU CT)" userId="33772939-cd87-45c1-be61-e0648bc25a53" providerId="ADAL" clId="{A646C404-EEC6-4320-A11F-1D8A99979343}" dt="2021-08-08T08:58:43.173" v="0" actId="47"/>
        <pc:sldMkLst>
          <pc:docMk/>
          <pc:sldMk cId="3126960576" sldId="5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4043590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2.</a:t>
            </a:r>
            <a:r>
              <a:rPr lang="ja-JP" altLang="en-US" b="0" i="0" dirty="0">
                <a:solidFill>
                  <a:srgbClr val="000000"/>
                </a:solidFill>
                <a:effectLst/>
                <a:latin typeface="Arial" panose="020B0604020202020204" pitchFamily="34" charset="0"/>
              </a:rPr>
              <a:t> 郵便局があります。病院があります。スーパーがあります。など。</a:t>
            </a:r>
            <a:endParaRPr lang="vi-VN" altLang="ja-JP" b="0" i="0" dirty="0">
              <a:solidFill>
                <a:srgbClr val="000000"/>
              </a:solidFill>
              <a:effectLst/>
              <a:latin typeface="Arial" panose="020B0604020202020204" pitchFamily="34" charset="0"/>
            </a:endParaRPr>
          </a:p>
          <a:p>
            <a:endParaRPr lang="vi-VN" altLang="ja-JP" b="0" i="0" dirty="0">
              <a:solidFill>
                <a:srgbClr val="000000"/>
              </a:solidFill>
              <a:effectLst/>
              <a:latin typeface="Arial" panose="020B0604020202020204" pitchFamily="34" charset="0"/>
            </a:endParaRPr>
          </a:p>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34322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１．図書館、公民館、美術館、スポーツセンター、公園、コンビニ</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２．本を借りるところです。</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３．絵を見るところです。</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5</a:t>
            </a:fld>
            <a:endParaRPr lang="en-US"/>
          </a:p>
        </p:txBody>
      </p:sp>
    </p:spTree>
    <p:extLst>
      <p:ext uri="{BB962C8B-B14F-4D97-AF65-F5344CB8AC3E}">
        <p14:creationId xmlns:p14="http://schemas.microsoft.com/office/powerpoint/2010/main" val="2772407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１．スポーツをするところです</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２．買い物をするところです。</a:t>
            </a:r>
            <a:endParaRPr lang="en-US" altLang="ja-JP" b="0" i="0" dirty="0">
              <a:solidFill>
                <a:srgbClr val="000000"/>
              </a:solidFill>
              <a:effectLst/>
              <a:latin typeface="Arial" panose="020B0604020202020204" pitchFamily="34" charset="0"/>
            </a:endParaRPr>
          </a:p>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6</a:t>
            </a:fld>
            <a:endParaRPr lang="en-US"/>
          </a:p>
        </p:txBody>
      </p:sp>
    </p:spTree>
    <p:extLst>
      <p:ext uri="{BB962C8B-B14F-4D97-AF65-F5344CB8AC3E}">
        <p14:creationId xmlns:p14="http://schemas.microsoft.com/office/powerpoint/2010/main" val="3993758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7</a:t>
            </a:fld>
            <a:endParaRPr lang="en-US"/>
          </a:p>
        </p:txBody>
      </p:sp>
    </p:spTree>
    <p:extLst>
      <p:ext uri="{BB962C8B-B14F-4D97-AF65-F5344CB8AC3E}">
        <p14:creationId xmlns:p14="http://schemas.microsoft.com/office/powerpoint/2010/main" val="818792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8</a:t>
            </a:fld>
            <a:endParaRPr lang="en-US"/>
          </a:p>
        </p:txBody>
      </p:sp>
    </p:spTree>
    <p:extLst>
      <p:ext uri="{BB962C8B-B14F-4D97-AF65-F5344CB8AC3E}">
        <p14:creationId xmlns:p14="http://schemas.microsoft.com/office/powerpoint/2010/main" val="80452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10</a:t>
            </a:fld>
            <a:endParaRPr lang="en-US"/>
          </a:p>
        </p:txBody>
      </p:sp>
    </p:spTree>
    <p:extLst>
      <p:ext uri="{BB962C8B-B14F-4D97-AF65-F5344CB8AC3E}">
        <p14:creationId xmlns:p14="http://schemas.microsoft.com/office/powerpoint/2010/main" val="1512403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ja-JP" altLang="en-US" b="0" i="0" dirty="0">
                <a:solidFill>
                  <a:srgbClr val="000000"/>
                </a:solidFill>
                <a:effectLst/>
                <a:latin typeface="Arial" panose="020B0604020202020204" pitchFamily="34" charset="0"/>
              </a:rPr>
              <a:t>いいえ、借りられません。</a:t>
            </a:r>
            <a:endParaRPr lang="en-US"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貸し出しカードがありませんから。</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11</a:t>
            </a:fld>
            <a:endParaRPr lang="en-US"/>
          </a:p>
        </p:txBody>
      </p:sp>
    </p:spTree>
    <p:extLst>
      <p:ext uri="{BB962C8B-B14F-4D97-AF65-F5344CB8AC3E}">
        <p14:creationId xmlns:p14="http://schemas.microsoft.com/office/powerpoint/2010/main" val="3971061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a:t>
            </a:r>
          </a:p>
          <a:p>
            <a:pPr marL="0" indent="0">
              <a:buNone/>
            </a:pP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12</a:t>
            </a:fld>
            <a:endParaRPr lang="en-US"/>
          </a:p>
        </p:txBody>
      </p:sp>
    </p:spTree>
    <p:extLst>
      <p:ext uri="{BB962C8B-B14F-4D97-AF65-F5344CB8AC3E}">
        <p14:creationId xmlns:p14="http://schemas.microsoft.com/office/powerpoint/2010/main" val="286433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13</a:t>
            </a:fld>
            <a:endParaRPr lang="en-US"/>
          </a:p>
        </p:txBody>
      </p:sp>
    </p:spTree>
    <p:extLst>
      <p:ext uri="{BB962C8B-B14F-4D97-AF65-F5344CB8AC3E}">
        <p14:creationId xmlns:p14="http://schemas.microsoft.com/office/powerpoint/2010/main" val="2397938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14</a:t>
            </a:fld>
            <a:endParaRPr lang="en-US"/>
          </a:p>
        </p:txBody>
      </p:sp>
    </p:spTree>
    <p:extLst>
      <p:ext uri="{BB962C8B-B14F-4D97-AF65-F5344CB8AC3E}">
        <p14:creationId xmlns:p14="http://schemas.microsoft.com/office/powerpoint/2010/main" val="1829206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15</a:t>
            </a:fld>
            <a:endParaRPr lang="en-US"/>
          </a:p>
        </p:txBody>
      </p:sp>
    </p:spTree>
    <p:extLst>
      <p:ext uri="{BB962C8B-B14F-4D97-AF65-F5344CB8AC3E}">
        <p14:creationId xmlns:p14="http://schemas.microsoft.com/office/powerpoint/2010/main" val="1376789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16</a:t>
            </a:fld>
            <a:endParaRPr lang="en-US"/>
          </a:p>
        </p:txBody>
      </p:sp>
    </p:spTree>
    <p:extLst>
      <p:ext uri="{BB962C8B-B14F-4D97-AF65-F5344CB8AC3E}">
        <p14:creationId xmlns:p14="http://schemas.microsoft.com/office/powerpoint/2010/main" val="4208952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18</a:t>
            </a:fld>
            <a:endParaRPr lang="en-US"/>
          </a:p>
        </p:txBody>
      </p:sp>
    </p:spTree>
    <p:extLst>
      <p:ext uri="{BB962C8B-B14F-4D97-AF65-F5344CB8AC3E}">
        <p14:creationId xmlns:p14="http://schemas.microsoft.com/office/powerpoint/2010/main" val="398208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１．火事の場合</a:t>
            </a:r>
            <a:endParaRPr lang="en-US" altLang="ja-JP" dirty="0"/>
          </a:p>
          <a:p>
            <a:r>
              <a:rPr lang="ja-JP" altLang="en-US" b="0" i="0" dirty="0">
                <a:solidFill>
                  <a:srgbClr val="000000"/>
                </a:solidFill>
                <a:effectLst/>
                <a:latin typeface="Arial" panose="020B0604020202020204" pitchFamily="34" charset="0"/>
              </a:rPr>
              <a:t>２．そのイベントが中止です。</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３．多い場合</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19</a:t>
            </a:fld>
            <a:endParaRPr lang="en-US"/>
          </a:p>
        </p:txBody>
      </p:sp>
    </p:spTree>
    <p:extLst>
      <p:ext uri="{BB962C8B-B14F-4D97-AF65-F5344CB8AC3E}">
        <p14:creationId xmlns:p14="http://schemas.microsoft.com/office/powerpoint/2010/main" val="2161660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20</a:t>
            </a:fld>
            <a:endParaRPr lang="en-US"/>
          </a:p>
        </p:txBody>
      </p:sp>
    </p:spTree>
    <p:extLst>
      <p:ext uri="{BB962C8B-B14F-4D97-AF65-F5344CB8AC3E}">
        <p14:creationId xmlns:p14="http://schemas.microsoft.com/office/powerpoint/2010/main" val="919259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22</a:t>
            </a:fld>
            <a:endParaRPr lang="en-US"/>
          </a:p>
        </p:txBody>
      </p:sp>
    </p:spTree>
    <p:extLst>
      <p:ext uri="{BB962C8B-B14F-4D97-AF65-F5344CB8AC3E}">
        <p14:creationId xmlns:p14="http://schemas.microsoft.com/office/powerpoint/2010/main" val="1754467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1.</a:t>
            </a:r>
            <a:r>
              <a:rPr lang="ja-JP" altLang="en-US" b="0" i="0" dirty="0">
                <a:solidFill>
                  <a:srgbClr val="000000"/>
                </a:solidFill>
                <a:effectLst/>
                <a:latin typeface="Arial" panose="020B0604020202020204" pitchFamily="34" charset="0"/>
              </a:rPr>
              <a:t>いなければ</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２．見ない</a:t>
            </a:r>
            <a:endParaRPr lang="en-US" altLang="ja-JP" b="0" i="0" dirty="0">
              <a:solidFill>
                <a:srgbClr val="000000"/>
              </a:solidFill>
              <a:effectLst/>
              <a:latin typeface="Arial" panose="020B0604020202020204" pitchFamily="34" charset="0"/>
            </a:endParaRPr>
          </a:p>
          <a:p>
            <a:r>
              <a:rPr lang="ja-JP" altLang="en-US" b="0" i="0" dirty="0">
                <a:solidFill>
                  <a:srgbClr val="000000"/>
                </a:solidFill>
                <a:effectLst/>
                <a:latin typeface="Arial" panose="020B0604020202020204" pitchFamily="34" charset="0"/>
              </a:rPr>
              <a:t>３．参加しないことには安心できない</a:t>
            </a:r>
            <a:endParaRPr lang="vi-VN" altLang="ja-JP" b="0" i="0" dirty="0">
              <a:solidFill>
                <a:srgbClr val="000000"/>
              </a:solidFill>
              <a:effectLst/>
              <a:latin typeface="Arial" panose="020B0604020202020204" pitchFamily="34" charset="0"/>
            </a:endParaRPr>
          </a:p>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23</a:t>
            </a:fld>
            <a:endParaRPr lang="en-US"/>
          </a:p>
        </p:txBody>
      </p:sp>
    </p:spTree>
    <p:extLst>
      <p:ext uri="{BB962C8B-B14F-4D97-AF65-F5344CB8AC3E}">
        <p14:creationId xmlns:p14="http://schemas.microsoft.com/office/powerpoint/2010/main" val="681923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9/13/2021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9/13/2021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88178" y="1467853"/>
            <a:ext cx="4814012" cy="1961147"/>
          </a:xfrm>
          <a:solidFill>
            <a:srgbClr val="D9910B"/>
          </a:solidFill>
        </p:spPr>
        <p:txBody>
          <a:bodyPr>
            <a:normAutofit/>
          </a:bodyPr>
          <a:lstStyle/>
          <a:p>
            <a:pPr algn="ctr"/>
            <a:r>
              <a:rPr lang="ja-JP" altLang="en-US" sz="5400" b="1" dirty="0">
                <a:solidFill>
                  <a:srgbClr val="A11D2B"/>
                </a:solidFill>
              </a:rPr>
              <a:t>第</a:t>
            </a:r>
            <a:r>
              <a:rPr lang="vi-VN" altLang="ja-JP" sz="5400" b="1" dirty="0">
                <a:solidFill>
                  <a:srgbClr val="A11D2B"/>
                </a:solidFill>
              </a:rPr>
              <a:t>4</a:t>
            </a:r>
            <a:r>
              <a:rPr lang="ja-JP" altLang="en-US" sz="5400" b="1" dirty="0">
                <a:solidFill>
                  <a:srgbClr val="A11D2B"/>
                </a:solidFill>
              </a:rPr>
              <a:t>課</a:t>
            </a:r>
            <a:endParaRPr lang="en-US" sz="5400" b="1" dirty="0">
              <a:solidFill>
                <a:srgbClr val="A11D2B"/>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1467853" y="2201778"/>
            <a:ext cx="4326091" cy="2863516"/>
          </a:xfrm>
          <a:noFill/>
        </p:spPr>
        <p:txBody>
          <a:bodyPr>
            <a:normAutofit/>
          </a:bodyPr>
          <a:lstStyle/>
          <a:p>
            <a:pPr marL="0" indent="0" algn="ctr">
              <a:buNone/>
            </a:pPr>
            <a:r>
              <a:rPr lang="ja-JP" altLang="en-US" sz="6600" b="1" dirty="0">
                <a:solidFill>
                  <a:srgbClr val="D9910B"/>
                </a:solidFill>
              </a:rPr>
              <a:t>地域を知って生活する</a:t>
            </a:r>
            <a:endParaRPr lang="en-US" sz="6600" b="1" dirty="0">
              <a:solidFill>
                <a:srgbClr val="D9910B"/>
              </a:solidFill>
            </a:endParaRPr>
          </a:p>
        </p:txBody>
      </p:sp>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81"/>
            <a:ext cx="6129819" cy="648739"/>
          </a:xfrm>
          <a:prstGeom prst="rect">
            <a:avLst/>
          </a:prstGeom>
          <a:ln>
            <a:noFill/>
          </a:ln>
          <a:effectLst>
            <a:softEdge rad="112500"/>
          </a:effectLst>
        </p:spPr>
      </p:pic>
      <p:pic>
        <p:nvPicPr>
          <p:cNvPr id="1026" name="Picture 2" descr="丸い町のフレーム素材（小）">
            <a:extLst>
              <a:ext uri="{FF2B5EF4-FFF2-40B4-BE49-F238E27FC236}">
                <a16:creationId xmlns:a16="http://schemas.microsoft.com/office/drawing/2014/main" id="{729BA245-94A7-4D26-9273-1C5E986C1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20" y="703914"/>
            <a:ext cx="5903633" cy="5736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ight Arrow 30">
            <a:extLst>
              <a:ext uri="{FF2B5EF4-FFF2-40B4-BE49-F238E27FC236}">
                <a16:creationId xmlns:a16="http://schemas.microsoft.com/office/drawing/2014/main" id="{2F267E1A-03EB-41DA-BEE2-867D3C6241D5}"/>
              </a:ext>
            </a:extLst>
          </p:cNvPr>
          <p:cNvSpPr/>
          <p:nvPr/>
        </p:nvSpPr>
        <p:spPr>
          <a:xfrm>
            <a:off x="3493448" y="2482814"/>
            <a:ext cx="4461839" cy="941145"/>
          </a:xfrm>
          <a:prstGeom prst="rightArrow">
            <a:avLst>
              <a:gd name="adj1" fmla="val 70149"/>
              <a:gd name="adj2" fmla="val 6627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64" name="Right Arrow 31">
            <a:extLst>
              <a:ext uri="{FF2B5EF4-FFF2-40B4-BE49-F238E27FC236}">
                <a16:creationId xmlns:a16="http://schemas.microsoft.com/office/drawing/2014/main" id="{AF13FB71-FB39-43DD-8C61-DD31CDAF2B18}"/>
              </a:ext>
            </a:extLst>
          </p:cNvPr>
          <p:cNvSpPr/>
          <p:nvPr/>
        </p:nvSpPr>
        <p:spPr>
          <a:xfrm>
            <a:off x="3479640" y="3393901"/>
            <a:ext cx="5402753"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5" name="Right Arrow 32">
            <a:extLst>
              <a:ext uri="{FF2B5EF4-FFF2-40B4-BE49-F238E27FC236}">
                <a16:creationId xmlns:a16="http://schemas.microsoft.com/office/drawing/2014/main" id="{2429D96E-5F83-4BC8-AAF6-1C5FFF81E153}"/>
              </a:ext>
            </a:extLst>
          </p:cNvPr>
          <p:cNvSpPr/>
          <p:nvPr/>
        </p:nvSpPr>
        <p:spPr>
          <a:xfrm>
            <a:off x="3493448" y="4416294"/>
            <a:ext cx="6276872" cy="941145"/>
          </a:xfrm>
          <a:prstGeom prst="rightArrow">
            <a:avLst>
              <a:gd name="adj1" fmla="val 70149"/>
              <a:gd name="adj2" fmla="val 66274"/>
            </a:avLst>
          </a:prstGeom>
          <a:solidFill>
            <a:srgbClr val="2567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400" dirty="0">
                <a:solidFill>
                  <a:srgbClr val="D9910B"/>
                </a:solidFill>
              </a:rPr>
              <a:t>文法説明：</a:t>
            </a:r>
            <a:r>
              <a:rPr lang="vi-VN" altLang="ja-JP" sz="2400" dirty="0">
                <a:solidFill>
                  <a:srgbClr val="D9910B"/>
                </a:solidFill>
              </a:rPr>
              <a:t>1.2.</a:t>
            </a:r>
            <a:r>
              <a:rPr lang="en-US" altLang="ja-JP" sz="2400" dirty="0">
                <a:solidFill>
                  <a:srgbClr val="D9910B"/>
                </a:solidFill>
              </a:rPr>
              <a:t>3</a:t>
            </a:r>
            <a:endParaRPr lang="ko-KR" altLang="en-US" sz="2400" dirty="0">
              <a:solidFill>
                <a:srgbClr val="D9910B"/>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493448" y="1516074"/>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880987"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493446" y="1671100"/>
            <a:ext cx="4124825" cy="523220"/>
          </a:xfrm>
          <a:prstGeom prst="rect">
            <a:avLst/>
          </a:prstGeom>
          <a:noFill/>
        </p:spPr>
        <p:txBody>
          <a:bodyPr wrap="square" rtlCol="0">
            <a:spAutoFit/>
          </a:bodyPr>
          <a:lstStyle/>
          <a:p>
            <a:r>
              <a:rPr lang="ja-JP" altLang="en-US" sz="2400" b="1" dirty="0">
                <a:solidFill>
                  <a:srgbClr val="5E9C53"/>
                </a:solidFill>
                <a:cs typeface="Arial" pitchFamily="34" charset="0"/>
              </a:rPr>
              <a:t>話してみようみよう</a:t>
            </a:r>
            <a:r>
              <a:rPr lang="vi-VN" altLang="ja-JP" sz="2800" b="1" dirty="0">
                <a:solidFill>
                  <a:srgbClr val="5E9C53"/>
                </a:solidFill>
                <a:cs typeface="Arial" pitchFamily="34" charset="0"/>
              </a:rPr>
              <a:t>(</a:t>
            </a:r>
            <a:r>
              <a:rPr lang="vi-VN" altLang="ja-JP" sz="2400" b="1" dirty="0">
                <a:solidFill>
                  <a:srgbClr val="5E9C53"/>
                </a:solidFill>
                <a:cs typeface="Arial" pitchFamily="34" charset="0"/>
              </a:rPr>
              <a:t>51</a:t>
            </a:r>
            <a:r>
              <a:rPr lang="vi-VN" altLang="ja-JP" sz="2800" b="1" dirty="0">
                <a:solidFill>
                  <a:srgbClr val="5E9C53"/>
                </a:solidFill>
                <a:cs typeface="Arial" pitchFamily="34" charset="0"/>
              </a:rPr>
              <a:t>)</a:t>
            </a:r>
            <a:endParaRPr lang="ko-KR" altLang="en-US" sz="28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923330"/>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35</a:t>
            </a:r>
            <a:endParaRPr lang="en-US" sz="4000" dirty="0">
              <a:solidFill>
                <a:srgbClr val="A11D2B"/>
              </a:solidFill>
            </a:endParaRPr>
          </a:p>
        </p:txBody>
      </p:sp>
      <p:sp>
        <p:nvSpPr>
          <p:cNvPr id="32" name="TextBox 31">
            <a:extLst>
              <a:ext uri="{FF2B5EF4-FFF2-40B4-BE49-F238E27FC236}">
                <a16:creationId xmlns:a16="http://schemas.microsoft.com/office/drawing/2014/main" id="{DF0A7447-8EF2-42C2-BE4F-E0845158EDB0}"/>
              </a:ext>
            </a:extLst>
          </p:cNvPr>
          <p:cNvSpPr txBox="1"/>
          <p:nvPr/>
        </p:nvSpPr>
        <p:spPr>
          <a:xfrm>
            <a:off x="3539167" y="2709275"/>
            <a:ext cx="4356136" cy="584775"/>
          </a:xfrm>
          <a:prstGeom prst="rect">
            <a:avLst/>
          </a:prstGeom>
          <a:noFill/>
        </p:spPr>
        <p:txBody>
          <a:bodyPr wrap="square" rtlCol="0">
            <a:spAutoFit/>
          </a:bodyPr>
          <a:lstStyle/>
          <a:p>
            <a:r>
              <a:rPr lang="ja-JP" altLang="en-US" sz="3200" dirty="0">
                <a:solidFill>
                  <a:srgbClr val="A11D2B"/>
                </a:solidFill>
                <a:cs typeface="Arial" pitchFamily="34" charset="0"/>
              </a:rPr>
              <a:t>耳でキャッチ</a:t>
            </a:r>
            <a:r>
              <a:rPr lang="ja-JP" altLang="en-US" sz="2800" dirty="0">
                <a:solidFill>
                  <a:srgbClr val="A11D2B"/>
                </a:solidFill>
                <a:cs typeface="Arial" pitchFamily="34" charset="0"/>
              </a:rPr>
              <a:t>（</a:t>
            </a:r>
            <a:r>
              <a:rPr lang="vi-VN" altLang="ja-JP" sz="2400" dirty="0">
                <a:solidFill>
                  <a:srgbClr val="A11D2B"/>
                </a:solidFill>
                <a:cs typeface="Arial" pitchFamily="34" charset="0"/>
              </a:rPr>
              <a:t>52</a:t>
            </a:r>
            <a:r>
              <a:rPr lang="vi-VN" altLang="ja-JP" sz="3200" dirty="0">
                <a:solidFill>
                  <a:srgbClr val="A11D2B"/>
                </a:solidFill>
                <a:cs typeface="Arial" pitchFamily="34" charset="0"/>
              </a:rPr>
              <a:t>)</a:t>
            </a:r>
            <a:endParaRPr lang="ko-KR" altLang="en-US" sz="3200" dirty="0">
              <a:solidFill>
                <a:srgbClr val="A11D2B"/>
              </a:solidFill>
              <a:cs typeface="Arial" pitchFamily="34" charset="0"/>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738707" y="3642039"/>
            <a:ext cx="5143686" cy="523220"/>
          </a:xfrm>
          <a:prstGeom prst="rect">
            <a:avLst/>
          </a:prstGeom>
          <a:noFill/>
        </p:spPr>
        <p:txBody>
          <a:bodyPr wrap="square" rtlCol="0">
            <a:spAutoFit/>
          </a:bodyPr>
          <a:lstStyle/>
          <a:p>
            <a:r>
              <a:rPr lang="ja-JP" altLang="en-US" sz="2800" dirty="0">
                <a:solidFill>
                  <a:srgbClr val="1A1E3B"/>
                </a:solidFill>
                <a:cs typeface="Arial" pitchFamily="34" charset="0"/>
              </a:rPr>
              <a:t>使ってみよう１</a:t>
            </a:r>
            <a:r>
              <a:rPr lang="vi-VN" altLang="ja-JP" sz="2800" dirty="0">
                <a:solidFill>
                  <a:srgbClr val="1A1E3B"/>
                </a:solidFill>
                <a:cs typeface="Arial" pitchFamily="34" charset="0"/>
              </a:rPr>
              <a:t>(</a:t>
            </a:r>
            <a:r>
              <a:rPr lang="en-US" altLang="ja-JP" sz="2800" dirty="0">
                <a:solidFill>
                  <a:srgbClr val="1A1E3B"/>
                </a:solidFill>
                <a:cs typeface="Arial" pitchFamily="34" charset="0"/>
              </a:rPr>
              <a:t>42</a:t>
            </a:r>
            <a:r>
              <a:rPr lang="vi-VN" altLang="ja-JP" sz="2800" dirty="0">
                <a:solidFill>
                  <a:srgbClr val="1A1E3B"/>
                </a:solidFill>
                <a:cs typeface="Arial" pitchFamily="34" charset="0"/>
              </a:rPr>
              <a:t>)</a:t>
            </a:r>
            <a:endParaRPr lang="ko-KR" altLang="en-US" sz="2800" dirty="0">
              <a:solidFill>
                <a:srgbClr val="1A1E3B"/>
              </a:solidFill>
              <a:cs typeface="Arial" pitchFamily="34" charset="0"/>
            </a:endParaRPr>
          </a:p>
        </p:txBody>
      </p:sp>
    </p:spTree>
    <p:extLst>
      <p:ext uri="{BB962C8B-B14F-4D97-AF65-F5344CB8AC3E}">
        <p14:creationId xmlns:p14="http://schemas.microsoft.com/office/powerpoint/2010/main" val="1378875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Diagram&#10;&#10;Description automatically generated">
            <a:extLst>
              <a:ext uri="{FF2B5EF4-FFF2-40B4-BE49-F238E27FC236}">
                <a16:creationId xmlns:a16="http://schemas.microsoft.com/office/drawing/2014/main" id="{1F88B94B-C577-46DE-9786-4B71818CA733}"/>
              </a:ext>
            </a:extLst>
          </p:cNvPr>
          <p:cNvPicPr>
            <a:picLocks noChangeAspect="1"/>
          </p:cNvPicPr>
          <p:nvPr/>
        </p:nvPicPr>
        <p:blipFill rotWithShape="1">
          <a:blip r:embed="rId2">
            <a:extLst>
              <a:ext uri="{28A0092B-C50C-407E-A947-70E740481C1C}">
                <a14:useLocalDpi xmlns:a14="http://schemas.microsoft.com/office/drawing/2010/main" val="0"/>
              </a:ext>
            </a:extLst>
          </a:blip>
          <a:srcRect b="40644"/>
          <a:stretch/>
        </p:blipFill>
        <p:spPr>
          <a:xfrm>
            <a:off x="20" y="1282"/>
            <a:ext cx="12191980" cy="6856718"/>
          </a:xfrm>
          <a:prstGeom prst="rect">
            <a:avLst/>
          </a:prstGeom>
        </p:spPr>
      </p:pic>
    </p:spTree>
    <p:extLst>
      <p:ext uri="{BB962C8B-B14F-4D97-AF65-F5344CB8AC3E}">
        <p14:creationId xmlns:p14="http://schemas.microsoft.com/office/powerpoint/2010/main" val="3824397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838200" y="365125"/>
            <a:ext cx="5293371" cy="1325563"/>
          </a:xfrm>
          <a:solidFill>
            <a:srgbClr val="5E9C53"/>
          </a:solidFill>
        </p:spPr>
        <p:txBody>
          <a:bodyPr vert="horz" lIns="91440" tIns="45720" rIns="91440" bIns="45720" rtlCol="0" anchor="ctr">
            <a:normAutofit/>
          </a:bodyPr>
          <a:lstStyle/>
          <a:p>
            <a:pPr algn="ctr"/>
            <a:r>
              <a:rPr lang="ja-JP" altLang="en-US" sz="4400" b="1" dirty="0">
                <a:solidFill>
                  <a:srgbClr val="FF0000"/>
                </a:solidFill>
              </a:rPr>
              <a:t>話してみよう</a:t>
            </a:r>
            <a:endParaRPr lang="en-US" sz="4400" b="1" dirty="0">
              <a:solidFill>
                <a:srgbClr val="FF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974558" y="2071899"/>
            <a:ext cx="5157013" cy="4105063"/>
          </a:xfrm>
          <a:solidFill>
            <a:srgbClr val="D9910B"/>
          </a:solidFill>
        </p:spPr>
        <p:txBody>
          <a:bodyPr vert="horz" lIns="91440" tIns="45720" rIns="91440" bIns="45720" rtlCol="0">
            <a:normAutofit/>
          </a:bodyPr>
          <a:lstStyle/>
          <a:p>
            <a:pPr marL="0" indent="0">
              <a:buNone/>
            </a:pPr>
            <a:r>
              <a:rPr lang="vi-VN" altLang="ja-JP" sz="3200" b="0" i="0" dirty="0">
                <a:effectLst/>
              </a:rPr>
              <a:t>1.</a:t>
            </a:r>
            <a:r>
              <a:rPr lang="ja-JP" altLang="en-US" sz="3200" b="0" i="0" dirty="0">
                <a:effectLst/>
              </a:rPr>
              <a:t>みなさんはどこに住んでいますか。</a:t>
            </a:r>
            <a:endParaRPr lang="vi-VN" altLang="ja-JP" sz="3200" b="0" i="0" dirty="0">
              <a:effectLst/>
            </a:endParaRPr>
          </a:p>
          <a:p>
            <a:pPr marL="0" indent="0">
              <a:buNone/>
            </a:pPr>
            <a:endParaRPr lang="en-US" altLang="ja-JP" sz="3200" b="0" i="0" dirty="0">
              <a:effectLst/>
            </a:endParaRPr>
          </a:p>
          <a:p>
            <a:pPr marL="0" indent="0">
              <a:buNone/>
            </a:pPr>
            <a:r>
              <a:rPr lang="ja-JP" altLang="en-US" sz="3200" b="0" i="0" dirty="0">
                <a:effectLst/>
              </a:rPr>
              <a:t>２</a:t>
            </a:r>
            <a:r>
              <a:rPr lang="vi-VN" altLang="ja-JP" sz="3200" dirty="0"/>
              <a:t>.</a:t>
            </a:r>
            <a:r>
              <a:rPr lang="ja-JP" altLang="en-US" sz="3200" b="0" i="0" dirty="0">
                <a:effectLst/>
              </a:rPr>
              <a:t>住んでいる町には何がありますか。</a:t>
            </a:r>
            <a:endParaRPr lang="en-US" altLang="ja-JP" sz="3200" b="0" i="0" dirty="0">
              <a:effectLst/>
            </a:endParaRPr>
          </a:p>
        </p:txBody>
      </p:sp>
      <p:pic>
        <p:nvPicPr>
          <p:cNvPr id="2050" name="Picture 2" descr="西洋家屋のイラスト（背景素材）">
            <a:extLst>
              <a:ext uri="{FF2B5EF4-FFF2-40B4-BE49-F238E27FC236}">
                <a16:creationId xmlns:a16="http://schemas.microsoft.com/office/drawing/2014/main" id="{5BED76D1-C797-4C2B-A8A5-02CF965FD2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468482" y="758514"/>
            <a:ext cx="5028675" cy="5028675"/>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7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288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barn(inVertical)">
                                      <p:cBhvr>
                                        <p:cTn id="12" dur="500"/>
                                        <p:tgtEl>
                                          <p:spTgt spid="5">
                                            <p:bg/>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arn(inVertic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arn(inVertical)">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838200" y="365125"/>
            <a:ext cx="5293371" cy="1325563"/>
          </a:xfrm>
          <a:solidFill>
            <a:srgbClr val="5E9C53"/>
          </a:solidFill>
        </p:spPr>
        <p:txBody>
          <a:bodyPr vert="horz" lIns="91440" tIns="45720" rIns="91440" bIns="45720" rtlCol="0" anchor="ctr">
            <a:normAutofit/>
          </a:bodyPr>
          <a:lstStyle/>
          <a:p>
            <a:pPr algn="ctr"/>
            <a:r>
              <a:rPr lang="ja-JP" altLang="en-US" sz="4400" b="1" dirty="0">
                <a:solidFill>
                  <a:srgbClr val="FF0000"/>
                </a:solidFill>
              </a:rPr>
              <a:t>話してみよう</a:t>
            </a:r>
            <a:endParaRPr lang="en-US" sz="4400" b="1" dirty="0">
              <a:solidFill>
                <a:srgbClr val="FF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838200" y="1825625"/>
            <a:ext cx="5293371" cy="4351338"/>
          </a:xfrm>
          <a:solidFill>
            <a:srgbClr val="D9910B"/>
          </a:solidFill>
        </p:spPr>
        <p:txBody>
          <a:bodyPr vert="horz" lIns="91440" tIns="45720" rIns="91440" bIns="45720" rtlCol="0">
            <a:normAutofit/>
          </a:bodyPr>
          <a:lstStyle/>
          <a:p>
            <a:pPr marL="0" indent="0">
              <a:buNone/>
            </a:pPr>
            <a:r>
              <a:rPr lang="vi-VN" altLang="ja-JP" sz="3200" b="0" i="0" dirty="0">
                <a:effectLst/>
              </a:rPr>
              <a:t>1.</a:t>
            </a:r>
            <a:r>
              <a:rPr lang="ja-JP" altLang="en-US" sz="3200" b="0" i="0" dirty="0">
                <a:effectLst/>
              </a:rPr>
              <a:t>教</a:t>
            </a:r>
            <a:r>
              <a:rPr lang="ja-JP" altLang="en-US" sz="3200" dirty="0"/>
              <a:t>科書の絵を見てください。何がありますか。</a:t>
            </a:r>
            <a:endParaRPr lang="vi-VN" altLang="ja-JP" sz="3200" dirty="0"/>
          </a:p>
          <a:p>
            <a:pPr marL="0" indent="0">
              <a:buNone/>
            </a:pPr>
            <a:endParaRPr lang="en-US" altLang="ja-JP" sz="3200" b="0" i="0" dirty="0">
              <a:effectLst/>
            </a:endParaRPr>
          </a:p>
          <a:p>
            <a:pPr marL="0" indent="0">
              <a:buNone/>
            </a:pPr>
            <a:r>
              <a:rPr lang="ja-JP" altLang="en-US" sz="3200" b="0" i="0" dirty="0">
                <a:effectLst/>
              </a:rPr>
              <a:t>２</a:t>
            </a:r>
            <a:r>
              <a:rPr lang="vi-VN" altLang="ja-JP" sz="3200" dirty="0"/>
              <a:t>.</a:t>
            </a:r>
            <a:r>
              <a:rPr lang="ja-JP" altLang="en-US" dirty="0"/>
              <a:t> </a:t>
            </a:r>
            <a:r>
              <a:rPr lang="ja-JP" altLang="en-US" sz="3200" dirty="0"/>
              <a:t>図書館は何をするところですか。</a:t>
            </a:r>
            <a:endParaRPr lang="en-US" altLang="ja-JP" sz="3200" dirty="0"/>
          </a:p>
          <a:p>
            <a:pPr marL="0"/>
            <a:endParaRPr lang="en-US" altLang="ja-JP" sz="3200" b="0" i="0" dirty="0">
              <a:effectLst/>
            </a:endParaRPr>
          </a:p>
          <a:p>
            <a:pPr marL="0" indent="0">
              <a:buNone/>
            </a:pPr>
            <a:r>
              <a:rPr lang="ja-JP" altLang="en-US" sz="3200" b="0" i="0" dirty="0">
                <a:effectLst/>
              </a:rPr>
              <a:t>３</a:t>
            </a:r>
            <a:r>
              <a:rPr lang="vi-VN" altLang="ja-JP" sz="3200" b="0" i="0" dirty="0">
                <a:effectLst/>
              </a:rPr>
              <a:t>.</a:t>
            </a:r>
            <a:r>
              <a:rPr lang="ja-JP" altLang="en-US" dirty="0"/>
              <a:t> </a:t>
            </a:r>
            <a:r>
              <a:rPr lang="ja-JP" altLang="en-US" sz="3200" dirty="0"/>
              <a:t>美術館は何をするところですか。</a:t>
            </a:r>
          </a:p>
          <a:p>
            <a:pPr marL="0"/>
            <a:endParaRPr lang="en-US" altLang="ja-JP" sz="3200" b="0" i="0" dirty="0">
              <a:effectLst/>
            </a:endParaRPr>
          </a:p>
          <a:p>
            <a:pPr marL="0"/>
            <a:endParaRPr lang="en-US" dirty="0"/>
          </a:p>
        </p:txBody>
      </p:sp>
      <p:sp>
        <p:nvSpPr>
          <p:cNvPr id="7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076" name="Picture 4" descr="図書館の中のイラスト">
            <a:extLst>
              <a:ext uri="{FF2B5EF4-FFF2-40B4-BE49-F238E27FC236}">
                <a16:creationId xmlns:a16="http://schemas.microsoft.com/office/drawing/2014/main" id="{2EF84DC2-2A09-46AE-8DEF-A82CD5E0B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4220" y="421621"/>
            <a:ext cx="3021979" cy="302197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絵を見る女性のイラスト「美術館で絵画鑑賞」">
            <a:extLst>
              <a:ext uri="{FF2B5EF4-FFF2-40B4-BE49-F238E27FC236}">
                <a16:creationId xmlns:a16="http://schemas.microsoft.com/office/drawing/2014/main" id="{B2EEE810-0882-4540-B870-9E359EB51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4220" y="3484009"/>
            <a:ext cx="3272938" cy="3272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10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arn(inVertic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inVertic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Vertic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arn(inVertical)">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838200" y="365125"/>
            <a:ext cx="5706979" cy="1325563"/>
          </a:xfrm>
          <a:solidFill>
            <a:srgbClr val="5E9C53"/>
          </a:solidFill>
        </p:spPr>
        <p:txBody>
          <a:bodyPr vert="horz" lIns="91440" tIns="45720" rIns="91440" bIns="45720" rtlCol="0" anchor="ctr">
            <a:normAutofit/>
          </a:bodyPr>
          <a:lstStyle/>
          <a:p>
            <a:pPr algn="ctr"/>
            <a:r>
              <a:rPr lang="ja-JP" altLang="en-US" sz="4400" b="1" dirty="0">
                <a:solidFill>
                  <a:srgbClr val="FF0000"/>
                </a:solidFill>
              </a:rPr>
              <a:t>話してみよう</a:t>
            </a:r>
            <a:endParaRPr lang="en-US" sz="4400" b="1" dirty="0">
              <a:solidFill>
                <a:srgbClr val="FF0000"/>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838200" y="1825625"/>
            <a:ext cx="5706979" cy="4351338"/>
          </a:xfrm>
          <a:solidFill>
            <a:srgbClr val="D9910B"/>
          </a:solidFill>
        </p:spPr>
        <p:txBody>
          <a:bodyPr vert="horz" lIns="91440" tIns="45720" rIns="91440" bIns="45720" rtlCol="0">
            <a:normAutofit/>
          </a:bodyPr>
          <a:lstStyle/>
          <a:p>
            <a:pPr marL="0" indent="0">
              <a:buNone/>
            </a:pPr>
            <a:endParaRPr lang="en-US" altLang="ja-JP" sz="3200" b="0" i="0" dirty="0">
              <a:effectLst/>
            </a:endParaRPr>
          </a:p>
          <a:p>
            <a:pPr marL="0" indent="0">
              <a:buNone/>
            </a:pPr>
            <a:r>
              <a:rPr lang="ja-JP" altLang="en-US" sz="3200" dirty="0"/>
              <a:t>１</a:t>
            </a:r>
            <a:r>
              <a:rPr lang="vi-VN" altLang="ja-JP" sz="3200" dirty="0"/>
              <a:t>.</a:t>
            </a:r>
            <a:r>
              <a:rPr lang="ja-JP" altLang="en-US" dirty="0"/>
              <a:t> </a:t>
            </a:r>
            <a:r>
              <a:rPr lang="ja-JP" altLang="en-US" sz="3200" dirty="0"/>
              <a:t>スポーツセンターは何をするところですか。</a:t>
            </a:r>
            <a:endParaRPr lang="en-US" altLang="ja-JP" sz="3200" dirty="0"/>
          </a:p>
          <a:p>
            <a:pPr marL="0"/>
            <a:endParaRPr lang="en-US" altLang="ja-JP" sz="3200" b="0" i="0" dirty="0">
              <a:effectLst/>
            </a:endParaRPr>
          </a:p>
          <a:p>
            <a:pPr marL="0" indent="0">
              <a:buNone/>
            </a:pPr>
            <a:r>
              <a:rPr lang="ja-JP" altLang="en-US" sz="3200" dirty="0"/>
              <a:t>２</a:t>
            </a:r>
            <a:r>
              <a:rPr lang="vi-VN" altLang="ja-JP" sz="3200" b="0" i="0" dirty="0">
                <a:effectLst/>
              </a:rPr>
              <a:t>.</a:t>
            </a:r>
            <a:r>
              <a:rPr lang="ja-JP" altLang="en-US" dirty="0"/>
              <a:t> </a:t>
            </a:r>
            <a:r>
              <a:rPr lang="ja-JP" altLang="en-US" sz="3200" dirty="0"/>
              <a:t>コンビニは何をするところですか。</a:t>
            </a:r>
          </a:p>
          <a:p>
            <a:pPr marL="0"/>
            <a:endParaRPr lang="en-US" altLang="ja-JP" sz="3200" b="0" i="0" dirty="0">
              <a:effectLst/>
            </a:endParaRPr>
          </a:p>
          <a:p>
            <a:pPr marL="0"/>
            <a:endParaRPr lang="en-US" dirty="0"/>
          </a:p>
        </p:txBody>
      </p:sp>
      <p:sp>
        <p:nvSpPr>
          <p:cNvPr id="7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5"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098" name="Picture 2" descr="スポーツセンターイラスト／無料イラストなら「イラストAC」">
            <a:extLst>
              <a:ext uri="{FF2B5EF4-FFF2-40B4-BE49-F238E27FC236}">
                <a16:creationId xmlns:a16="http://schemas.microsoft.com/office/drawing/2014/main" id="{17F9011F-B0D3-48E7-92C8-7DF40B736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8178" y="93077"/>
            <a:ext cx="3330384" cy="34650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コンビニに突っ込む車のイラスト">
            <a:extLst>
              <a:ext uri="{FF2B5EF4-FFF2-40B4-BE49-F238E27FC236}">
                <a16:creationId xmlns:a16="http://schemas.microsoft.com/office/drawing/2014/main" id="{A4DC5342-F972-4991-A1CD-CA42D40157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855" y="3416967"/>
            <a:ext cx="2590946" cy="2590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76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arn(inVertic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arn(inVertical)">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589508" y="285613"/>
            <a:ext cx="10943610" cy="814745"/>
          </a:xfrm>
          <a:solidFill>
            <a:srgbClr val="5E9C53"/>
          </a:solidFill>
        </p:spPr>
        <p:txBody>
          <a:bodyPr>
            <a:normAutofit/>
          </a:bodyPr>
          <a:lstStyle/>
          <a:p>
            <a:pPr algn="ctr"/>
            <a:r>
              <a:rPr lang="ja-JP" altLang="en-US" sz="4800" b="1" dirty="0">
                <a:solidFill>
                  <a:srgbClr val="A11D2B"/>
                </a:solidFill>
              </a:rPr>
              <a:t>今日のテーマ</a:t>
            </a:r>
            <a:endParaRPr lang="en-US" sz="48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589507" y="1720515"/>
            <a:ext cx="10943609" cy="3862137"/>
          </a:xfrm>
          <a:solidFill>
            <a:schemeClr val="accent5">
              <a:lumMod val="40000"/>
              <a:lumOff val="60000"/>
            </a:schemeClr>
          </a:solidFill>
        </p:spPr>
        <p:txBody>
          <a:bodyPr>
            <a:normAutofit lnSpcReduction="10000"/>
          </a:bodyPr>
          <a:lstStyle/>
          <a:p>
            <a:pPr marL="0" indent="0" algn="ctr">
              <a:buNone/>
            </a:pPr>
            <a:endParaRPr lang="en-US" altLang="ja-JP" sz="4800" b="1" dirty="0">
              <a:solidFill>
                <a:srgbClr val="D9910B"/>
              </a:solidFill>
              <a:latin typeface="Arial" panose="020B0604020202020204" pitchFamily="34" charset="0"/>
            </a:endParaRPr>
          </a:p>
          <a:p>
            <a:pPr marL="0" indent="0" algn="ctr">
              <a:buNone/>
            </a:pPr>
            <a:r>
              <a:rPr lang="ja-JP" altLang="en-US" sz="4800" b="1" dirty="0">
                <a:solidFill>
                  <a:srgbClr val="D9910B"/>
                </a:solidFill>
                <a:latin typeface="Arial" panose="020B0604020202020204" pitchFamily="34" charset="0"/>
              </a:rPr>
              <a:t>地域を知って生活する</a:t>
            </a:r>
            <a:endParaRPr lang="en-US" altLang="ja-JP" sz="4800" b="1" i="0" dirty="0">
              <a:solidFill>
                <a:srgbClr val="D9910B"/>
              </a:solidFill>
              <a:effectLst/>
              <a:latin typeface="Arial" panose="020B0604020202020204" pitchFamily="34" charset="0"/>
            </a:endParaRPr>
          </a:p>
          <a:p>
            <a:pPr marL="0" indent="0" algn="ctr">
              <a:buNone/>
            </a:pPr>
            <a:r>
              <a:rPr lang="vi-VN" altLang="ja-JP" sz="4800" b="1" dirty="0">
                <a:solidFill>
                  <a:srgbClr val="D9910B"/>
                </a:solidFill>
                <a:latin typeface="Arial" panose="020B0604020202020204" pitchFamily="34" charset="0"/>
              </a:rPr>
              <a:t>        </a:t>
            </a:r>
            <a:endParaRPr lang="ja-JP" altLang="en-US" sz="4800" b="1" i="0" dirty="0">
              <a:solidFill>
                <a:srgbClr val="D9910B"/>
              </a:solidFill>
              <a:effectLst/>
              <a:latin typeface="Arial" panose="020B0604020202020204" pitchFamily="34" charset="0"/>
            </a:endParaRPr>
          </a:p>
          <a:p>
            <a:pPr marL="0" indent="0">
              <a:buNone/>
            </a:pPr>
            <a:endParaRPr lang="en-US" altLang="ja-JP" sz="3200" dirty="0"/>
          </a:p>
          <a:p>
            <a:pPr marL="0" indent="0" algn="just">
              <a:buNone/>
            </a:pPr>
            <a:r>
              <a:rPr lang="ja-JP" altLang="en-US" sz="3600" b="1" dirty="0">
                <a:solidFill>
                  <a:srgbClr val="7030A0"/>
                </a:solidFill>
              </a:rPr>
              <a:t>知識の暮らしに必要な情報を得て、快適な生活を送ることができる。</a:t>
            </a:r>
            <a:endParaRPr lang="en-US" sz="3600" b="1" dirty="0">
              <a:solidFill>
                <a:srgbClr val="7030A0"/>
              </a:solidFill>
            </a:endParaRPr>
          </a:p>
        </p:txBody>
      </p:sp>
      <p:sp>
        <p:nvSpPr>
          <p:cNvPr id="2" name="Arrow: Down 1">
            <a:extLst>
              <a:ext uri="{FF2B5EF4-FFF2-40B4-BE49-F238E27FC236}">
                <a16:creationId xmlns:a16="http://schemas.microsoft.com/office/drawing/2014/main" id="{D6BB0E1D-87C5-4E34-825B-9938D71FF725}"/>
              </a:ext>
            </a:extLst>
          </p:cNvPr>
          <p:cNvSpPr/>
          <p:nvPr/>
        </p:nvSpPr>
        <p:spPr>
          <a:xfrm>
            <a:off x="5853684" y="3128210"/>
            <a:ext cx="484632" cy="978408"/>
          </a:xfrm>
          <a:prstGeom prst="downArrow">
            <a:avLst/>
          </a:prstGeom>
          <a:solidFill>
            <a:srgbClr val="A11D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14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barn(inVertical)">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barn(inVertical)">
                                      <p:cBhvr>
                                        <p:cTn id="24"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P52</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629265" y="2247840"/>
            <a:ext cx="11065429" cy="2612918"/>
          </a:xfrm>
          <a:solidFill>
            <a:schemeClr val="accent5">
              <a:lumMod val="40000"/>
              <a:lumOff val="60000"/>
            </a:schemeClr>
          </a:solidFill>
        </p:spPr>
        <p:txBody>
          <a:bodyPr>
            <a:normAutofit/>
          </a:bodyPr>
          <a:lstStyle/>
          <a:p>
            <a:pPr marL="0" indent="0" algn="l">
              <a:buNone/>
            </a:pPr>
            <a:r>
              <a:rPr kumimoji="1" lang="ja-JP" altLang="en-US" sz="3200" dirty="0">
                <a:solidFill>
                  <a:srgbClr val="A11D2B"/>
                </a:solidFill>
                <a:highlight>
                  <a:srgbClr val="FFFF00"/>
                </a:highlight>
                <a:latin typeface="Arial" panose="020B0604020202020204" pitchFamily="34" charset="0"/>
              </a:rPr>
              <a:t>できること</a:t>
            </a:r>
            <a:endParaRPr kumimoji="1" lang="en-US" altLang="ja-JP" sz="3200" dirty="0">
              <a:solidFill>
                <a:srgbClr val="A11D2B"/>
              </a:solidFill>
              <a:highlight>
                <a:srgbClr val="FFFF00"/>
              </a:highlight>
              <a:latin typeface="Arial" panose="020B0604020202020204" pitchFamily="34" charset="0"/>
            </a:endParaRPr>
          </a:p>
          <a:p>
            <a:pPr marL="0" indent="0" algn="ctr">
              <a:buNone/>
            </a:pPr>
            <a:endParaRPr kumimoji="1" lang="en-US" altLang="ja-JP" sz="3200" dirty="0">
              <a:solidFill>
                <a:srgbClr val="A11D2B"/>
              </a:solidFill>
              <a:latin typeface="Arial" panose="020B0604020202020204" pitchFamily="34" charset="0"/>
            </a:endParaRPr>
          </a:p>
          <a:p>
            <a:pPr marL="0" indent="0" algn="l">
              <a:buNone/>
            </a:pPr>
            <a:r>
              <a:rPr lang="ja-JP" altLang="en-US" sz="2800" b="1" i="0" dirty="0">
                <a:solidFill>
                  <a:srgbClr val="A11D2B"/>
                </a:solidFill>
                <a:effectLst/>
                <a:latin typeface="Arial" panose="020B0604020202020204" pitchFamily="34" charset="0"/>
              </a:rPr>
              <a:t>施設を利用するのに分からないことがあったとき、職員の説明を聞き取ることができる。</a:t>
            </a:r>
            <a:endParaRPr kumimoji="1" lang="en-US" altLang="ja-JP" b="1" dirty="0">
              <a:solidFill>
                <a:srgbClr val="A11D2B"/>
              </a:solidFill>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3"/>
          <a:stretch>
            <a:fillRect/>
          </a:stretch>
        </p:blipFill>
        <p:spPr>
          <a:xfrm>
            <a:off x="629265" y="34836"/>
            <a:ext cx="1935598" cy="1702565"/>
          </a:xfrm>
          <a:prstGeom prst="rect">
            <a:avLst/>
          </a:prstGeom>
        </p:spPr>
      </p:pic>
    </p:spTree>
    <p:extLst>
      <p:ext uri="{BB962C8B-B14F-4D97-AF65-F5344CB8AC3E}">
        <p14:creationId xmlns:p14="http://schemas.microsoft.com/office/powerpoint/2010/main" val="303037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Diagram&#10;&#10;Description automatically generated">
            <a:extLst>
              <a:ext uri="{FF2B5EF4-FFF2-40B4-BE49-F238E27FC236}">
                <a16:creationId xmlns:a16="http://schemas.microsoft.com/office/drawing/2014/main" id="{91A4D435-B9F7-4299-8994-69D621D92EB9}"/>
              </a:ext>
            </a:extLst>
          </p:cNvPr>
          <p:cNvPicPr>
            <a:picLocks noChangeAspect="1"/>
          </p:cNvPicPr>
          <p:nvPr/>
        </p:nvPicPr>
        <p:blipFill rotWithShape="1">
          <a:blip r:embed="rId2">
            <a:extLst>
              <a:ext uri="{28A0092B-C50C-407E-A947-70E740481C1C}">
                <a14:useLocalDpi xmlns:a14="http://schemas.microsoft.com/office/drawing/2010/main" val="0"/>
              </a:ext>
            </a:extLst>
          </a:blip>
          <a:srcRect t="16759" b="8504"/>
          <a:stretch/>
        </p:blipFill>
        <p:spPr>
          <a:xfrm>
            <a:off x="20" y="1282"/>
            <a:ext cx="12191980" cy="6856718"/>
          </a:xfrm>
          <a:prstGeom prst="rect">
            <a:avLst/>
          </a:prstGeom>
        </p:spPr>
      </p:pic>
    </p:spTree>
    <p:extLst>
      <p:ext uri="{BB962C8B-B14F-4D97-AF65-F5344CB8AC3E}">
        <p14:creationId xmlns:p14="http://schemas.microsoft.com/office/powerpoint/2010/main" val="1393573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P52</a:t>
            </a:r>
            <a:r>
              <a:rPr lang="ja-JP" altLang="en-US" sz="4000" b="1" dirty="0">
                <a:solidFill>
                  <a:srgbClr val="C00000"/>
                </a:solidFill>
              </a:rPr>
              <a:t>）</a:t>
            </a:r>
            <a:endParaRPr kumimoji="1" lang="ja-JP" altLang="en-US" sz="8000" b="1" dirty="0">
              <a:solidFill>
                <a:srgbClr val="C00000"/>
              </a:solidFill>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3"/>
          <a:stretch>
            <a:fillRect/>
          </a:stretch>
        </p:blipFill>
        <p:spPr>
          <a:xfrm>
            <a:off x="629265" y="34836"/>
            <a:ext cx="1935598" cy="1702565"/>
          </a:xfrm>
          <a:prstGeom prst="rect">
            <a:avLst/>
          </a:prstGeom>
        </p:spPr>
      </p:pic>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693820" y="2903218"/>
            <a:ext cx="10804359" cy="2213810"/>
          </a:xfrm>
          <a:prstGeom prst="rect">
            <a:avLst/>
          </a:prstGeom>
          <a:solidFill>
            <a:schemeClr val="accent5">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r>
              <a:rPr lang="ja-JP" altLang="en-US" sz="2800" b="0" i="0" dirty="0">
                <a:solidFill>
                  <a:srgbClr val="000000"/>
                </a:solidFill>
                <a:effectLst/>
                <a:latin typeface="Arial" panose="020B0604020202020204" pitchFamily="34" charset="0"/>
              </a:rPr>
              <a:t>住んでいる図書館を利用したことがありますか。</a:t>
            </a:r>
          </a:p>
          <a:p>
            <a:pPr algn="l">
              <a:buFont typeface="+mj-lt"/>
              <a:buAutoNum type="arabicPeriod"/>
            </a:pPr>
            <a:r>
              <a:rPr lang="ja-JP" altLang="en-US" sz="2800" b="0" i="0" dirty="0">
                <a:solidFill>
                  <a:srgbClr val="000000"/>
                </a:solidFill>
                <a:effectLst/>
                <a:latin typeface="Arial" panose="020B0604020202020204" pitchFamily="34" charset="0"/>
              </a:rPr>
              <a:t>わからないことがあったとき、図書館の人に聞いたことがありますか。</a:t>
            </a:r>
          </a:p>
        </p:txBody>
      </p:sp>
      <p:sp>
        <p:nvSpPr>
          <p:cNvPr id="9" name="TextBox 8">
            <a:extLst>
              <a:ext uri="{FF2B5EF4-FFF2-40B4-BE49-F238E27FC236}">
                <a16:creationId xmlns:a16="http://schemas.microsoft.com/office/drawing/2014/main" id="{0566DCA5-42A3-4BAD-8997-A7E099FBB3A6}"/>
              </a:ext>
            </a:extLst>
          </p:cNvPr>
          <p:cNvSpPr txBox="1"/>
          <p:nvPr/>
        </p:nvSpPr>
        <p:spPr>
          <a:xfrm>
            <a:off x="693820" y="2084078"/>
            <a:ext cx="2646947" cy="523220"/>
          </a:xfrm>
          <a:prstGeom prst="rect">
            <a:avLst/>
          </a:prstGeom>
          <a:solidFill>
            <a:srgbClr val="D9910B"/>
          </a:solidFill>
        </p:spPr>
        <p:txBody>
          <a:bodyPr wrap="square" rtlCol="0">
            <a:spAutoFit/>
          </a:bodyPr>
          <a:lstStyle/>
          <a:p>
            <a:pPr algn="l"/>
            <a:r>
              <a:rPr lang="ja-JP" altLang="en-US" sz="2800" b="1" i="0" dirty="0">
                <a:solidFill>
                  <a:srgbClr val="606060"/>
                </a:solidFill>
                <a:effectLst/>
                <a:latin typeface="Arial" panose="020B0604020202020204" pitchFamily="34" charset="0"/>
              </a:rPr>
              <a:t>タスク前作業</a:t>
            </a:r>
          </a:p>
        </p:txBody>
      </p:sp>
    </p:spTree>
    <p:extLst>
      <p:ext uri="{BB962C8B-B14F-4D97-AF65-F5344CB8AC3E}">
        <p14:creationId xmlns:p14="http://schemas.microsoft.com/office/powerpoint/2010/main" val="316366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52</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713485" y="2707105"/>
            <a:ext cx="10860894" cy="2875548"/>
          </a:xfrm>
          <a:solidFill>
            <a:schemeClr val="accent5">
              <a:lumMod val="40000"/>
              <a:lumOff val="60000"/>
            </a:schemeClr>
          </a:solidFill>
        </p:spPr>
        <p:txBody>
          <a:bodyPr>
            <a:normAutofit fontScale="92500" lnSpcReduction="10000"/>
          </a:bodyPr>
          <a:lstStyle/>
          <a:p>
            <a:pPr marL="0" indent="0">
              <a:buNone/>
            </a:pPr>
            <a:endParaRPr kumimoji="1" lang="en-US" altLang="ja-JP" sz="2800" i="0" dirty="0">
              <a:solidFill>
                <a:srgbClr val="FFFF00"/>
              </a:solidFill>
              <a:effectLst/>
              <a:latin typeface="Arial" panose="020B0604020202020204" pitchFamily="34" charset="0"/>
            </a:endParaRPr>
          </a:p>
          <a:p>
            <a:pPr marL="0" indent="0">
              <a:buNone/>
            </a:pPr>
            <a:r>
              <a:rPr kumimoji="1" lang="ja-JP" altLang="en-US" sz="2800" i="0" dirty="0">
                <a:solidFill>
                  <a:srgbClr val="002060"/>
                </a:solidFill>
                <a:effectLst/>
                <a:latin typeface="Arial" panose="020B0604020202020204" pitchFamily="34" charset="0"/>
              </a:rPr>
              <a:t>１．</a:t>
            </a:r>
            <a:r>
              <a:rPr lang="ja-JP" altLang="en-US" sz="2800" b="0" i="0" dirty="0">
                <a:solidFill>
                  <a:srgbClr val="002060"/>
                </a:solidFill>
                <a:effectLst/>
                <a:latin typeface="Arial" panose="020B0604020202020204" pitchFamily="34" charset="0"/>
              </a:rPr>
              <a:t>ナタポンさんは貸し出しカードがありませんが、本が借りられますか。</a:t>
            </a:r>
            <a:endParaRPr lang="en-US" altLang="ja-JP" sz="2800" b="0" i="0" dirty="0">
              <a:solidFill>
                <a:srgbClr val="002060"/>
              </a:solidFill>
              <a:effectLst/>
              <a:latin typeface="Arial" panose="020B0604020202020204" pitchFamily="34" charset="0"/>
            </a:endParaRPr>
          </a:p>
          <a:p>
            <a:pPr marL="0" indent="0">
              <a:buNone/>
            </a:pPr>
            <a:br>
              <a:rPr lang="ja-JP" altLang="en-US" sz="2800" dirty="0">
                <a:solidFill>
                  <a:srgbClr val="002060"/>
                </a:solidFill>
              </a:rPr>
            </a:br>
            <a:r>
              <a:rPr lang="ja-JP" altLang="en-US" sz="2800" dirty="0">
                <a:solidFill>
                  <a:srgbClr val="002060"/>
                </a:solidFill>
                <a:latin typeface="Arial" panose="020B0604020202020204" pitchFamily="34" charset="0"/>
              </a:rPr>
              <a:t>２．</a:t>
            </a:r>
            <a:r>
              <a:rPr lang="ja-JP" altLang="en-US" sz="2800" b="0" i="0" dirty="0">
                <a:solidFill>
                  <a:srgbClr val="002060"/>
                </a:solidFill>
                <a:effectLst/>
                <a:latin typeface="Arial" panose="020B0604020202020204" pitchFamily="34" charset="0"/>
              </a:rPr>
              <a:t>どうしてですか。</a:t>
            </a:r>
            <a:endParaRPr lang="en-US" altLang="ja-JP" sz="2800" b="0" i="0" dirty="0">
              <a:solidFill>
                <a:srgbClr val="002060"/>
              </a:solidFill>
              <a:effectLst/>
              <a:latin typeface="Arial" panose="020B0604020202020204" pitchFamily="34" charset="0"/>
            </a:endParaRPr>
          </a:p>
          <a:p>
            <a:pPr marL="0" indent="0">
              <a:buNone/>
            </a:pPr>
            <a:endParaRPr lang="en-US" altLang="ja-JP" sz="2800" dirty="0">
              <a:solidFill>
                <a:srgbClr val="002060"/>
              </a:solidFill>
              <a:latin typeface="Arial" panose="020B0604020202020204" pitchFamily="34" charset="0"/>
            </a:endParaRPr>
          </a:p>
          <a:p>
            <a:pPr marL="0" indent="0">
              <a:buNone/>
            </a:pPr>
            <a:r>
              <a:rPr lang="en-US" altLang="ja-JP" sz="2800" i="0" dirty="0">
                <a:solidFill>
                  <a:srgbClr val="002060"/>
                </a:solidFill>
                <a:effectLst/>
                <a:latin typeface="Arial" panose="020B0604020202020204" pitchFamily="34" charset="0"/>
              </a:rPr>
              <a:t>CD A12</a:t>
            </a:r>
          </a:p>
          <a:p>
            <a:pPr marL="0" indent="0">
              <a:buNone/>
            </a:pPr>
            <a:endParaRPr lang="en-US" altLang="ja-JP" sz="2800" i="0" dirty="0">
              <a:solidFill>
                <a:srgbClr val="002060"/>
              </a:solidFill>
              <a:effectLst/>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5"/>
          <a:stretch>
            <a:fillRect/>
          </a:stretch>
        </p:blipFill>
        <p:spPr>
          <a:xfrm>
            <a:off x="1014607" y="34836"/>
            <a:ext cx="1550255" cy="1363615"/>
          </a:xfrm>
          <a:prstGeom prst="rect">
            <a:avLst/>
          </a:prstGeom>
        </p:spPr>
      </p:pic>
      <p:pic>
        <p:nvPicPr>
          <p:cNvPr id="4" name="12 Track 12">
            <a:hlinkClick r:id="" action="ppaction://media"/>
            <a:extLst>
              <a:ext uri="{FF2B5EF4-FFF2-40B4-BE49-F238E27FC236}">
                <a16:creationId xmlns:a16="http://schemas.microsoft.com/office/drawing/2014/main" id="{FE7E823F-1BB9-46C8-939B-C5C5A145E4E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13662" y="749407"/>
            <a:ext cx="1363615" cy="1363615"/>
          </a:xfrm>
          <a:prstGeom prst="rect">
            <a:avLst/>
          </a:prstGeom>
        </p:spPr>
      </p:pic>
      <p:sp>
        <p:nvSpPr>
          <p:cNvPr id="6" name="TextBox 5">
            <a:extLst>
              <a:ext uri="{FF2B5EF4-FFF2-40B4-BE49-F238E27FC236}">
                <a16:creationId xmlns:a16="http://schemas.microsoft.com/office/drawing/2014/main" id="{69B6AFF1-0B5C-41EE-9214-0CF75CAFB420}"/>
              </a:ext>
            </a:extLst>
          </p:cNvPr>
          <p:cNvSpPr txBox="1"/>
          <p:nvPr/>
        </p:nvSpPr>
        <p:spPr>
          <a:xfrm>
            <a:off x="661737" y="1864425"/>
            <a:ext cx="2646947" cy="523220"/>
          </a:xfrm>
          <a:prstGeom prst="rect">
            <a:avLst/>
          </a:prstGeom>
          <a:solidFill>
            <a:srgbClr val="D9910B"/>
          </a:solidFill>
        </p:spPr>
        <p:txBody>
          <a:bodyPr wrap="square" rtlCol="0">
            <a:spAutoFit/>
          </a:bodyPr>
          <a:lstStyle/>
          <a:p>
            <a:pPr algn="l"/>
            <a:r>
              <a:rPr lang="ja-JP" altLang="en-US" sz="2800" b="1" i="0" dirty="0">
                <a:solidFill>
                  <a:srgbClr val="606060"/>
                </a:solidFill>
                <a:effectLst/>
                <a:latin typeface="Arial" panose="020B0604020202020204" pitchFamily="34" charset="0"/>
              </a:rPr>
              <a:t>タスク後作業</a:t>
            </a:r>
          </a:p>
        </p:txBody>
      </p:sp>
    </p:spTree>
    <p:extLst>
      <p:ext uri="{BB962C8B-B14F-4D97-AF65-F5344CB8AC3E}">
        <p14:creationId xmlns:p14="http://schemas.microsoft.com/office/powerpoint/2010/main" val="40884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93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52</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673768" y="1640910"/>
            <a:ext cx="11105148" cy="4851964"/>
          </a:xfrm>
          <a:solidFill>
            <a:srgbClr val="D9910B"/>
          </a:solidFill>
        </p:spPr>
        <p:txBody>
          <a:bodyPr>
            <a:normAutofit/>
          </a:bodyPr>
          <a:lstStyle/>
          <a:p>
            <a:pPr marL="0" indent="0">
              <a:buNone/>
            </a:pPr>
            <a:endParaRPr kumimoji="1" lang="en-US" altLang="ja-JP" sz="2800" i="0" dirty="0">
              <a:solidFill>
                <a:srgbClr val="FFFF00"/>
              </a:solidFill>
              <a:effectLst/>
              <a:latin typeface="Arial" panose="020B0604020202020204" pitchFamily="34" charset="0"/>
            </a:endParaRPr>
          </a:p>
          <a:p>
            <a:pPr algn="l">
              <a:buFont typeface="+mj-lt"/>
              <a:buAutoNum type="arabicPeriod"/>
            </a:pPr>
            <a:r>
              <a:rPr lang="ja-JP" altLang="en-US" sz="2600" b="0" i="0" dirty="0">
                <a:solidFill>
                  <a:srgbClr val="000000"/>
                </a:solidFill>
                <a:effectLst/>
                <a:latin typeface="Arial" panose="020B0604020202020204" pitchFamily="34" charset="0"/>
              </a:rPr>
              <a:t>  </a:t>
            </a:r>
            <a:r>
              <a:rPr lang="ja-JP" altLang="en-US" sz="2800" b="0" i="0" dirty="0">
                <a:solidFill>
                  <a:srgbClr val="000000"/>
                </a:solidFill>
                <a:effectLst/>
                <a:latin typeface="Arial" panose="020B0604020202020204" pitchFamily="34" charset="0"/>
              </a:rPr>
              <a:t>山口さんは、</a:t>
            </a:r>
            <a:r>
              <a:rPr lang="ja-JP" altLang="en-US" sz="2800" dirty="0">
                <a:solidFill>
                  <a:srgbClr val="000000"/>
                </a:solidFill>
                <a:latin typeface="Arial" panose="020B0604020202020204" pitchFamily="34" charset="0"/>
              </a:rPr>
              <a:t>はじめ</a:t>
            </a:r>
            <a:r>
              <a:rPr lang="ja-JP" altLang="en-US" sz="2800" b="0" i="0" dirty="0">
                <a:solidFill>
                  <a:srgbClr val="000000"/>
                </a:solidFill>
                <a:effectLst/>
                <a:latin typeface="Arial" panose="020B0604020202020204" pitchFamily="34" charset="0"/>
              </a:rPr>
              <a:t>になんと言っていましたか。</a:t>
            </a:r>
            <a:endParaRPr lang="en-US" altLang="ja-JP" sz="2800" b="0" i="0" dirty="0">
              <a:solidFill>
                <a:srgbClr val="000000"/>
              </a:solidFill>
              <a:effectLst/>
              <a:latin typeface="Arial" panose="020B0604020202020204" pitchFamily="34" charset="0"/>
            </a:endParaRPr>
          </a:p>
          <a:p>
            <a:pPr algn="l">
              <a:buFont typeface="+mj-lt"/>
              <a:buAutoNum type="arabicPeriod"/>
            </a:pPr>
            <a:endParaRPr lang="ja-JP" altLang="en-US" sz="2800" b="0" i="0" dirty="0">
              <a:solidFill>
                <a:srgbClr val="000000"/>
              </a:solidFill>
              <a:effectLst/>
              <a:latin typeface="Arial" panose="020B0604020202020204" pitchFamily="34" charset="0"/>
            </a:endParaRPr>
          </a:p>
          <a:p>
            <a:pPr algn="l">
              <a:buFont typeface="+mj-lt"/>
              <a:buAutoNum type="arabicPeriod"/>
            </a:pPr>
            <a:r>
              <a:rPr lang="ja-JP" altLang="en-US" sz="2800" b="0" i="0" dirty="0">
                <a:solidFill>
                  <a:srgbClr val="000000"/>
                </a:solidFill>
                <a:effectLst/>
                <a:latin typeface="Arial" panose="020B0604020202020204" pitchFamily="34" charset="0"/>
              </a:rPr>
              <a:t>「何かご住所やお名前がわかるものをお持ちですか」の「お持ちですか」はどんな意味だと思いますか。</a:t>
            </a:r>
            <a:endParaRPr lang="en-US" altLang="ja-JP" sz="2800" b="0" i="0" dirty="0">
              <a:solidFill>
                <a:srgbClr val="000000"/>
              </a:solidFill>
              <a:effectLst/>
              <a:latin typeface="Arial" panose="020B0604020202020204" pitchFamily="34" charset="0"/>
            </a:endParaRPr>
          </a:p>
          <a:p>
            <a:pPr algn="l">
              <a:buFont typeface="+mj-lt"/>
              <a:buAutoNum type="arabicPeriod"/>
            </a:pPr>
            <a:endParaRPr lang="ja-JP" altLang="en-US" sz="2800" b="0" i="0" dirty="0">
              <a:solidFill>
                <a:srgbClr val="000000"/>
              </a:solidFill>
              <a:effectLst/>
              <a:latin typeface="Arial" panose="020B0604020202020204" pitchFamily="34" charset="0"/>
            </a:endParaRPr>
          </a:p>
          <a:p>
            <a:pPr algn="l">
              <a:buFont typeface="+mj-lt"/>
              <a:buAutoNum type="arabicPeriod"/>
            </a:pPr>
            <a:r>
              <a:rPr lang="ja-JP" altLang="en-US" sz="2800" b="0" i="0" dirty="0">
                <a:solidFill>
                  <a:srgbClr val="000000"/>
                </a:solidFill>
                <a:effectLst/>
                <a:latin typeface="Arial" panose="020B0604020202020204" pitchFamily="34" charset="0"/>
              </a:rPr>
              <a:t>「何かある？」は誰が誰に話していますか。</a:t>
            </a:r>
            <a:endParaRPr lang="en-US" altLang="ja-JP" sz="2800" b="0" i="0" dirty="0">
              <a:solidFill>
                <a:srgbClr val="000000"/>
              </a:solidFill>
              <a:effectLst/>
              <a:latin typeface="Arial" panose="020B0604020202020204" pitchFamily="34" charset="0"/>
            </a:endParaRPr>
          </a:p>
          <a:p>
            <a:pPr algn="l">
              <a:buFont typeface="+mj-lt"/>
              <a:buAutoNum type="arabicPeriod"/>
            </a:pPr>
            <a:endParaRPr lang="ja-JP" altLang="en-US" sz="2800" b="0" i="0" dirty="0">
              <a:solidFill>
                <a:srgbClr val="000000"/>
              </a:solidFill>
              <a:effectLst/>
              <a:latin typeface="Arial" panose="020B0604020202020204" pitchFamily="34" charset="0"/>
            </a:endParaRPr>
          </a:p>
          <a:p>
            <a:pPr algn="l">
              <a:buFont typeface="+mj-lt"/>
              <a:buAutoNum type="arabicPeriod"/>
            </a:pPr>
            <a:r>
              <a:rPr lang="ja-JP" altLang="en-US" sz="2800" b="0" i="0" dirty="0">
                <a:solidFill>
                  <a:srgbClr val="000000"/>
                </a:solidFill>
                <a:effectLst/>
                <a:latin typeface="Arial" panose="020B0604020202020204" pitchFamily="34" charset="0"/>
              </a:rPr>
              <a:t>「カードがない場合、本人かどうか確認することになっています」の「本人」というのはどんな意味だと 思いますか。</a:t>
            </a:r>
          </a:p>
          <a:p>
            <a:pPr marL="0" indent="0">
              <a:buNone/>
            </a:pPr>
            <a:endParaRPr lang="en-US" altLang="ja-JP" sz="2800" i="0" dirty="0">
              <a:solidFill>
                <a:srgbClr val="002060"/>
              </a:solidFill>
              <a:effectLst/>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5"/>
          <a:stretch>
            <a:fillRect/>
          </a:stretch>
        </p:blipFill>
        <p:spPr>
          <a:xfrm>
            <a:off x="1014607" y="34836"/>
            <a:ext cx="1550255" cy="1363615"/>
          </a:xfrm>
          <a:prstGeom prst="rect">
            <a:avLst/>
          </a:prstGeom>
        </p:spPr>
      </p:pic>
      <p:pic>
        <p:nvPicPr>
          <p:cNvPr id="4" name="12 Track 12">
            <a:hlinkClick r:id="" action="ppaction://media"/>
            <a:extLst>
              <a:ext uri="{FF2B5EF4-FFF2-40B4-BE49-F238E27FC236}">
                <a16:creationId xmlns:a16="http://schemas.microsoft.com/office/drawing/2014/main" id="{FE7E823F-1BB9-46C8-939B-C5C5A145E4E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738199" y="52901"/>
            <a:ext cx="1439194" cy="1439194"/>
          </a:xfrm>
          <a:prstGeom prst="rect">
            <a:avLst/>
          </a:prstGeom>
        </p:spPr>
      </p:pic>
    </p:spTree>
    <p:extLst>
      <p:ext uri="{BB962C8B-B14F-4D97-AF65-F5344CB8AC3E}">
        <p14:creationId xmlns:p14="http://schemas.microsoft.com/office/powerpoint/2010/main" val="383299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93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r>
              <a:rPr lang="vi-VN" altLang="ja-JP" sz="4000" b="1" dirty="0">
                <a:solidFill>
                  <a:srgbClr val="C00000"/>
                </a:solidFill>
              </a:rPr>
              <a:t> </a:t>
            </a:r>
            <a:r>
              <a:rPr lang="ja-JP" altLang="en-US" sz="4000" b="1" dirty="0">
                <a:solidFill>
                  <a:srgbClr val="C00000"/>
                </a:solidFill>
              </a:rPr>
              <a:t>耳でキャッチ　（</a:t>
            </a:r>
            <a:r>
              <a:rPr lang="en-US" altLang="ja-JP" sz="4000" b="1" dirty="0">
                <a:solidFill>
                  <a:srgbClr val="C00000"/>
                </a:solidFill>
              </a:rPr>
              <a:t>52</a:t>
            </a:r>
            <a:r>
              <a:rPr lang="ja-JP" altLang="en-US" sz="4000" b="1" dirty="0">
                <a:solidFill>
                  <a:srgbClr val="C00000"/>
                </a:solidFill>
              </a:rPr>
              <a:t>）</a:t>
            </a:r>
            <a:endParaRPr kumimoji="1" lang="ja-JP" altLang="en-US" sz="8000" b="1" dirty="0">
              <a:solidFill>
                <a:srgbClr val="C00000"/>
              </a:solidFill>
            </a:endParaRPr>
          </a:p>
        </p:txBody>
      </p:sp>
      <p:sp>
        <p:nvSpPr>
          <p:cNvPr id="3" name="Content Placeholder 2"/>
          <p:cNvSpPr>
            <a:spLocks noGrp="1"/>
          </p:cNvSpPr>
          <p:nvPr>
            <p:ph sz="quarter" idx="13"/>
          </p:nvPr>
        </p:nvSpPr>
        <p:spPr>
          <a:xfrm>
            <a:off x="613611" y="1732547"/>
            <a:ext cx="10984831" cy="4415590"/>
          </a:xfrm>
          <a:solidFill>
            <a:srgbClr val="D9910B"/>
          </a:solidFill>
        </p:spPr>
        <p:txBody>
          <a:bodyPr>
            <a:normAutofit fontScale="92500" lnSpcReduction="10000"/>
          </a:bodyPr>
          <a:lstStyle/>
          <a:p>
            <a:pPr marL="0" indent="0">
              <a:buNone/>
            </a:pPr>
            <a:endParaRPr kumimoji="1" lang="en-US" altLang="ja-JP" sz="2800" i="0" dirty="0">
              <a:solidFill>
                <a:srgbClr val="FFFF00"/>
              </a:solidFill>
              <a:effectLst/>
              <a:latin typeface="Arial" panose="020B0604020202020204" pitchFamily="34" charset="0"/>
            </a:endParaRPr>
          </a:p>
          <a:p>
            <a:pPr algn="l">
              <a:buFont typeface="+mj-lt"/>
              <a:buAutoNum type="arabicPeriod"/>
            </a:pPr>
            <a:r>
              <a:rPr lang="ja-JP" altLang="en-US" sz="3000" b="0" i="0" dirty="0">
                <a:solidFill>
                  <a:srgbClr val="000000"/>
                </a:solidFill>
                <a:effectLst/>
                <a:latin typeface="Arial" panose="020B0604020202020204" pitchFamily="34" charset="0"/>
              </a:rPr>
              <a:t>「～ことになっています」はどういう意味ですか。</a:t>
            </a:r>
            <a:endParaRPr lang="en-US" altLang="ja-JP" sz="3000" b="0" i="0" dirty="0">
              <a:solidFill>
                <a:srgbClr val="000000"/>
              </a:solidFill>
              <a:effectLst/>
              <a:latin typeface="Arial" panose="020B0604020202020204" pitchFamily="34" charset="0"/>
            </a:endParaRPr>
          </a:p>
          <a:p>
            <a:pPr marL="0" indent="0" algn="l">
              <a:buNone/>
            </a:pPr>
            <a:endParaRPr lang="ja-JP" altLang="en-US" sz="3000" b="0" i="0" dirty="0">
              <a:solidFill>
                <a:srgbClr val="000000"/>
              </a:solidFill>
              <a:effectLst/>
              <a:latin typeface="Arial" panose="020B0604020202020204" pitchFamily="34" charset="0"/>
            </a:endParaRPr>
          </a:p>
          <a:p>
            <a:pPr marL="0" indent="0" algn="l">
              <a:buNone/>
            </a:pPr>
            <a:r>
              <a:rPr lang="en-US" altLang="ja-JP" sz="3000" dirty="0">
                <a:solidFill>
                  <a:srgbClr val="000000"/>
                </a:solidFill>
                <a:latin typeface="Arial" panose="020B0604020202020204" pitchFamily="34" charset="0"/>
              </a:rPr>
              <a:t>2.</a:t>
            </a:r>
            <a:r>
              <a:rPr lang="ja-JP" altLang="en-US" sz="3000" b="0" i="0" dirty="0">
                <a:solidFill>
                  <a:srgbClr val="000000"/>
                </a:solidFill>
                <a:effectLst/>
                <a:latin typeface="Arial" panose="020B0604020202020204" pitchFamily="34" charset="0"/>
              </a:rPr>
              <a:t>本人かどうか確認するために、何があればいいですか。</a:t>
            </a:r>
            <a:endParaRPr lang="en-US" altLang="ja-JP" sz="3000" b="0" i="0" dirty="0">
              <a:solidFill>
                <a:srgbClr val="000000"/>
              </a:solidFill>
              <a:effectLst/>
              <a:latin typeface="Arial" panose="020B0604020202020204" pitchFamily="34" charset="0"/>
            </a:endParaRPr>
          </a:p>
          <a:p>
            <a:pPr algn="l">
              <a:buFont typeface="+mj-lt"/>
              <a:buAutoNum type="arabicPeriod"/>
            </a:pPr>
            <a:endParaRPr lang="ja-JP" altLang="en-US" sz="3000" b="0" i="0" dirty="0">
              <a:solidFill>
                <a:srgbClr val="000000"/>
              </a:solidFill>
              <a:effectLst/>
              <a:latin typeface="Arial" panose="020B0604020202020204" pitchFamily="34" charset="0"/>
            </a:endParaRPr>
          </a:p>
          <a:p>
            <a:pPr marL="0" indent="0" algn="l">
              <a:buNone/>
            </a:pPr>
            <a:r>
              <a:rPr lang="en-US" altLang="ja-JP" sz="3000" b="0" i="0" dirty="0">
                <a:solidFill>
                  <a:srgbClr val="000000"/>
                </a:solidFill>
                <a:effectLst/>
                <a:latin typeface="Arial" panose="020B0604020202020204" pitchFamily="34" charset="0"/>
              </a:rPr>
              <a:t>3.</a:t>
            </a:r>
            <a:r>
              <a:rPr lang="ja-JP" altLang="en-US" sz="3000" b="0" i="0" dirty="0">
                <a:solidFill>
                  <a:srgbClr val="000000"/>
                </a:solidFill>
                <a:effectLst/>
                <a:latin typeface="Arial" panose="020B0604020202020204" pitchFamily="34" charset="0"/>
              </a:rPr>
              <a:t>「家に届いた郵便物でもかまわない」と言っていますが、「かまわない」はどういう意味だと思いますか。</a:t>
            </a:r>
            <a:endParaRPr lang="en-US" altLang="ja-JP" sz="3000" b="0" i="0" dirty="0">
              <a:solidFill>
                <a:srgbClr val="000000"/>
              </a:solidFill>
              <a:effectLst/>
              <a:latin typeface="Arial" panose="020B0604020202020204" pitchFamily="34" charset="0"/>
            </a:endParaRPr>
          </a:p>
          <a:p>
            <a:pPr marL="0" indent="0" algn="l">
              <a:buNone/>
            </a:pPr>
            <a:endParaRPr lang="ja-JP" altLang="en-US" sz="3000" b="0" i="0" dirty="0">
              <a:solidFill>
                <a:srgbClr val="000000"/>
              </a:solidFill>
              <a:effectLst/>
              <a:latin typeface="Arial" panose="020B0604020202020204" pitchFamily="34" charset="0"/>
            </a:endParaRPr>
          </a:p>
          <a:p>
            <a:pPr marL="0" indent="0" algn="l">
              <a:buNone/>
            </a:pPr>
            <a:r>
              <a:rPr lang="en-US" altLang="ja-JP" sz="3000" b="0" i="0" dirty="0">
                <a:solidFill>
                  <a:srgbClr val="000000"/>
                </a:solidFill>
                <a:effectLst/>
                <a:latin typeface="Arial" panose="020B0604020202020204" pitchFamily="34" charset="0"/>
              </a:rPr>
              <a:t>4. </a:t>
            </a:r>
            <a:r>
              <a:rPr lang="ja-JP" altLang="en-US" sz="3000" b="0" i="0" dirty="0">
                <a:solidFill>
                  <a:srgbClr val="000000"/>
                </a:solidFill>
                <a:effectLst/>
                <a:latin typeface="Arial" panose="020B0604020202020204" pitchFamily="34" charset="0"/>
              </a:rPr>
              <a:t>図書館の人は、どうして女の人に本を貸し出すことができないと言っていますか。</a:t>
            </a:r>
          </a:p>
          <a:p>
            <a:pPr marL="0" indent="0">
              <a:buNone/>
            </a:pPr>
            <a:endParaRPr lang="en-US" altLang="ja-JP" sz="2800" i="0" dirty="0">
              <a:solidFill>
                <a:srgbClr val="002060"/>
              </a:solidFill>
              <a:effectLst/>
              <a:latin typeface="Arial" panose="020B0604020202020204" pitchFamily="34" charset="0"/>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5"/>
          <a:stretch>
            <a:fillRect/>
          </a:stretch>
        </p:blipFill>
        <p:spPr>
          <a:xfrm>
            <a:off x="1014607" y="34836"/>
            <a:ext cx="1550255" cy="1363615"/>
          </a:xfrm>
          <a:prstGeom prst="rect">
            <a:avLst/>
          </a:prstGeom>
        </p:spPr>
      </p:pic>
      <p:pic>
        <p:nvPicPr>
          <p:cNvPr id="4" name="12 Track 12">
            <a:hlinkClick r:id="" action="ppaction://media"/>
            <a:extLst>
              <a:ext uri="{FF2B5EF4-FFF2-40B4-BE49-F238E27FC236}">
                <a16:creationId xmlns:a16="http://schemas.microsoft.com/office/drawing/2014/main" id="{FE7E823F-1BB9-46C8-939B-C5C5A145E4E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964924" y="178429"/>
            <a:ext cx="1439194" cy="1439194"/>
          </a:xfrm>
          <a:prstGeom prst="rect">
            <a:avLst/>
          </a:prstGeom>
        </p:spPr>
      </p:pic>
    </p:spTree>
    <p:extLst>
      <p:ext uri="{BB962C8B-B14F-4D97-AF65-F5344CB8AC3E}">
        <p14:creationId xmlns:p14="http://schemas.microsoft.com/office/powerpoint/2010/main" val="379337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93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400" b="1" dirty="0">
                <a:solidFill>
                  <a:srgbClr val="A11D2B"/>
                </a:solidFill>
              </a:rPr>
              <a:t>使ってみよう</a:t>
            </a:r>
            <a:r>
              <a:rPr lang="en-US" altLang="ja-JP" sz="4400" b="1" dirty="0">
                <a:solidFill>
                  <a:srgbClr val="A11D2B"/>
                </a:solidFill>
              </a:rPr>
              <a:t>1</a:t>
            </a:r>
            <a:r>
              <a:rPr lang="ja-JP" altLang="en-US" sz="4400" b="1" dirty="0">
                <a:solidFill>
                  <a:srgbClr val="A11D2B"/>
                </a:solidFill>
              </a:rPr>
              <a:t>（</a:t>
            </a:r>
            <a:r>
              <a:rPr lang="en-US" altLang="ja-JP" sz="4400" b="1" dirty="0">
                <a:solidFill>
                  <a:srgbClr val="A11D2B"/>
                </a:solidFill>
              </a:rPr>
              <a:t>54</a:t>
            </a:r>
            <a:r>
              <a:rPr lang="ja-JP" altLang="en-US" sz="4400" b="1" dirty="0">
                <a:solidFill>
                  <a:srgbClr val="A11D2B"/>
                </a:solidFill>
              </a:rPr>
              <a:t>ページ）</a:t>
            </a:r>
            <a:endParaRPr lang="en-US" sz="4400" b="1" dirty="0">
              <a:solidFill>
                <a:srgbClr val="A11D2B"/>
              </a:solidFill>
            </a:endParaRPr>
          </a:p>
        </p:txBody>
      </p:sp>
    </p:spTree>
    <p:extLst>
      <p:ext uri="{BB962C8B-B14F-4D97-AF65-F5344CB8AC3E}">
        <p14:creationId xmlns:p14="http://schemas.microsoft.com/office/powerpoint/2010/main" val="2396949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216568"/>
            <a:ext cx="10943610" cy="963303"/>
          </a:xfrm>
          <a:solidFill>
            <a:srgbClr val="D9910B"/>
          </a:solidFill>
        </p:spPr>
        <p:txBody>
          <a:bodyPr>
            <a:normAutofit fontScale="90000"/>
          </a:bodyPr>
          <a:lstStyle/>
          <a:p>
            <a:pPr algn="ctr"/>
            <a:r>
              <a:rPr lang="ja-JP" altLang="en-US" sz="4000" b="1" dirty="0">
                <a:solidFill>
                  <a:srgbClr val="A11D2B"/>
                </a:solidFill>
              </a:rPr>
              <a:t>～お・ご～です</a:t>
            </a:r>
            <a:br>
              <a:rPr lang="en-US" altLang="ja-JP" sz="4000" b="1" dirty="0">
                <a:solidFill>
                  <a:srgbClr val="A11D2B"/>
                </a:solidFill>
              </a:rPr>
            </a:br>
            <a:r>
              <a:rPr lang="ja-JP" altLang="en-US" sz="4000" b="1" dirty="0">
                <a:solidFill>
                  <a:srgbClr val="A11D2B"/>
                </a:solidFill>
              </a:rPr>
              <a:t>お・ごでしょう</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366421"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l">
              <a:buNone/>
            </a:pPr>
            <a:r>
              <a:rPr lang="ja-JP" altLang="en-US" sz="2800" dirty="0"/>
              <a:t>「～ています（か）」</a:t>
            </a:r>
            <a:endParaRPr lang="en-US" altLang="ja-JP" sz="2800" dirty="0"/>
          </a:p>
          <a:p>
            <a:pPr marL="0" indent="0" algn="l">
              <a:buNone/>
            </a:pPr>
            <a:r>
              <a:rPr lang="ja-JP" altLang="en-US" sz="2800" dirty="0"/>
              <a:t>「（これから）～ます（か）」の尊 敬 語</a:t>
            </a:r>
            <a:endParaRPr lang="en-US" altLang="ja-JP" sz="2800" dirty="0"/>
          </a:p>
          <a:p>
            <a:pPr marL="0" indent="0" algn="l">
              <a:buNone/>
            </a:pPr>
            <a:r>
              <a:rPr lang="vi-VN" altLang="ja-JP" sz="2800" dirty="0"/>
              <a:t>(</a:t>
            </a:r>
            <a:r>
              <a:rPr lang="vi-VN" altLang="ja-JP" sz="2800"/>
              <a:t>Kính ngữ) </a:t>
            </a:r>
            <a:endParaRPr lang="en-US" sz="32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206454" y="1828800"/>
            <a:ext cx="5366421"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3200" b="1" dirty="0">
                <a:solidFill>
                  <a:srgbClr val="A11D2B"/>
                </a:solidFill>
              </a:rPr>
              <a:t>接続</a:t>
            </a:r>
            <a:endParaRPr lang="en-US" altLang="ja-JP" sz="3200" b="1" dirty="0">
              <a:solidFill>
                <a:srgbClr val="A11D2B"/>
              </a:solidFill>
            </a:endParaRPr>
          </a:p>
          <a:p>
            <a:pPr marL="0" indent="0">
              <a:buNone/>
            </a:pPr>
            <a:r>
              <a:rPr lang="ja-JP" altLang="en-US" sz="2800" dirty="0"/>
              <a:t>お ＋ </a:t>
            </a:r>
            <a:r>
              <a:rPr lang="en-US" altLang="ja-JP" sz="2800" dirty="0"/>
              <a:t>V-</a:t>
            </a:r>
            <a:r>
              <a:rPr lang="ja-JP" altLang="en-US" sz="2800" dirty="0"/>
              <a:t>マス形 ＋ です</a:t>
            </a:r>
            <a:endParaRPr lang="en-US" altLang="ja-JP" sz="2800" dirty="0"/>
          </a:p>
          <a:p>
            <a:pPr marL="0" indent="0">
              <a:buNone/>
            </a:pPr>
            <a:endParaRPr lang="vi-VN" altLang="ja-JP" sz="2400" dirty="0"/>
          </a:p>
          <a:p>
            <a:pPr marL="0" indent="0">
              <a:buNone/>
            </a:pPr>
            <a:r>
              <a:rPr lang="ja-JP" altLang="en-US" sz="2400" dirty="0"/>
              <a:t>ご ＋ Ｎする ＋です</a:t>
            </a:r>
            <a:endParaRPr lang="en-US" altLang="ja-JP" sz="2800" dirty="0"/>
          </a:p>
          <a:p>
            <a:pPr marL="0" indent="0">
              <a:buNone/>
            </a:pPr>
            <a:r>
              <a:rPr lang="ja-JP" altLang="en-US" sz="2800" dirty="0"/>
              <a:t> </a:t>
            </a:r>
            <a:endParaRPr lang="en-US" sz="2800" dirty="0">
              <a:solidFill>
                <a:srgbClr val="A11D2B"/>
              </a:solidFill>
            </a:endParaRPr>
          </a:p>
          <a:p>
            <a:pPr marL="0" indent="0">
              <a:buNone/>
            </a:pPr>
            <a:endParaRPr lang="en-US" altLang="ja-JP" sz="2800" dirty="0"/>
          </a:p>
        </p:txBody>
      </p:sp>
      <p:sp>
        <p:nvSpPr>
          <p:cNvPr id="2" name="TextBox 1">
            <a:extLst>
              <a:ext uri="{FF2B5EF4-FFF2-40B4-BE49-F238E27FC236}">
                <a16:creationId xmlns:a16="http://schemas.microsoft.com/office/drawing/2014/main" id="{EAB99A0E-9BB5-4012-A878-EB838124A192}"/>
              </a:ext>
            </a:extLst>
          </p:cNvPr>
          <p:cNvSpPr txBox="1"/>
          <p:nvPr/>
        </p:nvSpPr>
        <p:spPr>
          <a:xfrm>
            <a:off x="7459578" y="3272589"/>
            <a:ext cx="541421" cy="584775"/>
          </a:xfrm>
          <a:prstGeom prst="rect">
            <a:avLst/>
          </a:prstGeom>
          <a:noFill/>
        </p:spPr>
        <p:txBody>
          <a:bodyPr wrap="square" rtlCol="0">
            <a:spAutoFit/>
          </a:bodyPr>
          <a:lstStyle/>
          <a:p>
            <a:r>
              <a:rPr lang="vi-VN" sz="3200" dirty="0">
                <a:solidFill>
                  <a:srgbClr val="A11D2B"/>
                </a:solidFill>
              </a:rPr>
              <a:t>x</a:t>
            </a:r>
            <a:endParaRPr lang="en-US" sz="3200" dirty="0">
              <a:solidFill>
                <a:srgbClr val="A11D2B"/>
              </a:solidFill>
            </a:endParaRPr>
          </a:p>
        </p:txBody>
      </p:sp>
    </p:spTree>
    <p:extLst>
      <p:ext uri="{BB962C8B-B14F-4D97-AF65-F5344CB8AC3E}">
        <p14:creationId xmlns:p14="http://schemas.microsoft.com/office/powerpoint/2010/main" val="2373456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3" y="288759"/>
            <a:ext cx="10943611" cy="782053"/>
          </a:xfrm>
          <a:solidFill>
            <a:srgbClr val="D9910B"/>
          </a:solidFill>
        </p:spPr>
        <p:txBody>
          <a:bodyPr>
            <a:normAutofit/>
          </a:bodyPr>
          <a:lstStyle/>
          <a:p>
            <a:pPr marL="0" indent="0" algn="ctr">
              <a:buNone/>
            </a:pPr>
            <a:r>
              <a:rPr lang="ja-JP" altLang="en-US" b="1" dirty="0">
                <a:solidFill>
                  <a:srgbClr val="A11D2B"/>
                </a:solidFill>
              </a:rPr>
              <a:t>こんなとき、どう言えばいい？ </a:t>
            </a:r>
            <a:endParaRPr lang="en-US" altLang="ja-JP" sz="6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541422" y="1383632"/>
            <a:ext cx="11031454" cy="5185609"/>
          </a:xfrm>
          <a:solidFill>
            <a:schemeClr val="bg2">
              <a:lumMod val="75000"/>
            </a:schemeClr>
          </a:solidFill>
        </p:spPr>
        <p:txBody>
          <a:bodyPr>
            <a:normAutofit/>
          </a:bodyPr>
          <a:lstStyle/>
          <a:p>
            <a:pPr marL="0" indent="0">
              <a:buNone/>
            </a:pPr>
            <a:r>
              <a:rPr lang="ja-JP" altLang="en-US" sz="2400" dirty="0"/>
              <a:t>①</a:t>
            </a:r>
            <a:r>
              <a:rPr lang="en-US" altLang="ja-JP" sz="2400" dirty="0"/>
              <a:t>〈</a:t>
            </a:r>
            <a:r>
              <a:rPr lang="ja-JP" altLang="en-US" sz="2400" dirty="0"/>
              <a:t>レストランでアルバイトをしています。お 客さんに注文が決まっているかどうか聞いてください</a:t>
            </a:r>
            <a:r>
              <a:rPr lang="en-US" altLang="ja-JP" sz="2400" dirty="0"/>
              <a:t>〉</a:t>
            </a:r>
            <a:endParaRPr lang="vi-VN" altLang="ja-JP" sz="2400" dirty="0"/>
          </a:p>
          <a:p>
            <a:pPr marL="0" indent="0">
              <a:buNone/>
            </a:pPr>
            <a:endParaRPr lang="vi-VN" sz="2400" dirty="0"/>
          </a:p>
          <a:p>
            <a:pPr marL="0" indent="0">
              <a:buNone/>
            </a:pPr>
            <a:r>
              <a:rPr lang="ja-JP" altLang="en-US" sz="2400" dirty="0"/>
              <a:t>お 客 様 、ご注文は </a:t>
            </a:r>
            <a:r>
              <a:rPr lang="vi-VN" altLang="ja-JP" sz="2400" dirty="0"/>
              <a:t>_________________________</a:t>
            </a:r>
          </a:p>
          <a:p>
            <a:pPr marL="0" indent="0">
              <a:buNone/>
            </a:pPr>
            <a:r>
              <a:rPr lang="ja-JP" altLang="en-US" sz="2400" dirty="0"/>
              <a:t>②</a:t>
            </a:r>
            <a:r>
              <a:rPr lang="en-US" altLang="ja-JP" sz="2400" dirty="0"/>
              <a:t>〈</a:t>
            </a:r>
            <a:r>
              <a:rPr lang="ja-JP" altLang="en-US" sz="2400" dirty="0"/>
              <a:t>コンビニでアルバイトをしています。レジでお弁当を買ったお客さんにお箸を使うかどうか聞いてください</a:t>
            </a:r>
            <a:r>
              <a:rPr lang="en-US" altLang="ja-JP" sz="2400" dirty="0"/>
              <a:t>〉</a:t>
            </a:r>
            <a:endParaRPr lang="vi-VN" altLang="ja-JP" sz="2400" dirty="0"/>
          </a:p>
          <a:p>
            <a:pPr marL="0" indent="0">
              <a:buNone/>
            </a:pPr>
            <a:endParaRPr lang="en-US" altLang="ja-JP" sz="2400" dirty="0"/>
          </a:p>
          <a:p>
            <a:pPr marL="0" indent="0">
              <a:buNone/>
            </a:pPr>
            <a:r>
              <a:rPr lang="ja-JP" altLang="en-US" sz="2400" dirty="0"/>
              <a:t>おはし を </a:t>
            </a:r>
            <a:r>
              <a:rPr lang="vi-VN" altLang="ja-JP" sz="2400" dirty="0"/>
              <a:t>_____________________________</a:t>
            </a:r>
          </a:p>
          <a:p>
            <a:pPr marL="0" indent="0">
              <a:buNone/>
            </a:pPr>
            <a:r>
              <a:rPr lang="ja-JP" altLang="en-US" sz="2400" dirty="0"/>
              <a:t>③</a:t>
            </a:r>
            <a:r>
              <a:rPr lang="en-US" altLang="ja-JP" sz="2400" dirty="0"/>
              <a:t>〈</a:t>
            </a:r>
            <a:r>
              <a:rPr lang="ja-JP" altLang="en-US" sz="2400" dirty="0"/>
              <a:t>コンビニでアルバイトをしています。お 客さんが何か探 が しているようで、こま っています。声をかけてください</a:t>
            </a:r>
            <a:r>
              <a:rPr lang="en-US" altLang="ja-JP" sz="2400" dirty="0"/>
              <a:t>〉</a:t>
            </a:r>
          </a:p>
          <a:p>
            <a:pPr marL="0" indent="0">
              <a:buNone/>
            </a:pPr>
            <a:endParaRPr lang="vi-VN" altLang="ja-JP" sz="2400" dirty="0"/>
          </a:p>
          <a:p>
            <a:pPr marL="0" indent="0">
              <a:buNone/>
            </a:pPr>
            <a:r>
              <a:rPr lang="ja-JP" altLang="en-US" sz="2400" dirty="0"/>
              <a:t>何か</a:t>
            </a:r>
            <a:r>
              <a:rPr lang="vi-VN" altLang="ja-JP" sz="2400" dirty="0"/>
              <a:t>____________________________</a:t>
            </a:r>
            <a:endParaRPr lang="en-US" sz="2400" dirty="0"/>
          </a:p>
        </p:txBody>
      </p:sp>
      <p:sp>
        <p:nvSpPr>
          <p:cNvPr id="3" name="TextBox 2">
            <a:extLst>
              <a:ext uri="{FF2B5EF4-FFF2-40B4-BE49-F238E27FC236}">
                <a16:creationId xmlns:a16="http://schemas.microsoft.com/office/drawing/2014/main" id="{7ADC091E-646D-4E27-B51D-6A46A2A77650}"/>
              </a:ext>
            </a:extLst>
          </p:cNvPr>
          <p:cNvSpPr txBox="1"/>
          <p:nvPr/>
        </p:nvSpPr>
        <p:spPr>
          <a:xfrm>
            <a:off x="3868150" y="2442410"/>
            <a:ext cx="2616869" cy="461665"/>
          </a:xfrm>
          <a:prstGeom prst="rect">
            <a:avLst/>
          </a:prstGeom>
          <a:noFill/>
        </p:spPr>
        <p:txBody>
          <a:bodyPr wrap="square" rtlCol="0">
            <a:spAutoFit/>
          </a:bodyPr>
          <a:lstStyle/>
          <a:p>
            <a:r>
              <a:rPr lang="ja-JP" altLang="en-US" sz="2400" dirty="0">
                <a:highlight>
                  <a:srgbClr val="FFFF00"/>
                </a:highlight>
              </a:rPr>
              <a:t>おきまりですか。</a:t>
            </a:r>
            <a:endParaRPr lang="en-US" sz="2400" dirty="0">
              <a:highlight>
                <a:srgbClr val="FFFF00"/>
              </a:highlight>
            </a:endParaRPr>
          </a:p>
        </p:txBody>
      </p:sp>
      <p:sp>
        <p:nvSpPr>
          <p:cNvPr id="10" name="TextBox 9">
            <a:extLst>
              <a:ext uri="{FF2B5EF4-FFF2-40B4-BE49-F238E27FC236}">
                <a16:creationId xmlns:a16="http://schemas.microsoft.com/office/drawing/2014/main" id="{548D49E3-E7D0-4A51-9C2C-419F3ED5BC01}"/>
              </a:ext>
            </a:extLst>
          </p:cNvPr>
          <p:cNvSpPr txBox="1"/>
          <p:nvPr/>
        </p:nvSpPr>
        <p:spPr>
          <a:xfrm>
            <a:off x="2063414" y="4099853"/>
            <a:ext cx="2713123" cy="461665"/>
          </a:xfrm>
          <a:prstGeom prst="rect">
            <a:avLst/>
          </a:prstGeom>
          <a:noFill/>
        </p:spPr>
        <p:txBody>
          <a:bodyPr wrap="square" rtlCol="0">
            <a:spAutoFit/>
          </a:bodyPr>
          <a:lstStyle/>
          <a:p>
            <a:r>
              <a:rPr lang="ja-JP" altLang="en-US" sz="2400" dirty="0">
                <a:highlight>
                  <a:srgbClr val="FFFF00"/>
                </a:highlight>
              </a:rPr>
              <a:t>お使いですか。</a:t>
            </a:r>
            <a:endParaRPr lang="en-US" sz="2400" dirty="0">
              <a:highlight>
                <a:srgbClr val="FFFF00"/>
              </a:highlight>
            </a:endParaRPr>
          </a:p>
        </p:txBody>
      </p:sp>
      <p:sp>
        <p:nvSpPr>
          <p:cNvPr id="11" name="TextBox 10">
            <a:extLst>
              <a:ext uri="{FF2B5EF4-FFF2-40B4-BE49-F238E27FC236}">
                <a16:creationId xmlns:a16="http://schemas.microsoft.com/office/drawing/2014/main" id="{704C8077-8788-4A91-A2A8-F6817D89F212}"/>
              </a:ext>
            </a:extLst>
          </p:cNvPr>
          <p:cNvSpPr txBox="1"/>
          <p:nvPr/>
        </p:nvSpPr>
        <p:spPr>
          <a:xfrm>
            <a:off x="1858877" y="5880527"/>
            <a:ext cx="2713123" cy="461665"/>
          </a:xfrm>
          <a:prstGeom prst="rect">
            <a:avLst/>
          </a:prstGeom>
          <a:noFill/>
        </p:spPr>
        <p:txBody>
          <a:bodyPr wrap="square" rtlCol="0">
            <a:spAutoFit/>
          </a:bodyPr>
          <a:lstStyle/>
          <a:p>
            <a:r>
              <a:rPr lang="ja-JP" altLang="en-US" sz="2400" dirty="0">
                <a:highlight>
                  <a:srgbClr val="FFFF00"/>
                </a:highlight>
              </a:rPr>
              <a:t>お探しですか。</a:t>
            </a:r>
            <a:endParaRPr lang="en-US" sz="2400" dirty="0">
              <a:highlight>
                <a:srgbClr val="FFFF00"/>
              </a:highlight>
            </a:endParaRPr>
          </a:p>
        </p:txBody>
      </p:sp>
    </p:spTree>
    <p:extLst>
      <p:ext uri="{BB962C8B-B14F-4D97-AF65-F5344CB8AC3E}">
        <p14:creationId xmlns:p14="http://schemas.microsoft.com/office/powerpoint/2010/main" val="379519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1000"/>
                                        <p:tgtEl>
                                          <p:spTgt spid="5">
                                            <p:txEl>
                                              <p:pRg st="3" end="3"/>
                                            </p:txEl>
                                          </p:spTgt>
                                        </p:tgtEl>
                                      </p:cBhvr>
                                    </p:animEffect>
                                    <p:anim calcmode="lin" valueType="num">
                                      <p:cBhvr>
                                        <p:cTn id="2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1000"/>
                                        <p:tgtEl>
                                          <p:spTgt spid="5">
                                            <p:txEl>
                                              <p:pRg st="5" end="5"/>
                                            </p:txEl>
                                          </p:spTgt>
                                        </p:tgtEl>
                                      </p:cBhvr>
                                    </p:animEffect>
                                    <p:anim calcmode="lin" valueType="num">
                                      <p:cBhvr>
                                        <p:cTn id="30"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Effect transition="in" filter="fade">
                                      <p:cBhvr>
                                        <p:cTn id="41" dur="1000"/>
                                        <p:tgtEl>
                                          <p:spTgt spid="5">
                                            <p:txEl>
                                              <p:pRg st="6" end="6"/>
                                            </p:txEl>
                                          </p:spTgt>
                                        </p:tgtEl>
                                      </p:cBhvr>
                                    </p:animEffect>
                                    <p:anim calcmode="lin" valueType="num">
                                      <p:cBhvr>
                                        <p:cTn id="4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Effect transition="in" filter="fade">
                                      <p:cBhvr>
                                        <p:cTn id="46" dur="1000"/>
                                        <p:tgtEl>
                                          <p:spTgt spid="5">
                                            <p:txEl>
                                              <p:pRg st="8" end="8"/>
                                            </p:txEl>
                                          </p:spTgt>
                                        </p:tgtEl>
                                      </p:cBhvr>
                                    </p:animEffect>
                                    <p:anim calcmode="lin" valueType="num">
                                      <p:cBhvr>
                                        <p:cTn id="47"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down)">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P54</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710A5EF3-7AAD-41E4-8A9B-BAABED4C370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29265" y="1820235"/>
            <a:ext cx="11366252" cy="2944270"/>
          </a:xfrm>
        </p:spPr>
      </p:pic>
    </p:spTree>
    <p:extLst>
      <p:ext uri="{BB962C8B-B14F-4D97-AF65-F5344CB8AC3E}">
        <p14:creationId xmlns:p14="http://schemas.microsoft.com/office/powerpoint/2010/main" val="3766553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000" b="1" dirty="0">
                <a:solidFill>
                  <a:srgbClr val="A11D2B"/>
                </a:solidFill>
              </a:rPr>
              <a:t>～場合</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366421"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buNone/>
            </a:pPr>
            <a:r>
              <a:rPr lang="ja-JP" altLang="en-US" sz="2400" dirty="0"/>
              <a:t>＊（いろいろなことがあるが、）～のときは</a:t>
            </a:r>
            <a:endParaRPr lang="en-US" altLang="ja-JP" sz="2400" dirty="0"/>
          </a:p>
          <a:p>
            <a:pPr marL="0" indent="0">
              <a:buNone/>
            </a:pPr>
            <a:r>
              <a:rPr lang="vi-VN" sz="2400" dirty="0"/>
              <a:t> Trong trường hợp~</a:t>
            </a:r>
            <a:endParaRPr lang="en-US" sz="28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416608" y="1828800"/>
            <a:ext cx="5366421"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r>
              <a:rPr lang="ja-JP" altLang="en-US" sz="2800" dirty="0"/>
              <a:t>普 通形  ＋場 合</a:t>
            </a:r>
            <a:endParaRPr lang="en-US" altLang="ja-JP" sz="2800" dirty="0"/>
          </a:p>
          <a:p>
            <a:pPr marL="0" indent="0" algn="ctr">
              <a:buNone/>
            </a:pPr>
            <a:r>
              <a:rPr lang="ja-JP" altLang="en-US" sz="2800" dirty="0"/>
              <a:t>＊ナＡな／Ｎの＋場 合</a:t>
            </a:r>
            <a:endParaRPr lang="en-US" altLang="ja-JP" sz="3200" b="1" dirty="0">
              <a:solidFill>
                <a:srgbClr val="A11D2B"/>
              </a:solidFill>
            </a:endParaRPr>
          </a:p>
        </p:txBody>
      </p:sp>
    </p:spTree>
    <p:extLst>
      <p:ext uri="{BB962C8B-B14F-4D97-AF65-F5344CB8AC3E}">
        <p14:creationId xmlns:p14="http://schemas.microsoft.com/office/powerpoint/2010/main" val="2507326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A11D2B"/>
                </a:solidFill>
              </a:rPr>
              <a:t>～場合</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179095"/>
            <a:ext cx="10943610" cy="5378115"/>
          </a:xfrm>
          <a:solidFill>
            <a:schemeClr val="bg2">
              <a:lumMod val="75000"/>
            </a:schemeClr>
          </a:solidFill>
        </p:spPr>
        <p:txBody>
          <a:bodyPr>
            <a:normAutofit/>
          </a:bodyPr>
          <a:lstStyle/>
          <a:p>
            <a:pPr marL="0" indent="0">
              <a:buNone/>
            </a:pPr>
            <a:endParaRPr lang="en-US" altLang="ja-JP" sz="2800" dirty="0"/>
          </a:p>
          <a:p>
            <a:pPr marL="0" indent="0">
              <a:buNone/>
            </a:pPr>
            <a:r>
              <a:rPr lang="ja-JP" altLang="en-US" sz="2800" dirty="0"/>
              <a:t>①（火事です→）＿＿＿＿＿＿＿＿＿ 場 合 は、</a:t>
            </a:r>
            <a:r>
              <a:rPr lang="en-US" altLang="ja-JP" sz="2800" dirty="0"/>
              <a:t>119 </a:t>
            </a:r>
            <a:r>
              <a:rPr lang="ja-JP" altLang="en-US" sz="2800" dirty="0"/>
              <a:t>番に電話してください。 </a:t>
            </a:r>
            <a:endParaRPr lang="en-US" altLang="ja-JP" sz="2800" dirty="0"/>
          </a:p>
          <a:p>
            <a:pPr marL="0" indent="0">
              <a:buNone/>
            </a:pPr>
            <a:endParaRPr lang="en-US" altLang="ja-JP" sz="2800" dirty="0"/>
          </a:p>
          <a:p>
            <a:pPr marL="0" indent="0">
              <a:buNone/>
            </a:pPr>
            <a:r>
              <a:rPr lang="ja-JP" altLang="en-US" sz="2800" dirty="0"/>
              <a:t>② 雨の場合、＿＿＿＿＿＿＿＿＿＿＿＿＿＿＿＿＿＿＿＿＿＿。</a:t>
            </a:r>
            <a:endParaRPr lang="en-US" altLang="ja-JP" sz="2800" dirty="0"/>
          </a:p>
          <a:p>
            <a:pPr marL="0" indent="0">
              <a:buNone/>
            </a:pPr>
            <a:endParaRPr lang="en-US" altLang="ja-JP" sz="2800" dirty="0"/>
          </a:p>
          <a:p>
            <a:pPr marL="0" indent="0">
              <a:buNone/>
            </a:pPr>
            <a:r>
              <a:rPr lang="ja-JP" altLang="en-US" sz="2800" dirty="0"/>
              <a:t> ③ 先生：来週のイベントの定員は </a:t>
            </a:r>
            <a:r>
              <a:rPr lang="en-US" altLang="ja-JP" sz="2800" dirty="0"/>
              <a:t>20 </a:t>
            </a:r>
            <a:r>
              <a:rPr lang="ja-JP" altLang="en-US" sz="2800" dirty="0"/>
              <a:t>名です。申し込み者が ＿＿＿＿＿＿＿場合、抽 選 になります。</a:t>
            </a:r>
            <a:endParaRPr lang="en-US" altLang="ja-JP" sz="2800" dirty="0"/>
          </a:p>
        </p:txBody>
      </p:sp>
    </p:spTree>
    <p:extLst>
      <p:ext uri="{BB962C8B-B14F-4D97-AF65-F5344CB8AC3E}">
        <p14:creationId xmlns:p14="http://schemas.microsoft.com/office/powerpoint/2010/main" val="406647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A11D2B"/>
                </a:solidFill>
              </a:rPr>
              <a:t>～場合</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890337" y="1179096"/>
            <a:ext cx="5931567" cy="5005136"/>
          </a:xfrm>
          <a:solidFill>
            <a:schemeClr val="bg2">
              <a:lumMod val="75000"/>
            </a:schemeClr>
          </a:solidFill>
        </p:spPr>
        <p:txBody>
          <a:bodyPr>
            <a:normAutofit/>
          </a:bodyPr>
          <a:lstStyle/>
          <a:p>
            <a:pPr marL="0" indent="0">
              <a:buNone/>
            </a:pPr>
            <a:endParaRPr lang="en-US" altLang="ja-JP" sz="2800" dirty="0"/>
          </a:p>
          <a:p>
            <a:pPr marL="0" indent="0">
              <a:buNone/>
            </a:pPr>
            <a:r>
              <a:rPr lang="ja-JP" altLang="en-US" sz="2800" dirty="0"/>
              <a:t>バス旅行の集合場所は ＿＿＿＿＿  です。</a:t>
            </a:r>
            <a:endParaRPr lang="en-US" altLang="ja-JP" sz="2800" dirty="0"/>
          </a:p>
          <a:p>
            <a:pPr marL="0" indent="0">
              <a:buNone/>
            </a:pPr>
            <a:endParaRPr lang="en-US" altLang="ja-JP" sz="2800" dirty="0"/>
          </a:p>
          <a:p>
            <a:pPr marL="0" indent="0">
              <a:buNone/>
            </a:pPr>
            <a:r>
              <a:rPr lang="ja-JP" altLang="en-US" sz="2800" dirty="0"/>
              <a:t>集合時間は＿＿＿＿＿ です。</a:t>
            </a:r>
            <a:endParaRPr lang="en-US" altLang="ja-JP" sz="2800" dirty="0"/>
          </a:p>
          <a:p>
            <a:pPr marL="0" indent="0">
              <a:buNone/>
            </a:pPr>
            <a:r>
              <a:rPr lang="ja-JP" altLang="en-US" sz="2800" dirty="0"/>
              <a:t> 絶 対 に遅 れないでください。</a:t>
            </a:r>
            <a:endParaRPr lang="en-US" altLang="ja-JP" sz="2800" dirty="0"/>
          </a:p>
          <a:p>
            <a:pPr marL="0" indent="0">
              <a:buNone/>
            </a:pPr>
            <a:endParaRPr lang="en-US" altLang="ja-JP" sz="2800" dirty="0"/>
          </a:p>
          <a:p>
            <a:pPr marL="0" indent="0">
              <a:buNone/>
            </a:pPr>
            <a:r>
              <a:rPr lang="ja-JP" altLang="en-US" sz="2800" dirty="0"/>
              <a:t>もし何かあって＿＿＿＿＿＿＿＿、 場 合 は、連 絡してください。</a:t>
            </a:r>
            <a:endParaRPr lang="en-US" sz="2800" dirty="0"/>
          </a:p>
        </p:txBody>
      </p:sp>
      <p:pic>
        <p:nvPicPr>
          <p:cNvPr id="5122" name="Picture 2" descr="修学旅行のイラスト「バス移動」">
            <a:extLst>
              <a:ext uri="{FF2B5EF4-FFF2-40B4-BE49-F238E27FC236}">
                <a16:creationId xmlns:a16="http://schemas.microsoft.com/office/drawing/2014/main" id="{56C2B2F2-3FE0-4A4B-923E-916C3711D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212" y="1886294"/>
            <a:ext cx="3996451" cy="429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023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P54</a:t>
            </a:r>
            <a:r>
              <a:rPr lang="ja-JP" altLang="en-US" dirty="0">
                <a:highlight>
                  <a:srgbClr val="FFFF00"/>
                </a:highlight>
              </a:rPr>
              <a:t>）</a:t>
            </a:r>
            <a:endParaRPr lang="en-US" dirty="0">
              <a:highlight>
                <a:srgbClr val="FFFF00"/>
              </a:highlight>
            </a:endParaRPr>
          </a:p>
        </p:txBody>
      </p:sp>
      <p:pic>
        <p:nvPicPr>
          <p:cNvPr id="6" name="Content Placeholder 5" descr="Text&#10;&#10;Description automatically generated">
            <a:extLst>
              <a:ext uri="{FF2B5EF4-FFF2-40B4-BE49-F238E27FC236}">
                <a16:creationId xmlns:a16="http://schemas.microsoft.com/office/drawing/2014/main" id="{4DE392F5-129D-422A-A947-048CD295E91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14168" y="2140576"/>
            <a:ext cx="10781981" cy="1914065"/>
          </a:xfrm>
        </p:spPr>
      </p:pic>
    </p:spTree>
    <p:extLst>
      <p:ext uri="{BB962C8B-B14F-4D97-AF65-F5344CB8AC3E}">
        <p14:creationId xmlns:p14="http://schemas.microsoft.com/office/powerpoint/2010/main" val="3066693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17519" y="401220"/>
            <a:ext cx="11165511" cy="814745"/>
          </a:xfrm>
          <a:solidFill>
            <a:srgbClr val="D9910B"/>
          </a:solidFill>
        </p:spPr>
        <p:txBody>
          <a:bodyPr>
            <a:normAutofit/>
          </a:bodyPr>
          <a:lstStyle/>
          <a:p>
            <a:pPr algn="ctr"/>
            <a:r>
              <a:rPr lang="ja-JP" altLang="en-US" sz="4000" b="1" dirty="0">
                <a:solidFill>
                  <a:srgbClr val="A11D2B"/>
                </a:solidFill>
              </a:rPr>
              <a:t>～ないことには～ない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17519" y="1600200"/>
            <a:ext cx="5478482" cy="36431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buNone/>
            </a:pPr>
            <a:r>
              <a:rPr lang="ja-JP" altLang="en-US" sz="2800" dirty="0"/>
              <a:t>＊～なければ、わからない／～できな</a:t>
            </a:r>
            <a:r>
              <a:rPr lang="ja-JP" altLang="en-US" sz="3200" dirty="0"/>
              <a:t>い</a:t>
            </a:r>
            <a:endParaRPr lang="en-US" altLang="ja-JP" sz="3200" dirty="0"/>
          </a:p>
          <a:p>
            <a:pPr marL="0" indent="0">
              <a:buNone/>
            </a:pPr>
            <a:r>
              <a:rPr lang="vi-VN" sz="2800" dirty="0"/>
              <a:t>Nếu không làm A thì không thể B</a:t>
            </a:r>
            <a:endParaRPr lang="en-US" sz="28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460958" y="1600200"/>
            <a:ext cx="5322072" cy="36431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800" b="1" dirty="0">
              <a:solidFill>
                <a:srgbClr val="A11D2B"/>
              </a:solidFill>
            </a:endParaRPr>
          </a:p>
          <a:p>
            <a:pPr marL="0" indent="0" algn="ctr">
              <a:buNone/>
            </a:pPr>
            <a:r>
              <a:rPr lang="ja-JP" altLang="en-US" sz="2800" dirty="0"/>
              <a:t>Ｖ</a:t>
            </a:r>
            <a:r>
              <a:rPr lang="en-US" altLang="ja-JP" sz="2800" dirty="0"/>
              <a:t>- </a:t>
            </a:r>
            <a:r>
              <a:rPr lang="ja-JP" altLang="en-US" sz="2800" dirty="0"/>
              <a:t>＿＿＿形／イＡ＿＿＿ ／ナＡ＿＿＿ ／Ｎ＿＿＿ ＋ないことには～ない</a:t>
            </a:r>
            <a:endParaRPr lang="en-US" altLang="ja-JP" sz="3200" b="1" dirty="0">
              <a:solidFill>
                <a:srgbClr val="A11D2B"/>
              </a:solidFill>
            </a:endParaRPr>
          </a:p>
        </p:txBody>
      </p:sp>
    </p:spTree>
    <p:extLst>
      <p:ext uri="{BB962C8B-B14F-4D97-AF65-F5344CB8AC3E}">
        <p14:creationId xmlns:p14="http://schemas.microsoft.com/office/powerpoint/2010/main" val="3212093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740627"/>
          </a:xfrm>
          <a:solidFill>
            <a:srgbClr val="D9910B"/>
          </a:solidFill>
        </p:spPr>
        <p:txBody>
          <a:bodyPr>
            <a:normAutofit/>
          </a:bodyPr>
          <a:lstStyle/>
          <a:p>
            <a:pPr algn="ctr"/>
            <a:r>
              <a:rPr lang="ja-JP" altLang="en-US" sz="4400" b="1" dirty="0">
                <a:solidFill>
                  <a:srgbClr val="A11D2B"/>
                </a:solidFill>
              </a:rPr>
              <a:t>～ないことには～ない</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022685"/>
            <a:ext cx="10943610" cy="5534526"/>
          </a:xfrm>
          <a:solidFill>
            <a:schemeClr val="bg2">
              <a:lumMod val="75000"/>
            </a:schemeClr>
          </a:solidFill>
        </p:spPr>
        <p:txBody>
          <a:bodyPr>
            <a:normAutofit/>
          </a:bodyPr>
          <a:lstStyle/>
          <a:p>
            <a:pPr marL="0" indent="0">
              <a:buNone/>
            </a:pPr>
            <a:endParaRPr lang="en-US" altLang="ja-JP" sz="2800" dirty="0"/>
          </a:p>
          <a:p>
            <a:pPr marL="0" indent="0">
              <a:buNone/>
            </a:pPr>
            <a:r>
              <a:rPr lang="ja-JP" altLang="en-US" sz="2800" dirty="0"/>
              <a:t>①（保 証 人が（いません→ ）＿＿＿＿＿＿＿＿＿ことには、部屋を借りるのは むずか しいです。</a:t>
            </a:r>
            <a:endParaRPr lang="en-US" altLang="ja-JP" sz="3200" dirty="0"/>
          </a:p>
          <a:p>
            <a:pPr marL="0" indent="0">
              <a:buNone/>
            </a:pPr>
            <a:endParaRPr lang="en-US" altLang="ja-JP" sz="2800" dirty="0"/>
          </a:p>
          <a:p>
            <a:pPr marL="0" indent="0">
              <a:buNone/>
            </a:pPr>
            <a:r>
              <a:rPr lang="ja-JP" altLang="en-US" sz="2800" dirty="0"/>
              <a:t>② </a:t>
            </a:r>
            <a:r>
              <a:rPr lang="ja-JP" altLang="en-US" sz="2400" dirty="0"/>
              <a:t>イ</a:t>
            </a:r>
            <a:r>
              <a:rPr lang="ja-JP" altLang="en-US" sz="2800" dirty="0"/>
              <a:t>ンターネットショッピングは便利ですが、私は＿＿＿＿＿＿ ことには安心して 買い物できません。</a:t>
            </a:r>
            <a:endParaRPr lang="en-US" altLang="ja-JP" sz="2800" dirty="0"/>
          </a:p>
          <a:p>
            <a:pPr marL="0" indent="0">
              <a:buNone/>
            </a:pPr>
            <a:endParaRPr lang="en-US" altLang="ja-JP" sz="2800" dirty="0"/>
          </a:p>
          <a:p>
            <a:pPr marL="0" indent="0">
              <a:buNone/>
            </a:pPr>
            <a:r>
              <a:rPr lang="ja-JP" altLang="en-US" sz="2800" dirty="0"/>
              <a:t> ③　</a:t>
            </a:r>
            <a:r>
              <a:rPr lang="ja-JP" altLang="en-US" sz="2800" dirty="0">
                <a:solidFill>
                  <a:srgbClr val="A11D2B"/>
                </a:solidFill>
              </a:rPr>
              <a:t>学生</a:t>
            </a:r>
            <a:r>
              <a:rPr lang="ja-JP" altLang="en-US" sz="2800" dirty="0"/>
              <a:t>　：この専門学校はどんな学校ですか。</a:t>
            </a:r>
            <a:endParaRPr lang="en-US" altLang="ja-JP" sz="2800" dirty="0"/>
          </a:p>
          <a:p>
            <a:pPr marL="0" indent="0">
              <a:buNone/>
            </a:pPr>
            <a:r>
              <a:rPr lang="ja-JP" altLang="en-US" sz="2800" dirty="0"/>
              <a:t>　　</a:t>
            </a:r>
            <a:r>
              <a:rPr lang="ja-JP" altLang="en-US" sz="2800" dirty="0">
                <a:solidFill>
                  <a:srgbClr val="A11D2B"/>
                </a:solidFill>
              </a:rPr>
              <a:t>教師</a:t>
            </a:r>
            <a:r>
              <a:rPr lang="ja-JP" altLang="en-US" sz="2800" dirty="0"/>
              <a:t>　：いい学校だと聞きましたよ。</a:t>
            </a:r>
            <a:endParaRPr lang="en-US" altLang="ja-JP" sz="2800" dirty="0"/>
          </a:p>
          <a:p>
            <a:pPr marL="0" indent="0">
              <a:buNone/>
            </a:pPr>
            <a:r>
              <a:rPr lang="ja-JP" altLang="en-US" sz="2800" dirty="0"/>
              <a:t>　　　　　でも、自分で説明会などに＿＿＿＿＿ ないことには＿＿　　＿＿＿＿ ないと思いますよ。</a:t>
            </a:r>
            <a:endParaRPr lang="en-US" altLang="ja-JP" sz="3200" dirty="0"/>
          </a:p>
        </p:txBody>
      </p:sp>
    </p:spTree>
    <p:extLst>
      <p:ext uri="{BB962C8B-B14F-4D97-AF65-F5344CB8AC3E}">
        <p14:creationId xmlns:p14="http://schemas.microsoft.com/office/powerpoint/2010/main" val="1463685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P54</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A90AAF98-B2CD-4A77-A4CB-BCE8270197E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29265" y="2259178"/>
            <a:ext cx="11377109" cy="1843590"/>
          </a:xfrm>
        </p:spPr>
      </p:pic>
    </p:spTree>
    <p:extLst>
      <p:ext uri="{BB962C8B-B14F-4D97-AF65-F5344CB8AC3E}">
        <p14:creationId xmlns:p14="http://schemas.microsoft.com/office/powerpoint/2010/main" val="3849373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4405</TotalTime>
  <Words>1763</Words>
  <Application>Microsoft Office PowerPoint</Application>
  <PresentationFormat>Widescreen</PresentationFormat>
  <Paragraphs>171</Paragraphs>
  <Slides>24</Slides>
  <Notes>18</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第4課</vt:lpstr>
      <vt:lpstr>PowerPoint Presentation</vt:lpstr>
      <vt:lpstr>PowerPoint Presentation</vt:lpstr>
      <vt:lpstr>話してみよう</vt:lpstr>
      <vt:lpstr>話してみよう</vt:lpstr>
      <vt:lpstr>話してみよう</vt:lpstr>
      <vt:lpstr>今日のテーマ</vt:lpstr>
      <vt:lpstr> 耳でキャッチ　（P52）</vt:lpstr>
      <vt:lpstr>PowerPoint Presentation</vt:lpstr>
      <vt:lpstr> 耳でキャッチ　（P52）</vt:lpstr>
      <vt:lpstr> 耳でキャッチ　（52）</vt:lpstr>
      <vt:lpstr> 耳でキャッチ　（52）</vt:lpstr>
      <vt:lpstr> 耳でキャッチ　（52）</vt:lpstr>
      <vt:lpstr>使ってみよう1（54ページ）</vt:lpstr>
      <vt:lpstr>～お・ご～です お・ごでしょう</vt:lpstr>
      <vt:lpstr>こんなとき、どう言えばいい？ </vt:lpstr>
      <vt:lpstr>例文（P54）</vt:lpstr>
      <vt:lpstr>～場合</vt:lpstr>
      <vt:lpstr>～場合</vt:lpstr>
      <vt:lpstr>～場合</vt:lpstr>
      <vt:lpstr>例文（P54）</vt:lpstr>
      <vt:lpstr>～ないことには～ない</vt:lpstr>
      <vt:lpstr>～ないことには～ない</vt:lpstr>
      <vt:lpstr>例文（P54）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3</cp:revision>
  <dcterms:created xsi:type="dcterms:W3CDTF">2021-07-16T02:45:36Z</dcterms:created>
  <dcterms:modified xsi:type="dcterms:W3CDTF">2021-09-13T13:04:38Z</dcterms:modified>
</cp:coreProperties>
</file>