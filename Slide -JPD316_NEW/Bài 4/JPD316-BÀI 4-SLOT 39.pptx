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27" r:id="rId3"/>
    <p:sldId id="498" r:id="rId4"/>
    <p:sldId id="353" r:id="rId5"/>
    <p:sldId id="499" r:id="rId6"/>
    <p:sldId id="485" r:id="rId7"/>
    <p:sldId id="415" r:id="rId8"/>
    <p:sldId id="486" r:id="rId9"/>
    <p:sldId id="487" r:id="rId10"/>
    <p:sldId id="532" r:id="rId11"/>
    <p:sldId id="488" r:id="rId12"/>
    <p:sldId id="489" r:id="rId13"/>
    <p:sldId id="533" r:id="rId14"/>
    <p:sldId id="490" r:id="rId15"/>
    <p:sldId id="491" r:id="rId16"/>
    <p:sldId id="492" r:id="rId17"/>
    <p:sldId id="534" r:id="rId18"/>
    <p:sldId id="493" r:id="rId19"/>
    <p:sldId id="495" r:id="rId20"/>
    <p:sldId id="494" r:id="rId21"/>
    <p:sldId id="496" r:id="rId22"/>
    <p:sldId id="49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8F8A7-E0F6-49D6-817C-827C7F0E5271}" v="98" dt="2021-09-13T13:17:31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A578F8A7-E0F6-49D6-817C-827C7F0E5271}"/>
    <pc:docChg chg="undo custSel addSld delSld modSld delSection modSection">
      <pc:chgData name="Oanh Le Thi Kim  (FE FPTU CT)" userId="33772939-cd87-45c1-be61-e0648bc25a53" providerId="ADAL" clId="{A578F8A7-E0F6-49D6-817C-827C7F0E5271}" dt="2021-08-21T12:33:44.375" v="37"/>
      <pc:docMkLst>
        <pc:docMk/>
      </pc:docMkLst>
      <pc:sldChg chg="add del">
        <pc:chgData name="Oanh Le Thi Kim  (FE FPTU CT)" userId="33772939-cd87-45c1-be61-e0648bc25a53" providerId="ADAL" clId="{A578F8A7-E0F6-49D6-817C-827C7F0E5271}" dt="2021-08-21T12:33:44.375" v="37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985129004" sldId="367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2705303052" sldId="370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2329737387" sldId="414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2679302023" sldId="436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4035760225" sldId="462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793371279" sldId="463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212093159" sldId="466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651932579" sldId="469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761823914" sldId="470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625292946" sldId="476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490421462" sldId="477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914468321" sldId="478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677632246" sldId="479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362160084" sldId="481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1994263126" sldId="482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865295945" sldId="483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2473485828" sldId="484"/>
        </pc:sldMkLst>
      </pc:sldChg>
      <pc:sldChg chg="modSp mod">
        <pc:chgData name="Oanh Le Thi Kim  (FE FPTU CT)" userId="33772939-cd87-45c1-be61-e0648bc25a53" providerId="ADAL" clId="{A578F8A7-E0F6-49D6-817C-827C7F0E5271}" dt="2021-08-21T06:18:01.433" v="29" actId="404"/>
        <pc:sldMkLst>
          <pc:docMk/>
          <pc:sldMk cId="894429737" sldId="486"/>
        </pc:sldMkLst>
        <pc:spChg chg="mod">
          <ac:chgData name="Oanh Le Thi Kim  (FE FPTU CT)" userId="33772939-cd87-45c1-be61-e0648bc25a53" providerId="ADAL" clId="{A578F8A7-E0F6-49D6-817C-827C7F0E5271}" dt="2021-08-21T06:18:01.433" v="29" actId="404"/>
          <ac:spMkLst>
            <pc:docMk/>
            <pc:sldMk cId="894429737" sldId="486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A578F8A7-E0F6-49D6-817C-827C7F0E5271}" dt="2021-08-21T06:17:54.979" v="27" actId="1076"/>
          <ac:spMkLst>
            <pc:docMk/>
            <pc:sldMk cId="894429737" sldId="486"/>
            <ac:spMk id="6" creationId="{98D3A890-C849-4777-ABA2-6969C6DAD515}"/>
          </ac:spMkLst>
        </pc:spChg>
      </pc:sldChg>
      <pc:sldChg chg="modSp mod">
        <pc:chgData name="Oanh Le Thi Kim  (FE FPTU CT)" userId="33772939-cd87-45c1-be61-e0648bc25a53" providerId="ADAL" clId="{A578F8A7-E0F6-49D6-817C-827C7F0E5271}" dt="2021-08-21T06:18:37.189" v="36" actId="20577"/>
        <pc:sldMkLst>
          <pc:docMk/>
          <pc:sldMk cId="370069448" sldId="489"/>
        </pc:sldMkLst>
        <pc:spChg chg="mod">
          <ac:chgData name="Oanh Le Thi Kim  (FE FPTU CT)" userId="33772939-cd87-45c1-be61-e0648bc25a53" providerId="ADAL" clId="{A578F8A7-E0F6-49D6-817C-827C7F0E5271}" dt="2021-08-21T06:18:37.189" v="36" actId="20577"/>
          <ac:spMkLst>
            <pc:docMk/>
            <pc:sldMk cId="370069448" sldId="489"/>
            <ac:spMk id="6" creationId="{98D3A890-C849-4777-ABA2-6969C6DAD515}"/>
          </ac:spMkLst>
        </pc:spChg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043320904" sldId="501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155833004" sldId="503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580327312" sldId="504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538994293" sldId="505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A578F8A7-E0F6-49D6-817C-827C7F0E5271}" dt="2021-08-08T09:01:08.638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323074538" sldId="509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364346345" sldId="510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789702726" sldId="513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445703076" sldId="514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209535954" sldId="517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075680630" sldId="518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459018749" sldId="519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1153816822" sldId="520"/>
        </pc:sldMkLst>
      </pc:sldChg>
      <pc:sldChg chg="del">
        <pc:chgData name="Oanh Le Thi Kim  (FE FPTU CT)" userId="33772939-cd87-45c1-be61-e0648bc25a53" providerId="ADAL" clId="{A578F8A7-E0F6-49D6-817C-827C7F0E5271}" dt="2021-08-08T09:01:21.743" v="1" actId="47"/>
        <pc:sldMkLst>
          <pc:docMk/>
          <pc:sldMk cId="3126960576" sldId="521"/>
        </pc:sldMkLst>
      </pc:sldChg>
    </pc:docChg>
  </pc:docChgLst>
  <pc:docChgLst>
    <pc:chgData name="Le Thi Kim Oanh (FE FPTU CT)" userId="33772939-cd87-45c1-be61-e0648bc25a53" providerId="ADAL" clId="{A578F8A7-E0F6-49D6-817C-827C7F0E5271}"/>
    <pc:docChg chg="undo custSel addSld modSld sldOrd">
      <pc:chgData name="Le Thi Kim Oanh (FE FPTU CT)" userId="33772939-cd87-45c1-be61-e0648bc25a53" providerId="ADAL" clId="{A578F8A7-E0F6-49D6-817C-827C7F0E5271}" dt="2021-09-13T13:17:39.914" v="148" actId="14100"/>
      <pc:docMkLst>
        <pc:docMk/>
      </pc:docMkLst>
      <pc:sldChg chg="delSp modSp add mod ord modAnim modNotesTx">
        <pc:chgData name="Le Thi Kim Oanh (FE FPTU CT)" userId="33772939-cd87-45c1-be61-e0648bc25a53" providerId="ADAL" clId="{A578F8A7-E0F6-49D6-817C-827C7F0E5271}" dt="2021-09-13T13:14:48.841" v="100" actId="113"/>
        <pc:sldMkLst>
          <pc:docMk/>
          <pc:sldMk cId="3900261001" sldId="498"/>
        </pc:sldMkLst>
        <pc:spChg chg="mod">
          <ac:chgData name="Le Thi Kim Oanh (FE FPTU CT)" userId="33772939-cd87-45c1-be61-e0648bc25a53" providerId="ADAL" clId="{A578F8A7-E0F6-49D6-817C-827C7F0E5271}" dt="2021-09-13T13:14:48.841" v="100" actId="113"/>
          <ac:spMkLst>
            <pc:docMk/>
            <pc:sldMk cId="3900261001" sldId="498"/>
            <ac:spMk id="5" creationId="{9F4B3034-E2E3-4173-8554-B1E008035346}"/>
          </ac:spMkLst>
        </pc:spChg>
        <pc:picChg chg="del mod">
          <ac:chgData name="Le Thi Kim Oanh (FE FPTU CT)" userId="33772939-cd87-45c1-be61-e0648bc25a53" providerId="ADAL" clId="{A578F8A7-E0F6-49D6-817C-827C7F0E5271}" dt="2021-09-13T13:12:48.534" v="3" actId="478"/>
          <ac:picMkLst>
            <pc:docMk/>
            <pc:sldMk cId="3900261001" sldId="498"/>
            <ac:picMk id="3" creationId="{4CF1DF01-6C99-46E0-AE40-1B5FC14A075F}"/>
          </ac:picMkLst>
        </pc:picChg>
        <pc:picChg chg="del">
          <ac:chgData name="Le Thi Kim Oanh (FE FPTU CT)" userId="33772939-cd87-45c1-be61-e0648bc25a53" providerId="ADAL" clId="{A578F8A7-E0F6-49D6-817C-827C7F0E5271}" dt="2021-09-13T13:12:49.160" v="4" actId="478"/>
          <ac:picMkLst>
            <pc:docMk/>
            <pc:sldMk cId="3900261001" sldId="498"/>
            <ac:picMk id="14340" creationId="{B736685C-0B0C-4D7B-807F-AD0A1EAB8E54}"/>
          </ac:picMkLst>
        </pc:picChg>
        <pc:picChg chg="del">
          <ac:chgData name="Le Thi Kim Oanh (FE FPTU CT)" userId="33772939-cd87-45c1-be61-e0648bc25a53" providerId="ADAL" clId="{A578F8A7-E0F6-49D6-817C-827C7F0E5271}" dt="2021-09-13T13:12:47.807" v="1" actId="478"/>
          <ac:picMkLst>
            <pc:docMk/>
            <pc:sldMk cId="3900261001" sldId="498"/>
            <ac:picMk id="14342" creationId="{66570AC1-1A1C-40C2-BC96-DE06530231B1}"/>
          </ac:picMkLst>
        </pc:picChg>
      </pc:sldChg>
      <pc:sldChg chg="addSp delSp modSp new mod setBg">
        <pc:chgData name="Le Thi Kim Oanh (FE FPTU CT)" userId="33772939-cd87-45c1-be61-e0648bc25a53" providerId="ADAL" clId="{A578F8A7-E0F6-49D6-817C-827C7F0E5271}" dt="2021-09-13T13:15:23.571" v="109" actId="14100"/>
        <pc:sldMkLst>
          <pc:docMk/>
          <pc:sldMk cId="3973547811" sldId="499"/>
        </pc:sldMkLst>
        <pc:spChg chg="add del">
          <ac:chgData name="Le Thi Kim Oanh (FE FPTU CT)" userId="33772939-cd87-45c1-be61-e0648bc25a53" providerId="ADAL" clId="{A578F8A7-E0F6-49D6-817C-827C7F0E5271}" dt="2021-09-13T13:15:14.039" v="106" actId="26606"/>
          <ac:spMkLst>
            <pc:docMk/>
            <pc:sldMk cId="3973547811" sldId="499"/>
            <ac:spMk id="8" creationId="{42A4FC2C-047E-45A5-965D-8E1E3BF09BC6}"/>
          </ac:spMkLst>
        </pc:spChg>
        <pc:picChg chg="add mod">
          <ac:chgData name="Le Thi Kim Oanh (FE FPTU CT)" userId="33772939-cd87-45c1-be61-e0648bc25a53" providerId="ADAL" clId="{A578F8A7-E0F6-49D6-817C-827C7F0E5271}" dt="2021-09-13T13:15:23.571" v="109" actId="14100"/>
          <ac:picMkLst>
            <pc:docMk/>
            <pc:sldMk cId="3973547811" sldId="499"/>
            <ac:picMk id="3" creationId="{DFF326E8-F95F-49BA-B5C3-53621A71DA6A}"/>
          </ac:picMkLst>
        </pc:picChg>
      </pc:sldChg>
      <pc:sldChg chg="addSp delSp modSp add mod">
        <pc:chgData name="Le Thi Kim Oanh (FE FPTU CT)" userId="33772939-cd87-45c1-be61-e0648bc25a53" providerId="ADAL" clId="{A578F8A7-E0F6-49D6-817C-827C7F0E5271}" dt="2021-09-13T13:16:21.774" v="122" actId="20577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A578F8A7-E0F6-49D6-817C-827C7F0E5271}" dt="2021-09-13T13:16:21.774" v="122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A578F8A7-E0F6-49D6-817C-827C7F0E5271}" dt="2021-09-13T13:16:02.967" v="112" actId="931"/>
          <ac:spMkLst>
            <pc:docMk/>
            <pc:sldMk cId="3766553441" sldId="532"/>
            <ac:spMk id="4" creationId="{1305EE59-BA07-4204-8594-7BEB97DD4197}"/>
          </ac:spMkLst>
        </pc:spChg>
        <pc:picChg chg="del">
          <ac:chgData name="Le Thi Kim Oanh (FE FPTU CT)" userId="33772939-cd87-45c1-be61-e0648bc25a53" providerId="ADAL" clId="{A578F8A7-E0F6-49D6-817C-827C7F0E5271}" dt="2021-09-13T13:15:55.347" v="111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A578F8A7-E0F6-49D6-817C-827C7F0E5271}" dt="2021-09-13T13:16:10.634" v="118" actId="1076"/>
          <ac:picMkLst>
            <pc:docMk/>
            <pc:sldMk cId="3766553441" sldId="532"/>
            <ac:picMk id="7" creationId="{C429DB8F-9233-4C1B-884E-D0C1052A20BD}"/>
          </ac:picMkLst>
        </pc:picChg>
      </pc:sldChg>
      <pc:sldChg chg="addSp delSp modSp add mod ord">
        <pc:chgData name="Le Thi Kim Oanh (FE FPTU CT)" userId="33772939-cd87-45c1-be61-e0648bc25a53" providerId="ADAL" clId="{A578F8A7-E0F6-49D6-817C-827C7F0E5271}" dt="2021-09-13T13:16:52.194" v="134" actId="14100"/>
        <pc:sldMkLst>
          <pc:docMk/>
          <pc:sldMk cId="969981001" sldId="533"/>
        </pc:sldMkLst>
        <pc:spChg chg="add del mod">
          <ac:chgData name="Le Thi Kim Oanh (FE FPTU CT)" userId="33772939-cd87-45c1-be61-e0648bc25a53" providerId="ADAL" clId="{A578F8A7-E0F6-49D6-817C-827C7F0E5271}" dt="2021-09-13T13:16:45.556" v="129" actId="931"/>
          <ac:spMkLst>
            <pc:docMk/>
            <pc:sldMk cId="969981001" sldId="533"/>
            <ac:spMk id="4" creationId="{7E2F257A-3623-4D87-B565-59ED766D7AE6}"/>
          </ac:spMkLst>
        </pc:spChg>
        <pc:picChg chg="add mod">
          <ac:chgData name="Le Thi Kim Oanh (FE FPTU CT)" userId="33772939-cd87-45c1-be61-e0648bc25a53" providerId="ADAL" clId="{A578F8A7-E0F6-49D6-817C-827C7F0E5271}" dt="2021-09-13T13:16:52.194" v="134" actId="14100"/>
          <ac:picMkLst>
            <pc:docMk/>
            <pc:sldMk cId="969981001" sldId="533"/>
            <ac:picMk id="6" creationId="{943D36FD-894D-4547-AA79-DADE6884A8C7}"/>
          </ac:picMkLst>
        </pc:picChg>
        <pc:picChg chg="del mod">
          <ac:chgData name="Le Thi Kim Oanh (FE FPTU CT)" userId="33772939-cd87-45c1-be61-e0648bc25a53" providerId="ADAL" clId="{A578F8A7-E0F6-49D6-817C-827C7F0E5271}" dt="2021-09-13T13:16:37.014" v="128" actId="478"/>
          <ac:picMkLst>
            <pc:docMk/>
            <pc:sldMk cId="969981001" sldId="533"/>
            <ac:picMk id="7" creationId="{C429DB8F-9233-4C1B-884E-D0C1052A20BD}"/>
          </ac:picMkLst>
        </pc:picChg>
      </pc:sldChg>
      <pc:sldChg chg="addSp delSp modSp add mod ord">
        <pc:chgData name="Le Thi Kim Oanh (FE FPTU CT)" userId="33772939-cd87-45c1-be61-e0648bc25a53" providerId="ADAL" clId="{A578F8A7-E0F6-49D6-817C-827C7F0E5271}" dt="2021-09-13T13:17:39.914" v="148" actId="14100"/>
        <pc:sldMkLst>
          <pc:docMk/>
          <pc:sldMk cId="3763078309" sldId="534"/>
        </pc:sldMkLst>
        <pc:spChg chg="add del mod">
          <ac:chgData name="Le Thi Kim Oanh (FE FPTU CT)" userId="33772939-cd87-45c1-be61-e0648bc25a53" providerId="ADAL" clId="{A578F8A7-E0F6-49D6-817C-827C7F0E5271}" dt="2021-09-13T13:17:31.557" v="141" actId="931"/>
          <ac:spMkLst>
            <pc:docMk/>
            <pc:sldMk cId="3763078309" sldId="534"/>
            <ac:spMk id="4" creationId="{8CF16253-9B38-41BE-A208-8C3983AB4F03}"/>
          </ac:spMkLst>
        </pc:spChg>
        <pc:picChg chg="del">
          <ac:chgData name="Le Thi Kim Oanh (FE FPTU CT)" userId="33772939-cd87-45c1-be61-e0648bc25a53" providerId="ADAL" clId="{A578F8A7-E0F6-49D6-817C-827C7F0E5271}" dt="2021-09-13T13:17:17.026" v="140" actId="478"/>
          <ac:picMkLst>
            <pc:docMk/>
            <pc:sldMk cId="3763078309" sldId="534"/>
            <ac:picMk id="6" creationId="{943D36FD-894D-4547-AA79-DADE6884A8C7}"/>
          </ac:picMkLst>
        </pc:picChg>
        <pc:picChg chg="add mod">
          <ac:chgData name="Le Thi Kim Oanh (FE FPTU CT)" userId="33772939-cd87-45c1-be61-e0648bc25a53" providerId="ADAL" clId="{A578F8A7-E0F6-49D6-817C-827C7F0E5271}" dt="2021-09-13T13:17:39.914" v="148" actId="14100"/>
          <ac:picMkLst>
            <pc:docMk/>
            <pc:sldMk cId="3763078309" sldId="534"/>
            <ac:picMk id="7" creationId="{44DA0DEF-D260-4C57-8057-8DABCA9E75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8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91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インターネットで調べます。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値段とか、時間とか、どんなことができるかとか。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49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49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市内に在住、在勤、在学の人です。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講習を受けます。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利用経験が「あります」と「ありません」という意味です。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定員になったら、すぐに受付が終わります。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持参します。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9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22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5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＆４</a:t>
            </a:r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98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0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54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7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4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38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83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1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09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GV cho SV tự đặt câu và sửa cho SV.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GV phụ trách có thể triển khai thêm để hỗ trợ kỹ năng luyện dịch theo mẫu NP đã học cho SV.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5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50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08379" y="2201640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02500" y="365825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387004" y="18628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479640" y="3837410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(56)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39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53703" y="2403918"/>
            <a:ext cx="4378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見つけた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( 53)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4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8826"/>
            <a:ext cx="9448801" cy="1047132"/>
          </a:xfrm>
          <a:solidFill>
            <a:srgbClr val="D9910B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800" b="1" kern="1200" dirty="0">
                <a:solidFill>
                  <a:srgbClr val="A11D2B"/>
                </a:solidFill>
                <a:latin typeface="+mj-lt"/>
                <a:ea typeface="+mj-ea"/>
                <a:cs typeface="+mj-cs"/>
              </a:rPr>
              <a:t>見つけた　</a:t>
            </a:r>
            <a:r>
              <a:rPr lang="en-US" altLang="ja-JP" sz="4800" b="1" dirty="0">
                <a:solidFill>
                  <a:srgbClr val="A11D2B"/>
                </a:solidFill>
              </a:rPr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（</a:t>
            </a:r>
            <a:r>
              <a:rPr lang="vi-VN" altLang="ja-JP" sz="4800" b="1" dirty="0">
                <a:solidFill>
                  <a:srgbClr val="A11D2B"/>
                </a:solidFill>
              </a:rPr>
              <a:t>53</a:t>
            </a:r>
            <a:r>
              <a:rPr lang="ja-JP" altLang="en-US" sz="4800" b="1" dirty="0">
                <a:solidFill>
                  <a:srgbClr val="A11D2B"/>
                </a:solidFill>
              </a:rPr>
              <a:t>ページ）</a:t>
            </a:r>
            <a:endParaRPr lang="en-US" sz="4800" b="1" kern="1200" dirty="0">
              <a:solidFill>
                <a:srgbClr val="A11D2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0968" y="2478506"/>
            <a:ext cx="10323095" cy="2538662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l">
              <a:buNone/>
            </a:pPr>
            <a:r>
              <a:rPr lang="ja-JP" altLang="en-US" sz="32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lang="en-US" altLang="ja-JP" sz="3200" b="1" i="0" dirty="0"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3200" b="1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地域にある施設の利用案内を読んで情報を得ることができる</a:t>
            </a:r>
            <a:r>
              <a:rPr lang="ja-JP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。</a:t>
            </a:r>
            <a:endParaRPr lang="ja-JP" altLang="en-US" sz="320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26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8826"/>
            <a:ext cx="9448801" cy="1047132"/>
          </a:xfrm>
          <a:solidFill>
            <a:srgbClr val="D9910B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800" b="1" kern="1200" dirty="0">
                <a:solidFill>
                  <a:srgbClr val="A11D2B"/>
                </a:solidFill>
                <a:latin typeface="+mj-lt"/>
                <a:ea typeface="+mj-ea"/>
                <a:cs typeface="+mj-cs"/>
              </a:rPr>
              <a:t>見つけた　</a:t>
            </a:r>
            <a:r>
              <a:rPr lang="en-US" altLang="ja-JP" sz="4800" b="1" dirty="0">
                <a:solidFill>
                  <a:srgbClr val="A11D2B"/>
                </a:solidFill>
              </a:rPr>
              <a:t> </a:t>
            </a:r>
            <a:r>
              <a:rPr lang="ja-JP" altLang="en-US" sz="4800" b="1" dirty="0">
                <a:solidFill>
                  <a:srgbClr val="A11D2B"/>
                </a:solidFill>
              </a:rPr>
              <a:t>（</a:t>
            </a:r>
            <a:r>
              <a:rPr lang="vi-VN" altLang="ja-JP" sz="4800" b="1" dirty="0">
                <a:solidFill>
                  <a:srgbClr val="A11D2B"/>
                </a:solidFill>
              </a:rPr>
              <a:t>53</a:t>
            </a:r>
            <a:r>
              <a:rPr lang="ja-JP" altLang="en-US" sz="4800" b="1" dirty="0">
                <a:solidFill>
                  <a:srgbClr val="A11D2B"/>
                </a:solidFill>
              </a:rPr>
              <a:t>ページ）</a:t>
            </a:r>
            <a:endParaRPr lang="en-US" sz="4800" b="1" kern="1200" dirty="0">
              <a:solidFill>
                <a:srgbClr val="A11D2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71600" y="4786744"/>
            <a:ext cx="9636449" cy="1722340"/>
          </a:xfr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ja-JP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最近、運動をしていますか。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スポーツセンターなどを利用したいと思ったらどうしますか。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ホームページや雑誌などを見たとき、どんな情報がほしいですか。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1DF01-6C99-46E0-AE40-1B5FC14A0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583" y="1736296"/>
            <a:ext cx="2593465" cy="2593465"/>
          </a:xfrm>
          <a:prstGeom prst="rect">
            <a:avLst/>
          </a:prstGeom>
        </p:spPr>
      </p:pic>
      <p:pic>
        <p:nvPicPr>
          <p:cNvPr id="14340" name="Picture 4" descr="フリー素材 | ランニングマシーンの上で走る女性のイラスト。トレーニングやダイエットのデザインに。">
            <a:extLst>
              <a:ext uri="{FF2B5EF4-FFF2-40B4-BE49-F238E27FC236}">
                <a16:creationId xmlns:a16="http://schemas.microsoft.com/office/drawing/2014/main" id="{B736685C-0B0C-4D7B-807F-AD0A1EAB8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116" y="1851033"/>
            <a:ext cx="2593464" cy="259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加圧トレーニングのイラスト | かわいいフリー素材集 いらすとや">
            <a:extLst>
              <a:ext uri="{FF2B5EF4-FFF2-40B4-BE49-F238E27FC236}">
                <a16:creationId xmlns:a16="http://schemas.microsoft.com/office/drawing/2014/main" id="{66570AC1-1A1C-40C2-BC96-DE0653023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420" y="1560138"/>
            <a:ext cx="2593465" cy="291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13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DFF326E8-F95F-49BA-B5C3-53621A71D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16" y="12634"/>
            <a:ext cx="9877926" cy="66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4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757" y="34106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5484" y="1419726"/>
            <a:ext cx="11405937" cy="469231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ここのトレーニングルームはどんな人が利用できますか。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トレーニングルームを利用するためには、何をしなければならないですか。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「ご利用経験の有無」とはどういう意味ですか。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スポーツ教室に入りたいです。受付はいつ終わりますか。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シューズをどうしてくださいと言っていますか。</a:t>
            </a:r>
          </a:p>
        </p:txBody>
      </p:sp>
    </p:spTree>
    <p:extLst>
      <p:ext uri="{BB962C8B-B14F-4D97-AF65-F5344CB8AC3E}">
        <p14:creationId xmlns:p14="http://schemas.microsoft.com/office/powerpoint/2010/main" val="220808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3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文法</a:t>
            </a:r>
            <a:r>
              <a:rPr lang="vi-VN" altLang="ja-JP" sz="4000" b="1" dirty="0">
                <a:solidFill>
                  <a:srgbClr val="A11D2B"/>
                </a:solidFill>
              </a:rPr>
              <a:t>1&amp;2&amp;3</a:t>
            </a:r>
            <a:r>
              <a:rPr lang="ja-JP" altLang="en-US" sz="4000" b="1" dirty="0">
                <a:solidFill>
                  <a:srgbClr val="A11D2B"/>
                </a:solidFill>
              </a:rPr>
              <a:t>（</a:t>
            </a:r>
            <a:r>
              <a:rPr lang="vi-VN" altLang="ja-JP" sz="4000" b="1" dirty="0">
                <a:solidFill>
                  <a:srgbClr val="A11D2B"/>
                </a:solidFill>
              </a:rPr>
              <a:t>56 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51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77157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4400" b="1" dirty="0">
                <a:solidFill>
                  <a:srgbClr val="A11D2B"/>
                </a:solidFill>
              </a:rPr>
              <a:t>には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84420"/>
            <a:ext cx="5386239" cy="355891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～するため（</a:t>
            </a:r>
            <a:r>
              <a:rPr lang="en-US" altLang="ja-JP" sz="2800" dirty="0"/>
              <a:t>……</a:t>
            </a:r>
            <a:r>
              <a:rPr lang="ja-JP" altLang="en-US" sz="2800" dirty="0"/>
              <a:t>が必 要 だ </a:t>
            </a:r>
            <a:r>
              <a:rPr lang="en-US" altLang="ja-JP" sz="2800" dirty="0"/>
              <a:t>……</a:t>
            </a:r>
            <a:r>
              <a:rPr lang="ja-JP" altLang="en-US" sz="2800" dirty="0"/>
              <a:t>しなければならない） </a:t>
            </a:r>
            <a:endParaRPr lang="en-US" altLang="ja-JP" sz="2800" dirty="0"/>
          </a:p>
          <a:p>
            <a:pPr marL="0" indent="0">
              <a:buNone/>
            </a:pPr>
            <a:r>
              <a:rPr lang="vi-VN" altLang="ja-JP" sz="3200" dirty="0"/>
              <a:t>Để (làm) thì cần phải</a:t>
            </a:r>
            <a:endParaRPr lang="en-US" altLang="ja-JP" sz="32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420649" y="1684420"/>
            <a:ext cx="5149619" cy="3489159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en-US" sz="3600" dirty="0"/>
              <a:t>Ｖ- </a:t>
            </a:r>
            <a:r>
              <a:rPr lang="ja-JP" altLang="en-US" sz="3600" dirty="0"/>
              <a:t>辞書形＋には</a:t>
            </a:r>
            <a:endParaRPr lang="en-US" altLang="ja-JP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42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4400" b="1" dirty="0">
                <a:solidFill>
                  <a:srgbClr val="A11D2B"/>
                </a:solidFill>
              </a:rPr>
              <a:t>には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082843"/>
            <a:ext cx="10943610" cy="5474368"/>
          </a:xfrm>
          <a:solidFill>
            <a:schemeClr val="bg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 Ａ：公園のサッカー場を利用したいな。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Ｂ： </a:t>
            </a:r>
            <a:r>
              <a:rPr lang="vi-VN" altLang="ja-JP" sz="2800" dirty="0"/>
              <a:t>____________</a:t>
            </a:r>
            <a:r>
              <a:rPr lang="ja-JP" altLang="en-US" sz="2800" dirty="0"/>
              <a:t>には、事 前の申し込 みが必 要 なんだって。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風邪 を治すには、</a:t>
            </a:r>
            <a:r>
              <a:rPr lang="vi-VN" altLang="ja-JP" sz="2800" dirty="0"/>
              <a:t>_______________</a:t>
            </a:r>
            <a:r>
              <a:rPr lang="ja-JP" altLang="en-US" sz="2800" dirty="0"/>
              <a:t> が一番だ。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514350" indent="-514350">
              <a:buAutoNum type="circleNumDbPlain" startAt="3"/>
            </a:pPr>
            <a:r>
              <a:rPr lang="ja-JP" altLang="en-US" sz="2800" dirty="0"/>
              <a:t>Ａ：新しい言葉 がなかなか覚えられないんだ。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       </a:t>
            </a:r>
            <a:r>
              <a:rPr lang="ja-JP" altLang="en-US" sz="2800" dirty="0"/>
              <a:t>何かいい</a:t>
            </a:r>
            <a:r>
              <a:rPr lang="vi-VN" altLang="ja-JP" sz="2800" dirty="0"/>
              <a:t> </a:t>
            </a:r>
            <a:r>
              <a:rPr lang="ja-JP" altLang="en-US" sz="2800" dirty="0"/>
              <a:t>方法ないかな。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Ｂ：新しい言葉 を覚えるには、</a:t>
            </a:r>
            <a:r>
              <a:rPr lang="vi-VN" altLang="ja-JP" sz="2800" dirty="0"/>
              <a:t>_____________</a:t>
            </a:r>
            <a:r>
              <a:rPr lang="ja-JP" altLang="en-US" sz="2800" dirty="0"/>
              <a:t> といいよ。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④ 将 来 日本で仕事をするには、</a:t>
            </a:r>
            <a:r>
              <a:rPr lang="vi-VN" altLang="ja-JP" sz="2800" dirty="0"/>
              <a:t>____________</a:t>
            </a:r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FABEA-AF34-499D-AC16-11633CF654DB}"/>
              </a:ext>
            </a:extLst>
          </p:cNvPr>
          <p:cNvSpPr txBox="1"/>
          <p:nvPr/>
        </p:nvSpPr>
        <p:spPr>
          <a:xfrm>
            <a:off x="1963152" y="1893705"/>
            <a:ext cx="2223837" cy="469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利用する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41D68-2E92-419A-9D90-0814AE66459C}"/>
              </a:ext>
            </a:extLst>
          </p:cNvPr>
          <p:cNvSpPr txBox="1"/>
          <p:nvPr/>
        </p:nvSpPr>
        <p:spPr>
          <a:xfrm>
            <a:off x="3970421" y="2853411"/>
            <a:ext cx="324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ゆっくり寝るの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48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P56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C429DB8F-9233-4C1B-884E-D0C1052A20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2043552"/>
            <a:ext cx="11278016" cy="2251721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4400" b="1" dirty="0">
                <a:solidFill>
                  <a:srgbClr val="A11D2B"/>
                </a:solidFill>
              </a:rPr>
              <a:t>には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136173" cy="561341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ja-JP" altLang="en-US" sz="2800" b="1" dirty="0">
                <a:solidFill>
                  <a:srgbClr val="FF0000"/>
                </a:solidFill>
              </a:rPr>
              <a:t>⑤</a:t>
            </a:r>
            <a:r>
              <a:rPr lang="ja-JP" altLang="en-US" sz="2800" dirty="0"/>
              <a:t> </a:t>
            </a:r>
            <a:r>
              <a:rPr lang="ja-JP" altLang="en-US" sz="2800" b="1" dirty="0">
                <a:solidFill>
                  <a:srgbClr val="FF0000"/>
                </a:solidFill>
              </a:rPr>
              <a:t>［図書館へ来ています。図書館の人に質問をします］</a:t>
            </a: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400" dirty="0"/>
              <a:t>Ａ            ：すみません。本を借りたいんですが。</a:t>
            </a:r>
            <a:endParaRPr lang="en-US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>
                <a:highlight>
                  <a:srgbClr val="FFFF00"/>
                </a:highlight>
              </a:rPr>
              <a:t> 図書館の人</a:t>
            </a:r>
            <a:r>
              <a:rPr lang="ja-JP" altLang="en-US" sz="2400" dirty="0"/>
              <a:t>：</a:t>
            </a:r>
            <a:r>
              <a:rPr lang="vi-VN" altLang="ja-JP" sz="2400" dirty="0"/>
              <a:t>____________</a:t>
            </a:r>
            <a:r>
              <a:rPr lang="ja-JP" altLang="en-US" sz="2400" dirty="0"/>
              <a:t> には、図書館利用者カードが必 要です。 </a:t>
            </a:r>
            <a:endParaRPr lang="en-US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</a:t>
            </a:r>
            <a:r>
              <a:rPr lang="ja-JP" altLang="en-US" sz="2400" dirty="0"/>
              <a:t>Ａ 　　　：そのカードを＿＿＿＿＿＿＿ には、どうすればいいですか。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r>
              <a:rPr lang="ja-JP" altLang="en-US" sz="2400" dirty="0">
                <a:highlight>
                  <a:srgbClr val="FFFF00"/>
                </a:highlight>
              </a:rPr>
              <a:t>図書館の人</a:t>
            </a:r>
            <a:r>
              <a:rPr lang="ja-JP" altLang="en-US" sz="2400" dirty="0"/>
              <a:t>：この申し込 み用 紙に記 入して、住所や名前を確 認 できるものと一 緒 に出してください。</a:t>
            </a:r>
            <a:endParaRPr lang="en-US" altLang="ja-JP" sz="2800" dirty="0"/>
          </a:p>
        </p:txBody>
      </p:sp>
      <p:pic>
        <p:nvPicPr>
          <p:cNvPr id="1026" name="Picture 2" descr="図書館・本屋の従業員のイラスト">
            <a:extLst>
              <a:ext uri="{FF2B5EF4-FFF2-40B4-BE49-F238E27FC236}">
                <a16:creationId xmlns:a16="http://schemas.microsoft.com/office/drawing/2014/main" id="{E2008EAB-0638-4E8C-BC1A-D23ED961F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424" y="1741571"/>
            <a:ext cx="382905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12BB4A-8F80-4E09-99AB-03BE164EA79B}"/>
              </a:ext>
            </a:extLst>
          </p:cNvPr>
          <p:cNvSpPr txBox="1"/>
          <p:nvPr/>
        </p:nvSpPr>
        <p:spPr>
          <a:xfrm>
            <a:off x="5636794" y="295976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4016E-6937-4D04-9D27-86EA3F5C5DEF}"/>
              </a:ext>
            </a:extLst>
          </p:cNvPr>
          <p:cNvSpPr txBox="1"/>
          <p:nvPr/>
        </p:nvSpPr>
        <p:spPr>
          <a:xfrm>
            <a:off x="3013664" y="2775102"/>
            <a:ext cx="1690683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highlight>
                  <a:srgbClr val="00FFFF"/>
                </a:highlight>
              </a:rPr>
              <a:t>本を借りる</a:t>
            </a:r>
            <a:endParaRPr lang="en-US" sz="2000" b="1" dirty="0">
              <a:highlight>
                <a:srgbClr val="00FFFF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4704347" y="4010155"/>
            <a:ext cx="1690683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highlight>
                  <a:srgbClr val="00FFFF"/>
                </a:highlight>
              </a:rPr>
              <a:t>作る</a:t>
            </a:r>
            <a:endParaRPr lang="en-US" sz="20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6107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77157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4400" b="1" dirty="0">
                <a:solidFill>
                  <a:srgbClr val="A11D2B"/>
                </a:solidFill>
              </a:rPr>
              <a:t>にかかわらず・～にかかわりなく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200"/>
            <a:ext cx="4628249" cy="4114800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どんな場 合 でも、～だ どちらの場 合 も、～だ ～に関 係なく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vi-VN" altLang="ja-JP" sz="2800" dirty="0"/>
              <a:t>Cho dù V hay không V</a:t>
            </a:r>
            <a:endParaRPr lang="en-US" altLang="ja-JP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5943601" y="1600200"/>
            <a:ext cx="5630880" cy="451184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Ｎ＋にかかわらず </a:t>
            </a:r>
            <a:endParaRPr lang="en-US" altLang="ja-JP" sz="2800" dirty="0"/>
          </a:p>
          <a:p>
            <a:pPr marL="0" indent="0" algn="ctr">
              <a:buNone/>
            </a:pPr>
            <a:r>
              <a:rPr lang="ja-JP" altLang="en-US" sz="2800" dirty="0"/>
              <a:t>Ｖ</a:t>
            </a:r>
            <a:r>
              <a:rPr lang="en-US" altLang="ja-JP" sz="2800" dirty="0"/>
              <a:t>-</a:t>
            </a:r>
            <a:r>
              <a:rPr lang="ja-JP" altLang="en-US" sz="2800" dirty="0"/>
              <a:t>辞書形・ナイ形＋にかかわらず</a:t>
            </a: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marL="0" indent="0" algn="ctr">
              <a:buNone/>
            </a:pPr>
            <a:r>
              <a:rPr lang="ja-JP" altLang="en-US" sz="2800" dirty="0"/>
              <a:t>イＡい／ナＡ、イＡい／ナＡ</a:t>
            </a:r>
            <a:r>
              <a:rPr lang="ja-JP" altLang="en-US" sz="2800"/>
              <a:t>（対 立す</a:t>
            </a:r>
            <a:r>
              <a:rPr lang="ja-JP" altLang="en-US" sz="2800" dirty="0"/>
              <a:t>る </a:t>
            </a:r>
            <a:r>
              <a:rPr lang="en-US" altLang="ja-JP" sz="2800" dirty="0"/>
              <a:t>2 </a:t>
            </a:r>
            <a:r>
              <a:rPr lang="ja-JP" altLang="en-US" sz="2800" dirty="0"/>
              <a:t>つの語）＋にかかわらず</a:t>
            </a:r>
            <a:endParaRPr lang="en-US" altLang="ja-JP" sz="36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69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P56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943D36FD-894D-4547-AA79-DADE6884A8C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28" y="1717837"/>
            <a:ext cx="11489563" cy="4358109"/>
          </a:xfrm>
        </p:spPr>
      </p:pic>
    </p:spTree>
    <p:extLst>
      <p:ext uri="{BB962C8B-B14F-4D97-AF65-F5344CB8AC3E}">
        <p14:creationId xmlns:p14="http://schemas.microsoft.com/office/powerpoint/2010/main" val="96998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632343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～</a:t>
            </a:r>
            <a:r>
              <a:rPr lang="ja-JP" altLang="en-US" sz="4800" b="1" dirty="0">
                <a:solidFill>
                  <a:srgbClr val="A11D2B"/>
                </a:solidFill>
              </a:rPr>
              <a:t>にかかわらず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082843"/>
            <a:ext cx="10943610" cy="547436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① サッカーの試合は（</a:t>
            </a:r>
            <a:r>
              <a:rPr lang="vi-VN" altLang="ja-JP" sz="2800" dirty="0"/>
              <a:t>        </a:t>
            </a:r>
            <a:r>
              <a:rPr lang="ja-JP" altLang="en-US" sz="2800" dirty="0"/>
              <a:t> ）にかかわらず、行われます。 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dirty="0">
              <a:highlight>
                <a:srgbClr val="D9910B"/>
              </a:highlight>
            </a:endParaRPr>
          </a:p>
          <a:p>
            <a:pPr marL="0" indent="0">
              <a:buNone/>
            </a:pPr>
            <a:r>
              <a:rPr lang="ja-JP" altLang="en-US" sz="2800" dirty="0"/>
              <a:t>ａ．雨 　　　　　ｂ．寒い 　　　　ｃ．天 候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② テストのあとは、点 数 の（　　　 ）にかかわらず、間違えたところをよく復 習 してください。</a:t>
            </a: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ａ．好き嫌ら い 　ｂ．いい悪い 　　ｃ．多い少ない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③ お酒を </a:t>
            </a:r>
            <a:r>
              <a:rPr lang="vi-VN" altLang="ja-JP" sz="2800" dirty="0"/>
              <a:t>________</a:t>
            </a:r>
            <a:r>
              <a:rPr lang="ja-JP" altLang="en-US" sz="2800" dirty="0"/>
              <a:t>にかかわらず、明日の飲み会の会費は全員 </a:t>
            </a:r>
            <a:r>
              <a:rPr lang="en-US" altLang="ja-JP" sz="2800" dirty="0"/>
              <a:t>3,000 </a:t>
            </a:r>
            <a:r>
              <a:rPr lang="ja-JP" altLang="en-US" sz="2800" dirty="0"/>
              <a:t>円です。 </a:t>
            </a:r>
            <a:endParaRPr lang="en-US" altLang="ja-JP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FABEA-AF34-499D-AC16-11633CF654DB}"/>
              </a:ext>
            </a:extLst>
          </p:cNvPr>
          <p:cNvSpPr txBox="1"/>
          <p:nvPr/>
        </p:nvSpPr>
        <p:spPr>
          <a:xfrm>
            <a:off x="1951120" y="5483787"/>
            <a:ext cx="2223837" cy="469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飲めない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41D68-2E92-419A-9D90-0814AE66459C}"/>
              </a:ext>
            </a:extLst>
          </p:cNvPr>
          <p:cNvSpPr txBox="1"/>
          <p:nvPr/>
        </p:nvSpPr>
        <p:spPr>
          <a:xfrm>
            <a:off x="3557337" y="1139597"/>
            <a:ext cx="2538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ｃ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1D8BA-DCF1-4BE2-A4BA-664E6361E634}"/>
              </a:ext>
            </a:extLst>
          </p:cNvPr>
          <p:cNvSpPr txBox="1"/>
          <p:nvPr/>
        </p:nvSpPr>
        <p:spPr>
          <a:xfrm>
            <a:off x="4916905" y="3041226"/>
            <a:ext cx="2538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ｂ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1472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 </a:t>
            </a:r>
            <a:r>
              <a:rPr lang="ja-JP" altLang="en-US" sz="4400" b="1" dirty="0">
                <a:solidFill>
                  <a:srgbClr val="A11D2B"/>
                </a:solidFill>
              </a:rPr>
              <a:t>にかかわらず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136173" cy="561341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［アルバイトの雑 誌を見て］</a:t>
            </a: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  </a:t>
            </a:r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Ａ：どのアルバイトがいいかな。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Ｂ：この店はどう？ </a:t>
            </a:r>
            <a:r>
              <a:rPr lang="vi-VN" altLang="ja-JP" sz="2800" dirty="0"/>
              <a:t>_______________</a:t>
            </a:r>
            <a:r>
              <a:rPr lang="ja-JP" altLang="en-US" sz="2800" dirty="0"/>
              <a:t>にかかわらず、だれでもできる仕事だって書いて あるよ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4617969" y="3646010"/>
            <a:ext cx="2177716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経験の有無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2050" name="Picture 2" descr="笑顔でバイト雑誌を見る人のイラスト（男性） | かわいいフリー素材集 いらすとや">
            <a:extLst>
              <a:ext uri="{FF2B5EF4-FFF2-40B4-BE49-F238E27FC236}">
                <a16:creationId xmlns:a16="http://schemas.microsoft.com/office/drawing/2014/main" id="{B7A1AFD1-974F-4841-9BED-D36B16D1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907" y="1450808"/>
            <a:ext cx="3598857" cy="398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4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377157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</a:t>
            </a:r>
            <a:r>
              <a:rPr lang="ja-JP" altLang="en-US" sz="4400" b="1" dirty="0">
                <a:solidFill>
                  <a:srgbClr val="A11D2B"/>
                </a:solidFill>
              </a:rPr>
              <a:t>次第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8" y="1600200"/>
            <a:ext cx="5478482" cy="4186988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～したら、すぐ～する </a:t>
            </a:r>
            <a:endParaRPr lang="en-US" altLang="ja-JP" sz="2800" dirty="0"/>
          </a:p>
          <a:p>
            <a:pPr marL="0" indent="0">
              <a:buNone/>
            </a:pPr>
            <a:r>
              <a:rPr lang="vi-VN" altLang="ja-JP" sz="2400" dirty="0"/>
              <a:t>Ngay sau khi~ thì sẽ làm liền</a:t>
            </a:r>
          </a:p>
          <a:p>
            <a:pPr marL="0" indent="0">
              <a:buNone/>
            </a:pPr>
            <a:r>
              <a:rPr lang="en-US" altLang="ja-JP" sz="2000" dirty="0"/>
              <a:t>※</a:t>
            </a:r>
            <a:r>
              <a:rPr lang="ja-JP" altLang="en-US" sz="2000" dirty="0"/>
              <a:t>「</a:t>
            </a:r>
            <a:r>
              <a:rPr lang="ja-JP" altLang="en-US" sz="2400" dirty="0"/>
              <a:t>～次 第」の前は自 然 に起こること、後 ろは話す人の意 志 。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⇒過 去 形はこない</a:t>
            </a:r>
            <a:endParaRPr lang="en-US" altLang="ja-JP" sz="24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954252" y="1600199"/>
            <a:ext cx="4620229" cy="4186988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400" dirty="0"/>
              <a:t>Ｖ</a:t>
            </a:r>
            <a:r>
              <a:rPr lang="en-US" altLang="ja-JP" sz="2400" dirty="0"/>
              <a:t>- </a:t>
            </a:r>
            <a:r>
              <a:rPr lang="ja-JP" altLang="en-US" sz="2400" dirty="0"/>
              <a:t>マス形＋次 第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41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P56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44DA0DEF-D260-4C57-8057-8DABCA9E754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96" y="1518297"/>
            <a:ext cx="11747988" cy="3821406"/>
          </a:xfrm>
        </p:spPr>
      </p:pic>
    </p:spTree>
    <p:extLst>
      <p:ext uri="{BB962C8B-B14F-4D97-AF65-F5344CB8AC3E}">
        <p14:creationId xmlns:p14="http://schemas.microsoft.com/office/powerpoint/2010/main" val="376307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 </a:t>
            </a:r>
            <a:r>
              <a:rPr lang="ja-JP" altLang="en-US" sz="4400" b="1" dirty="0">
                <a:solidFill>
                  <a:srgbClr val="A11D2B"/>
                </a:solidFill>
              </a:rPr>
              <a:t>次第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136173" cy="561341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［学校で交 流 会 について話しています］</a:t>
            </a:r>
            <a:r>
              <a:rPr lang="ja-JP" altLang="en-US" sz="2800" dirty="0"/>
              <a:t> </a:t>
            </a: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  </a:t>
            </a:r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学生</a:t>
            </a:r>
            <a:r>
              <a:rPr lang="ja-JP" altLang="en-US" sz="2800" dirty="0"/>
              <a:t>：この交流会はいつまでに申 し込 こ めばいいですか。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教師</a:t>
            </a:r>
            <a:r>
              <a:rPr lang="ja-JP" altLang="en-US" sz="2800" dirty="0"/>
              <a:t>：特に締め切りの日はありません。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定 員  に</a:t>
            </a:r>
            <a:r>
              <a:rPr lang="vi-VN" altLang="ja-JP" sz="2800" dirty="0"/>
              <a:t>  _________</a:t>
            </a:r>
            <a:r>
              <a:rPr lang="ja-JP" altLang="en-US" sz="2800" dirty="0"/>
              <a:t>次第  、締 め切りに なります。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2736460" y="5075094"/>
            <a:ext cx="1455821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なり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3074" name="Picture 2" descr="「交流会」のイラスト文字">
            <a:extLst>
              <a:ext uri="{FF2B5EF4-FFF2-40B4-BE49-F238E27FC236}">
                <a16:creationId xmlns:a16="http://schemas.microsoft.com/office/drawing/2014/main" id="{171E7F65-5ED3-4C53-AF9E-6A18A8806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517" y="1609223"/>
            <a:ext cx="3251535" cy="32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07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 </a:t>
            </a:r>
            <a:r>
              <a:rPr lang="ja-JP" altLang="en-US" sz="4400" b="1" dirty="0">
                <a:solidFill>
                  <a:srgbClr val="A11D2B"/>
                </a:solidFill>
              </a:rPr>
              <a:t>次第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136173" cy="561341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［電話で］ </a:t>
            </a: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Ａ：これから電車に乗ります。中野 駅</a:t>
            </a: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に</a:t>
            </a:r>
            <a:r>
              <a:rPr lang="vi-VN" altLang="ja-JP" sz="2800" dirty="0"/>
              <a:t>________</a:t>
            </a:r>
            <a:r>
              <a:rPr lang="ja-JP" altLang="en-US" sz="2800" dirty="0"/>
              <a:t> 次 第、また電話します。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Ｂ：はい、待っています。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1244544" y="3606085"/>
            <a:ext cx="1455821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着き</a:t>
            </a:r>
            <a:endParaRPr lang="en-US" sz="2400" b="1" dirty="0">
              <a:highlight>
                <a:srgbClr val="00FFFF"/>
              </a:highlight>
            </a:endParaRPr>
          </a:p>
        </p:txBody>
      </p:sp>
      <p:pic>
        <p:nvPicPr>
          <p:cNvPr id="4098" name="Picture 2" descr="携帯電話で話す女性のイラスト">
            <a:extLst>
              <a:ext uri="{FF2B5EF4-FFF2-40B4-BE49-F238E27FC236}">
                <a16:creationId xmlns:a16="http://schemas.microsoft.com/office/drawing/2014/main" id="{2CD1835C-7F01-4292-BEBF-B91F3F605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510" y="1203446"/>
            <a:ext cx="2402639" cy="24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携帯電話で話す男性のイラスト">
            <a:extLst>
              <a:ext uri="{FF2B5EF4-FFF2-40B4-BE49-F238E27FC236}">
                <a16:creationId xmlns:a16="http://schemas.microsoft.com/office/drawing/2014/main" id="{CD879ECF-7E93-4E82-8F63-648635BE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676" y="3833044"/>
            <a:ext cx="2402639" cy="24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96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～ </a:t>
            </a:r>
            <a:r>
              <a:rPr lang="ja-JP" altLang="en-US" sz="4400" b="1" dirty="0">
                <a:solidFill>
                  <a:srgbClr val="A11D2B"/>
                </a:solidFill>
              </a:rPr>
              <a:t>次第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083" y="1179096"/>
            <a:ext cx="10773721" cy="563776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［</a:t>
            </a:r>
            <a:r>
              <a:rPr lang="ja-JP" altLang="en-US" sz="2800" b="1" dirty="0">
                <a:solidFill>
                  <a:srgbClr val="FF0000"/>
                </a:solidFill>
              </a:rPr>
              <a:t>知り合いの日本人と約束があります。仕事で少し遅く れそうなので、電話をしました］</a:t>
            </a:r>
            <a:r>
              <a:rPr lang="vi-VN" altLang="ja-JP" sz="2800" b="1" dirty="0">
                <a:solidFill>
                  <a:srgbClr val="FF0000"/>
                </a:solidFill>
              </a:rPr>
              <a:t>    </a:t>
            </a:r>
            <a:endParaRPr lang="vi-VN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</a:t>
            </a:r>
            <a:endParaRPr lang="vi-VN" altLang="ja-JP" sz="28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sz="2800" dirty="0"/>
              <a:t>Ａ：Ｂさん</a:t>
            </a:r>
            <a:r>
              <a:rPr lang="vi-VN" altLang="ja-JP" sz="2800" dirty="0"/>
              <a:t>,</a:t>
            </a:r>
            <a:r>
              <a:rPr lang="ja-JP" altLang="en-US" sz="2800" dirty="0"/>
              <a:t>すみません。まだ会社にいるんです。少し遅れそうなんですが。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Ｂ：だいじょうぶですよ。先にお店に行って待っています。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Ａ：ありがとうございます。仕事が </a:t>
            </a:r>
            <a:r>
              <a:rPr lang="vi-VN" altLang="ja-JP" sz="2800" dirty="0"/>
              <a:t>________</a:t>
            </a:r>
            <a:r>
              <a:rPr lang="ja-JP" altLang="en-US" sz="2800" dirty="0"/>
              <a:t>次 第  、すぐそちらに向かいます。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6634693" y="5348083"/>
            <a:ext cx="1455821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終わり</a:t>
            </a:r>
            <a:endParaRPr lang="en-US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3227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文を完成させて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083" y="1179096"/>
            <a:ext cx="10773721" cy="563776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①＿＿＿＿＿＿＿＿ 次 第  、始めましょう。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② バーベキューは＿＿＿＿＿＿＿＿＿ にかかわらず、行います。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③ ＿＿＿＿＿＿＿＿＿＿には が必要 です。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15107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b="1" dirty="0">
                <a:solidFill>
                  <a:srgbClr val="FF0000"/>
                </a:solidFill>
              </a:rPr>
              <a:t>（ </a:t>
            </a:r>
            <a:r>
              <a:rPr lang="vi-VN" altLang="ja-JP" b="1" dirty="0">
                <a:solidFill>
                  <a:srgbClr val="FF0000"/>
                </a:solidFill>
              </a:rPr>
              <a:t>      </a:t>
            </a:r>
            <a:r>
              <a:rPr lang="ja-JP" altLang="en-US" b="1" dirty="0">
                <a:solidFill>
                  <a:srgbClr val="FF0000"/>
                </a:solidFill>
              </a:rPr>
              <a:t>）に入る言葉を選ら んでください。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4F3A26B-7A85-492B-AD04-079B47B78148}"/>
              </a:ext>
            </a:extLst>
          </p:cNvPr>
          <p:cNvSpPr txBox="1">
            <a:spLocks/>
          </p:cNvSpPr>
          <p:nvPr/>
        </p:nvSpPr>
        <p:spPr>
          <a:xfrm>
            <a:off x="8860699" y="2237346"/>
            <a:ext cx="2707106" cy="2847314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altLang="ja-JP" sz="2400" dirty="0"/>
              <a:t>a.</a:t>
            </a:r>
            <a:r>
              <a:rPr lang="ja-JP" altLang="en-US" sz="2400" dirty="0"/>
              <a:t>トレーニング </a:t>
            </a:r>
            <a:endParaRPr lang="vi-VN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vi-VN" altLang="ja-JP" sz="2400" dirty="0"/>
              <a:t>b.</a:t>
            </a:r>
            <a:r>
              <a:rPr lang="ja-JP" altLang="en-US" sz="2400" dirty="0"/>
              <a:t>器 具  </a:t>
            </a:r>
            <a:endParaRPr lang="vi-VN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vi-VN" altLang="ja-JP" sz="2400" dirty="0"/>
              <a:t>c.</a:t>
            </a:r>
            <a:r>
              <a:rPr lang="ja-JP" altLang="en-US" sz="2400" dirty="0"/>
              <a:t>有  無  </a:t>
            </a:r>
            <a:endParaRPr lang="vi-VN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vi-VN" altLang="ja-JP" sz="2400" dirty="0"/>
              <a:t>d.</a:t>
            </a:r>
            <a:r>
              <a:rPr lang="ja-JP" altLang="en-US" sz="2400" dirty="0"/>
              <a:t>バレーボール </a:t>
            </a:r>
            <a:endParaRPr lang="vi-VN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vi-VN" altLang="ja-JP" sz="2400" dirty="0"/>
              <a:t>e.</a:t>
            </a:r>
            <a:r>
              <a:rPr lang="ja-JP" altLang="en-US" sz="2400" dirty="0"/>
              <a:t>施 </a:t>
            </a:r>
            <a:r>
              <a:rPr lang="vi-VN" altLang="ja-JP" sz="2400" dirty="0"/>
              <a:t> </a:t>
            </a:r>
            <a:r>
              <a:rPr lang="ja-JP" altLang="en-US" sz="2400" dirty="0"/>
              <a:t>設</a:t>
            </a:r>
            <a:endParaRPr lang="vi-VN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426C7-75C6-4590-9ADF-607F314C8D70}"/>
              </a:ext>
            </a:extLst>
          </p:cNvPr>
          <p:cNvSpPr txBox="1"/>
          <p:nvPr/>
        </p:nvSpPr>
        <p:spPr>
          <a:xfrm>
            <a:off x="2911642" y="2345913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186CB1C-C5A5-4134-BCDD-534923F89FD3}"/>
              </a:ext>
            </a:extLst>
          </p:cNvPr>
          <p:cNvSpPr txBox="1">
            <a:spLocks/>
          </p:cNvSpPr>
          <p:nvPr/>
        </p:nvSpPr>
        <p:spPr>
          <a:xfrm>
            <a:off x="624195" y="1311506"/>
            <a:ext cx="8074637" cy="522170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① 私は高校のころ、（ </a:t>
            </a:r>
            <a:r>
              <a:rPr lang="vi-VN" altLang="ja-JP" sz="2800" dirty="0"/>
              <a:t>     </a:t>
            </a:r>
            <a:r>
              <a:rPr lang="ja-JP" altLang="en-US" sz="2800" dirty="0"/>
              <a:t>）部でした。 </a:t>
            </a: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② 体育  館の（</a:t>
            </a:r>
            <a:r>
              <a:rPr lang="vi-VN" altLang="ja-JP" sz="2800" dirty="0"/>
              <a:t>   </a:t>
            </a:r>
            <a:r>
              <a:rPr lang="ja-JP" altLang="en-US" sz="2800" dirty="0"/>
              <a:t> ）ルームを利用する人は、登 録 が必 要 です。</a:t>
            </a: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 ③ このアルバイトは経  験の（</a:t>
            </a:r>
            <a:r>
              <a:rPr lang="vi-VN" altLang="ja-JP" sz="2800" dirty="0"/>
              <a:t>      </a:t>
            </a:r>
            <a:r>
              <a:rPr lang="ja-JP" altLang="en-US" sz="2800" dirty="0"/>
              <a:t> ）にかかわらず、だれでも応 募 できます。</a:t>
            </a: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④ 探せば、無料で利用できる（ </a:t>
            </a:r>
            <a:r>
              <a:rPr lang="vi-VN" altLang="ja-JP" sz="2800" dirty="0"/>
              <a:t>    </a:t>
            </a:r>
            <a:r>
              <a:rPr lang="ja-JP" altLang="en-US" sz="2800" dirty="0"/>
              <a:t>）はたくさんあります。</a:t>
            </a: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endParaRPr lang="vi-VN" altLang="ja-JP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 ⑤ 実験室の（ </a:t>
            </a:r>
            <a:r>
              <a:rPr lang="vi-VN" altLang="ja-JP" sz="2800" dirty="0"/>
              <a:t>    </a:t>
            </a:r>
            <a:r>
              <a:rPr lang="ja-JP" altLang="en-US" sz="2800" dirty="0"/>
              <a:t>）は許 可 なしにさわらないでください。</a:t>
            </a:r>
            <a:endParaRPr lang="en-US" altLang="ja-JP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93C22-0BED-4261-8186-C380E003893E}"/>
              </a:ext>
            </a:extLst>
          </p:cNvPr>
          <p:cNvSpPr txBox="1"/>
          <p:nvPr/>
        </p:nvSpPr>
        <p:spPr>
          <a:xfrm>
            <a:off x="2911642" y="2478322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39DE7-C093-475D-9842-98A0BE7DE3E5}"/>
              </a:ext>
            </a:extLst>
          </p:cNvPr>
          <p:cNvSpPr txBox="1"/>
          <p:nvPr/>
        </p:nvSpPr>
        <p:spPr>
          <a:xfrm>
            <a:off x="4223083" y="1612049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0C4C8-E80F-4030-9D32-C060D2AF9B67}"/>
              </a:ext>
            </a:extLst>
          </p:cNvPr>
          <p:cNvSpPr txBox="1"/>
          <p:nvPr/>
        </p:nvSpPr>
        <p:spPr>
          <a:xfrm>
            <a:off x="5332719" y="3069573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342CF-82C1-454F-8E36-2794D19500AE}"/>
              </a:ext>
            </a:extLst>
          </p:cNvPr>
          <p:cNvSpPr txBox="1"/>
          <p:nvPr/>
        </p:nvSpPr>
        <p:spPr>
          <a:xfrm>
            <a:off x="5465066" y="4164447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e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DBADC-3B3D-4531-806C-E63517CBF4E7}"/>
              </a:ext>
            </a:extLst>
          </p:cNvPr>
          <p:cNvSpPr txBox="1"/>
          <p:nvPr/>
        </p:nvSpPr>
        <p:spPr>
          <a:xfrm>
            <a:off x="2914371" y="5315661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b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209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4341</TotalTime>
  <Words>1818</Words>
  <Application>Microsoft Office PowerPoint</Application>
  <PresentationFormat>Widescreen</PresentationFormat>
  <Paragraphs>204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見つけた　 （53ページ）</vt:lpstr>
      <vt:lpstr>見つけた　 （53ページ）</vt:lpstr>
      <vt:lpstr>PowerPoint Presentation</vt:lpstr>
      <vt:lpstr>答えてみて　</vt:lpstr>
      <vt:lpstr>使ってみよう3 文法1&amp;2&amp;3（56 ページ）</vt:lpstr>
      <vt:lpstr>～には</vt:lpstr>
      <vt:lpstr>～には</vt:lpstr>
      <vt:lpstr>例文（P56）</vt:lpstr>
      <vt:lpstr>～には</vt:lpstr>
      <vt:lpstr>～にかかわらず・～にかかわりなく</vt:lpstr>
      <vt:lpstr>例文（P56）</vt:lpstr>
      <vt:lpstr>～にかかわらず</vt:lpstr>
      <vt:lpstr>～ にかかわらず</vt:lpstr>
      <vt:lpstr>～次第</vt:lpstr>
      <vt:lpstr>例文（P56）</vt:lpstr>
      <vt:lpstr>～ 次第</vt:lpstr>
      <vt:lpstr>～ 次第</vt:lpstr>
      <vt:lpstr>～ 次第</vt:lpstr>
      <vt:lpstr>文を完成させて</vt:lpstr>
      <vt:lpstr>（       ）に入る言葉を選ら んでください。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2021-09-13T13:17:55Z</dcterms:modified>
</cp:coreProperties>
</file>