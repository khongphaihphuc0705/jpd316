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460" r:id="rId3"/>
    <p:sldId id="4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9C53"/>
    <a:srgbClr val="D9910B"/>
    <a:srgbClr val="A11D2B"/>
    <a:srgbClr val="256766"/>
    <a:srgbClr val="1A1E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385C72-3C53-4EF7-BE49-CB101C338BB5}" v="7" dt="2021-09-14T13:00:12.2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82603" autoAdjust="0"/>
  </p:normalViewPr>
  <p:slideViewPr>
    <p:cSldViewPr snapToGrid="0" showGuides="1">
      <p:cViewPr varScale="1">
        <p:scale>
          <a:sx n="53" d="100"/>
          <a:sy n="53" d="100"/>
        </p:scale>
        <p:origin x="372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Thi Kim Oanh (FE FPTU CT)" userId="33772939-cd87-45c1-be61-e0648bc25a53" providerId="ADAL" clId="{EF385C72-3C53-4EF7-BE49-CB101C338BB5}"/>
    <pc:docChg chg="custSel addSld delSld modSld">
      <pc:chgData name="Le Thi Kim Oanh (FE FPTU CT)" userId="33772939-cd87-45c1-be61-e0648bc25a53" providerId="ADAL" clId="{EF385C72-3C53-4EF7-BE49-CB101C338BB5}" dt="2021-09-14T13:00:14.162" v="39" actId="26606"/>
      <pc:docMkLst>
        <pc:docMk/>
      </pc:docMkLst>
      <pc:sldChg chg="del">
        <pc:chgData name="Le Thi Kim Oanh (FE FPTU CT)" userId="33772939-cd87-45c1-be61-e0648bc25a53" providerId="ADAL" clId="{EF385C72-3C53-4EF7-BE49-CB101C338BB5}" dt="2021-09-14T12:59:57.801" v="34" actId="47"/>
        <pc:sldMkLst>
          <pc:docMk/>
          <pc:sldMk cId="2002009058" sldId="335"/>
        </pc:sldMkLst>
      </pc:sldChg>
      <pc:sldChg chg="del">
        <pc:chgData name="Le Thi Kim Oanh (FE FPTU CT)" userId="33772939-cd87-45c1-be61-e0648bc25a53" providerId="ADAL" clId="{EF385C72-3C53-4EF7-BE49-CB101C338BB5}" dt="2021-09-14T12:59:57.801" v="34" actId="47"/>
        <pc:sldMkLst>
          <pc:docMk/>
          <pc:sldMk cId="2251449390" sldId="359"/>
        </pc:sldMkLst>
      </pc:sldChg>
      <pc:sldChg chg="del">
        <pc:chgData name="Le Thi Kim Oanh (FE FPTU CT)" userId="33772939-cd87-45c1-be61-e0648bc25a53" providerId="ADAL" clId="{EF385C72-3C53-4EF7-BE49-CB101C338BB5}" dt="2021-09-14T12:59:57.801" v="34" actId="47"/>
        <pc:sldMkLst>
          <pc:docMk/>
          <pc:sldMk cId="1255160623" sldId="363"/>
        </pc:sldMkLst>
      </pc:sldChg>
      <pc:sldChg chg="modSp mod">
        <pc:chgData name="Le Thi Kim Oanh (FE FPTU CT)" userId="33772939-cd87-45c1-be61-e0648bc25a53" providerId="ADAL" clId="{EF385C72-3C53-4EF7-BE49-CB101C338BB5}" dt="2021-09-14T12:59:46.514" v="33"/>
        <pc:sldMkLst>
          <pc:docMk/>
          <pc:sldMk cId="888382770" sldId="460"/>
        </pc:sldMkLst>
        <pc:spChg chg="mod">
          <ac:chgData name="Le Thi Kim Oanh (FE FPTU CT)" userId="33772939-cd87-45c1-be61-e0648bc25a53" providerId="ADAL" clId="{EF385C72-3C53-4EF7-BE49-CB101C338BB5}" dt="2021-09-14T12:59:29.812" v="6"/>
          <ac:spMkLst>
            <pc:docMk/>
            <pc:sldMk cId="888382770" sldId="460"/>
            <ac:spMk id="2" creationId="{5EF6DCCE-80F6-4D0D-97C7-067D35D1D426}"/>
          </ac:spMkLst>
        </pc:spChg>
        <pc:spChg chg="mod">
          <ac:chgData name="Le Thi Kim Oanh (FE FPTU CT)" userId="33772939-cd87-45c1-be61-e0648bc25a53" providerId="ADAL" clId="{EF385C72-3C53-4EF7-BE49-CB101C338BB5}" dt="2021-09-14T12:59:42.083" v="24"/>
          <ac:spMkLst>
            <pc:docMk/>
            <pc:sldMk cId="888382770" sldId="460"/>
            <ac:spMk id="34" creationId="{01D98E79-DCBD-40D8-91C0-33E95A32483A}"/>
          </ac:spMkLst>
        </pc:spChg>
        <pc:spChg chg="mod">
          <ac:chgData name="Le Thi Kim Oanh (FE FPTU CT)" userId="33772939-cd87-45c1-be61-e0648bc25a53" providerId="ADAL" clId="{EF385C72-3C53-4EF7-BE49-CB101C338BB5}" dt="2021-09-14T12:59:46.514" v="33"/>
          <ac:spMkLst>
            <pc:docMk/>
            <pc:sldMk cId="888382770" sldId="460"/>
            <ac:spMk id="76" creationId="{5488B2A3-09E1-4ED9-8CB5-A06EA337ED44}"/>
          </ac:spMkLst>
        </pc:spChg>
      </pc:sldChg>
      <pc:sldChg chg="del">
        <pc:chgData name="Le Thi Kim Oanh (FE FPTU CT)" userId="33772939-cd87-45c1-be61-e0648bc25a53" providerId="ADAL" clId="{EF385C72-3C53-4EF7-BE49-CB101C338BB5}" dt="2021-09-14T12:59:57.801" v="34" actId="47"/>
        <pc:sldMkLst>
          <pc:docMk/>
          <pc:sldMk cId="2161086321" sldId="461"/>
        </pc:sldMkLst>
      </pc:sldChg>
      <pc:sldChg chg="addSp modSp new mod setBg">
        <pc:chgData name="Le Thi Kim Oanh (FE FPTU CT)" userId="33772939-cd87-45c1-be61-e0648bc25a53" providerId="ADAL" clId="{EF385C72-3C53-4EF7-BE49-CB101C338BB5}" dt="2021-09-14T13:00:14.162" v="39" actId="26606"/>
        <pc:sldMkLst>
          <pc:docMk/>
          <pc:sldMk cId="2381238993" sldId="461"/>
        </pc:sldMkLst>
        <pc:spChg chg="add">
          <ac:chgData name="Le Thi Kim Oanh (FE FPTU CT)" userId="33772939-cd87-45c1-be61-e0648bc25a53" providerId="ADAL" clId="{EF385C72-3C53-4EF7-BE49-CB101C338BB5}" dt="2021-09-14T13:00:14.162" v="39" actId="26606"/>
          <ac:spMkLst>
            <pc:docMk/>
            <pc:sldMk cId="2381238993" sldId="461"/>
            <ac:spMk id="8" creationId="{F3060C83-F051-4F0E-ABAD-AA0DFC48B218}"/>
          </ac:spMkLst>
        </pc:spChg>
        <pc:spChg chg="add">
          <ac:chgData name="Le Thi Kim Oanh (FE FPTU CT)" userId="33772939-cd87-45c1-be61-e0648bc25a53" providerId="ADAL" clId="{EF385C72-3C53-4EF7-BE49-CB101C338BB5}" dt="2021-09-14T13:00:14.162" v="39" actId="26606"/>
          <ac:spMkLst>
            <pc:docMk/>
            <pc:sldMk cId="2381238993" sldId="461"/>
            <ac:spMk id="10" creationId="{83C98ABE-055B-441F-B07E-44F97F083C39}"/>
          </ac:spMkLst>
        </pc:spChg>
        <pc:spChg chg="add">
          <ac:chgData name="Le Thi Kim Oanh (FE FPTU CT)" userId="33772939-cd87-45c1-be61-e0648bc25a53" providerId="ADAL" clId="{EF385C72-3C53-4EF7-BE49-CB101C338BB5}" dt="2021-09-14T13:00:14.162" v="39" actId="26606"/>
          <ac:spMkLst>
            <pc:docMk/>
            <pc:sldMk cId="2381238993" sldId="461"/>
            <ac:spMk id="12" creationId="{29FDB030-9B49-4CED-8CCD-4D99382388AC}"/>
          </ac:spMkLst>
        </pc:spChg>
        <pc:spChg chg="add">
          <ac:chgData name="Le Thi Kim Oanh (FE FPTU CT)" userId="33772939-cd87-45c1-be61-e0648bc25a53" providerId="ADAL" clId="{EF385C72-3C53-4EF7-BE49-CB101C338BB5}" dt="2021-09-14T13:00:14.162" v="39" actId="26606"/>
          <ac:spMkLst>
            <pc:docMk/>
            <pc:sldMk cId="2381238993" sldId="461"/>
            <ac:spMk id="14" creationId="{3783CA14-24A1-485C-8B30-D6A5D87987AD}"/>
          </ac:spMkLst>
        </pc:spChg>
        <pc:spChg chg="add">
          <ac:chgData name="Le Thi Kim Oanh (FE FPTU CT)" userId="33772939-cd87-45c1-be61-e0648bc25a53" providerId="ADAL" clId="{EF385C72-3C53-4EF7-BE49-CB101C338BB5}" dt="2021-09-14T13:00:14.162" v="39" actId="26606"/>
          <ac:spMkLst>
            <pc:docMk/>
            <pc:sldMk cId="2381238993" sldId="461"/>
            <ac:spMk id="16" creationId="{9A97C86A-04D6-40F7-AE84-31AB43E6A846}"/>
          </ac:spMkLst>
        </pc:spChg>
        <pc:spChg chg="add">
          <ac:chgData name="Le Thi Kim Oanh (FE FPTU CT)" userId="33772939-cd87-45c1-be61-e0648bc25a53" providerId="ADAL" clId="{EF385C72-3C53-4EF7-BE49-CB101C338BB5}" dt="2021-09-14T13:00:14.162" v="39" actId="26606"/>
          <ac:spMkLst>
            <pc:docMk/>
            <pc:sldMk cId="2381238993" sldId="461"/>
            <ac:spMk id="18" creationId="{FF9F2414-84E8-453E-B1F3-389FDE8192D9}"/>
          </ac:spMkLst>
        </pc:spChg>
        <pc:spChg chg="add">
          <ac:chgData name="Le Thi Kim Oanh (FE FPTU CT)" userId="33772939-cd87-45c1-be61-e0648bc25a53" providerId="ADAL" clId="{EF385C72-3C53-4EF7-BE49-CB101C338BB5}" dt="2021-09-14T13:00:14.162" v="39" actId="26606"/>
          <ac:spMkLst>
            <pc:docMk/>
            <pc:sldMk cId="2381238993" sldId="461"/>
            <ac:spMk id="20" creationId="{3ECA69A1-7536-43AC-85EF-C7106179F5ED}"/>
          </ac:spMkLst>
        </pc:spChg>
        <pc:picChg chg="add mod">
          <ac:chgData name="Le Thi Kim Oanh (FE FPTU CT)" userId="33772939-cd87-45c1-be61-e0648bc25a53" providerId="ADAL" clId="{EF385C72-3C53-4EF7-BE49-CB101C338BB5}" dt="2021-09-14T13:00:14.162" v="39" actId="26606"/>
          <ac:picMkLst>
            <pc:docMk/>
            <pc:sldMk cId="2381238993" sldId="461"/>
            <ac:picMk id="3" creationId="{CD354EE4-A66B-45A2-8862-AA9661870EA8}"/>
          </ac:picMkLst>
        </pc:picChg>
      </pc:sldChg>
      <pc:sldChg chg="del">
        <pc:chgData name="Le Thi Kim Oanh (FE FPTU CT)" userId="33772939-cd87-45c1-be61-e0648bc25a53" providerId="ADAL" clId="{EF385C72-3C53-4EF7-BE49-CB101C338BB5}" dt="2021-09-14T12:59:57.801" v="34" actId="47"/>
        <pc:sldMkLst>
          <pc:docMk/>
          <pc:sldMk cId="2762624565" sldId="523"/>
        </pc:sldMkLst>
      </pc:sldChg>
      <pc:sldChg chg="del">
        <pc:chgData name="Le Thi Kim Oanh (FE FPTU CT)" userId="33772939-cd87-45c1-be61-e0648bc25a53" providerId="ADAL" clId="{EF385C72-3C53-4EF7-BE49-CB101C338BB5}" dt="2021-09-14T12:59:57.801" v="34" actId="47"/>
        <pc:sldMkLst>
          <pc:docMk/>
          <pc:sldMk cId="2260760781" sldId="524"/>
        </pc:sldMkLst>
      </pc:sldChg>
      <pc:sldChg chg="del">
        <pc:chgData name="Le Thi Kim Oanh (FE FPTU CT)" userId="33772939-cd87-45c1-be61-e0648bc25a53" providerId="ADAL" clId="{EF385C72-3C53-4EF7-BE49-CB101C338BB5}" dt="2021-09-14T12:59:57.801" v="34" actId="47"/>
        <pc:sldMkLst>
          <pc:docMk/>
          <pc:sldMk cId="3284802974" sldId="525"/>
        </pc:sldMkLst>
      </pc:sldChg>
      <pc:sldChg chg="del">
        <pc:chgData name="Le Thi Kim Oanh (FE FPTU CT)" userId="33772939-cd87-45c1-be61-e0648bc25a53" providerId="ADAL" clId="{EF385C72-3C53-4EF7-BE49-CB101C338BB5}" dt="2021-09-14T12:59:57.801" v="34" actId="47"/>
        <pc:sldMkLst>
          <pc:docMk/>
          <pc:sldMk cId="871476159" sldId="527"/>
        </pc:sldMkLst>
      </pc:sldChg>
      <pc:sldChg chg="del">
        <pc:chgData name="Le Thi Kim Oanh (FE FPTU CT)" userId="33772939-cd87-45c1-be61-e0648bc25a53" providerId="ADAL" clId="{EF385C72-3C53-4EF7-BE49-CB101C338BB5}" dt="2021-09-14T12:59:57.801" v="34" actId="47"/>
        <pc:sldMkLst>
          <pc:docMk/>
          <pc:sldMk cId="3483899470" sldId="528"/>
        </pc:sldMkLst>
      </pc:sldChg>
      <pc:sldChg chg="del">
        <pc:chgData name="Le Thi Kim Oanh (FE FPTU CT)" userId="33772939-cd87-45c1-be61-e0648bc25a53" providerId="ADAL" clId="{EF385C72-3C53-4EF7-BE49-CB101C338BB5}" dt="2021-09-14T12:59:57.801" v="34" actId="47"/>
        <pc:sldMkLst>
          <pc:docMk/>
          <pc:sldMk cId="1461664309" sldId="529"/>
        </pc:sldMkLst>
      </pc:sldChg>
      <pc:sldChg chg="del">
        <pc:chgData name="Le Thi Kim Oanh (FE FPTU CT)" userId="33772939-cd87-45c1-be61-e0648bc25a53" providerId="ADAL" clId="{EF385C72-3C53-4EF7-BE49-CB101C338BB5}" dt="2021-09-14T12:59:57.801" v="34" actId="47"/>
        <pc:sldMkLst>
          <pc:docMk/>
          <pc:sldMk cId="6520133" sldId="530"/>
        </pc:sldMkLst>
      </pc:sldChg>
      <pc:sldChg chg="del">
        <pc:chgData name="Le Thi Kim Oanh (FE FPTU CT)" userId="33772939-cd87-45c1-be61-e0648bc25a53" providerId="ADAL" clId="{EF385C72-3C53-4EF7-BE49-CB101C338BB5}" dt="2021-09-14T12:59:57.801" v="34" actId="47"/>
        <pc:sldMkLst>
          <pc:docMk/>
          <pc:sldMk cId="555989116" sldId="531"/>
        </pc:sldMkLst>
      </pc:sldChg>
      <pc:sldChg chg="del">
        <pc:chgData name="Le Thi Kim Oanh (FE FPTU CT)" userId="33772939-cd87-45c1-be61-e0648bc25a53" providerId="ADAL" clId="{EF385C72-3C53-4EF7-BE49-CB101C338BB5}" dt="2021-09-14T12:59:57.801" v="34" actId="47"/>
        <pc:sldMkLst>
          <pc:docMk/>
          <pc:sldMk cId="2912388319" sldId="53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4AC79-637E-4A71-B73B-6E806EDF51EE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8D07D-93F7-416F-A73A-05ECF16F3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10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C7FB-2231-4C26-BB4A-5BA9894A6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18C77-A614-417B-BFC7-CBA53A8BB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716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6F45-CA2A-4988-873F-0116AC84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943610" cy="8147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25123F-A5C6-452C-853C-53235A48CA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3480619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EA6298-9743-48B8-A25C-863BFFCB91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30065" y="1946275"/>
            <a:ext cx="4542810" cy="309767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2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0BCD-32CE-47F3-8315-2473B8AF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059B-2D6C-42DF-8074-E72342B29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109A9-74C6-4023-9D79-7A19C630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CFD5-90D6-432F-982A-07461275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A442-C7AE-48C1-A3E8-4B6127CD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EE63-C26E-421A-9CD1-766899CB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8466-D14C-4196-A871-13A00CE1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42D23-2217-473F-B4F1-927F290E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24888-79E9-4FC9-982B-6C9DB386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7D11-5F5D-4098-A402-1EEE154A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3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8151-881E-45F1-B5A1-3486E147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9466A-EF98-4CBB-A36A-A5D679309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B4661-4C1D-4729-97C4-09C1E14E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4AE64-DDF8-4823-8895-A51D0024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416DA-647E-4533-AC1E-34BAB737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3EB35-FFDF-424A-9F11-1EA3BD27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358B-1377-48AB-832D-43003170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A7963-751E-45AC-8609-D56E81E28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B208A-D174-4295-B7E2-24EE8E954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17FF0-5F6E-4193-B326-0659B6B06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28880-116C-42E4-AC92-D5BB5A644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204A1-F53A-4EE0-9CDA-CC556A2F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C743E-65FF-4520-BEFB-283E61A8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48EE8-1196-4741-B910-F79F488C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9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4CBB-8EA5-4786-9A6E-6AD78DC2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D110-F6DD-48CB-B86A-DCD389BF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96B01-C666-4C99-B6D5-0312A7D6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2530F-F05A-4103-ACA3-8524E395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1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74ECB-40C6-4E27-B12A-76765E06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8A493-46CF-4B48-9829-0B9348D9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94916-4042-4D8E-892A-914EFC5C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5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9A22-F9BC-46DC-AEE7-154C4212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601E-00A8-49B9-A830-4F65C30C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4117-F189-49C1-B50B-A6E6F7D45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FDE5D-3801-4B6B-BB4E-8C13D3FA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2F431-0B70-4957-8502-1C9D5ED2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A9ED5-091C-47EC-A349-9DDCAFB0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6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73A-8FCB-4D17-8EAD-FFC347B8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F3061-C6B3-46FD-9AA6-647F375FF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56BAD-90B9-4DDC-9323-CE6E7CA3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BCEDF-9268-40D0-8BD3-2F66ED59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78D75-586A-435B-AEB3-3B663B05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3D7D3-8D4E-4C0C-93BA-6805456B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6861-86FD-46D3-8C4A-BD8F8739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C41C9-0E4E-4630-AD3A-F9C011124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79CB1-9562-4BE1-B3DF-73F80ED0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F8E2C-7661-4D7C-84B6-9613A55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37A5-7C23-45ED-A420-AFC1BDEB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81C5C-90C6-4213-9929-35460CC0E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5DB24-352A-43EE-BF2B-4B92429C6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6E31F-E745-417D-96CF-F813DB47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4D048-BFA9-4C3F-8E7F-5A04C249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F8832-E1F7-428C-9C5E-4EDA77C0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22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99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D6F93-6FDF-4426-9952-14A26626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8CDEE-2564-4A48-A6AE-B4267AB94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6B168-9AF9-46D3-A943-488DA535D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A7723-1DC3-4BA8-87A4-36C9907B3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9CAE-CE0B-4F9B-AFE8-36EF8BF3D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0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93BCF8-1575-47FE-83D7-E49D0283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178" y="1467853"/>
            <a:ext cx="4814012" cy="1961147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5400" b="1" dirty="0">
                <a:solidFill>
                  <a:srgbClr val="A11D2B"/>
                </a:solidFill>
              </a:rPr>
              <a:t>第</a:t>
            </a:r>
            <a:r>
              <a:rPr lang="vi-VN" altLang="ja-JP" sz="5400" b="1" dirty="0">
                <a:solidFill>
                  <a:srgbClr val="A11D2B"/>
                </a:solidFill>
              </a:rPr>
              <a:t>4</a:t>
            </a:r>
            <a:r>
              <a:rPr lang="ja-JP" altLang="en-US" sz="5400" b="1" dirty="0">
                <a:solidFill>
                  <a:srgbClr val="A11D2B"/>
                </a:solidFill>
              </a:rPr>
              <a:t>課</a:t>
            </a:r>
            <a:endParaRPr lang="en-US" sz="5400" b="1" dirty="0">
              <a:solidFill>
                <a:srgbClr val="A11D2B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42536D-8522-415B-8140-96FCF821C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7853" y="2201778"/>
            <a:ext cx="4326091" cy="2863516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6600" b="1" dirty="0">
                <a:solidFill>
                  <a:srgbClr val="D9910B"/>
                </a:solidFill>
              </a:rPr>
              <a:t>地域を知って生活する</a:t>
            </a:r>
            <a:endParaRPr lang="en-US" sz="6600" b="1" dirty="0">
              <a:solidFill>
                <a:srgbClr val="D9910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AF1E5F-AE49-4BFB-A904-4DB64475F4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81"/>
            <a:ext cx="6129819" cy="64873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6" name="Picture 2" descr="丸い町のフレーム素材（小）">
            <a:extLst>
              <a:ext uri="{FF2B5EF4-FFF2-40B4-BE49-F238E27FC236}">
                <a16:creationId xmlns:a16="http://schemas.microsoft.com/office/drawing/2014/main" id="{729BA245-94A7-4D26-9273-1C5E986C1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20" y="703914"/>
            <a:ext cx="5903633" cy="5736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903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ight Arrow 31">
            <a:extLst>
              <a:ext uri="{FF2B5EF4-FFF2-40B4-BE49-F238E27FC236}">
                <a16:creationId xmlns:a16="http://schemas.microsoft.com/office/drawing/2014/main" id="{AF13FB71-FB39-43DD-8C61-DD31CDAF2B18}"/>
              </a:ext>
            </a:extLst>
          </p:cNvPr>
          <p:cNvSpPr/>
          <p:nvPr/>
        </p:nvSpPr>
        <p:spPr>
          <a:xfrm>
            <a:off x="3456782" y="1448955"/>
            <a:ext cx="3588971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accent3"/>
              </a:solidFill>
            </a:endParaRPr>
          </a:p>
        </p:txBody>
      </p:sp>
      <p:sp>
        <p:nvSpPr>
          <p:cNvPr id="67" name="Right Arrow 50">
            <a:extLst>
              <a:ext uri="{FF2B5EF4-FFF2-40B4-BE49-F238E27FC236}">
                <a16:creationId xmlns:a16="http://schemas.microsoft.com/office/drawing/2014/main" id="{DA11F572-F2F7-4422-966B-B26E1FC9651E}"/>
              </a:ext>
            </a:extLst>
          </p:cNvPr>
          <p:cNvSpPr/>
          <p:nvPr/>
        </p:nvSpPr>
        <p:spPr>
          <a:xfrm>
            <a:off x="3479640" y="2744422"/>
            <a:ext cx="3566113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BED15D-0C26-48BE-B68B-62AD18DD1C26}"/>
              </a:ext>
            </a:extLst>
          </p:cNvPr>
          <p:cNvSpPr/>
          <p:nvPr/>
        </p:nvSpPr>
        <p:spPr>
          <a:xfrm>
            <a:off x="3456780" y="247567"/>
            <a:ext cx="45719" cy="687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D9759D-D2A1-4776-9FE3-C180179E2D07}"/>
              </a:ext>
            </a:extLst>
          </p:cNvPr>
          <p:cNvSpPr txBox="1"/>
          <p:nvPr/>
        </p:nvSpPr>
        <p:spPr>
          <a:xfrm>
            <a:off x="1998813" y="172503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1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5780F6-BE70-4CDD-8B06-0F7CB32B539B}"/>
              </a:ext>
            </a:extLst>
          </p:cNvPr>
          <p:cNvSpPr txBox="1"/>
          <p:nvPr/>
        </p:nvSpPr>
        <p:spPr>
          <a:xfrm>
            <a:off x="1880987" y="269177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2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13E2F9-8AD4-456C-8DAF-D78D64C46E53}"/>
              </a:ext>
            </a:extLst>
          </p:cNvPr>
          <p:cNvSpPr txBox="1"/>
          <p:nvPr/>
        </p:nvSpPr>
        <p:spPr>
          <a:xfrm>
            <a:off x="1880987" y="365851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3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CBE81C-AF3F-48C4-ABD1-0165CF397291}"/>
              </a:ext>
            </a:extLst>
          </p:cNvPr>
          <p:cNvSpPr txBox="1"/>
          <p:nvPr/>
        </p:nvSpPr>
        <p:spPr>
          <a:xfrm>
            <a:off x="1880987" y="463840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4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82BA71-423F-4FAD-A715-7A62D8245FB8}"/>
              </a:ext>
            </a:extLst>
          </p:cNvPr>
          <p:cNvSpPr txBox="1"/>
          <p:nvPr/>
        </p:nvSpPr>
        <p:spPr>
          <a:xfrm>
            <a:off x="1880987" y="5591997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5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88B2A3-09E1-4ED9-8CB5-A06EA337ED44}"/>
              </a:ext>
            </a:extLst>
          </p:cNvPr>
          <p:cNvSpPr txBox="1"/>
          <p:nvPr/>
        </p:nvSpPr>
        <p:spPr>
          <a:xfrm>
            <a:off x="3584853" y="3001956"/>
            <a:ext cx="40216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solidFill>
                  <a:srgbClr val="5E9C53"/>
                </a:solidFill>
                <a:cs typeface="Arial" pitchFamily="34" charset="0"/>
              </a:rPr>
              <a:t>会話練習</a:t>
            </a:r>
            <a:endParaRPr lang="ko-KR" altLang="en-US" sz="3200" b="1" dirty="0">
              <a:solidFill>
                <a:srgbClr val="5E9C53"/>
              </a:solidFill>
              <a:cs typeface="Arial" pitchFamily="34" charset="0"/>
            </a:endParaRPr>
          </a:p>
        </p:txBody>
      </p:sp>
      <p:sp>
        <p:nvSpPr>
          <p:cNvPr id="90" name="Text Placeholder 1">
            <a:extLst>
              <a:ext uri="{FF2B5EF4-FFF2-40B4-BE49-F238E27FC236}">
                <a16:creationId xmlns:a16="http://schemas.microsoft.com/office/drawing/2014/main" id="{A5B4DECC-1281-46B0-9065-19B46646F737}"/>
              </a:ext>
            </a:extLst>
          </p:cNvPr>
          <p:cNvSpPr txBox="1">
            <a:spLocks/>
          </p:cNvSpPr>
          <p:nvPr/>
        </p:nvSpPr>
        <p:spPr>
          <a:xfrm>
            <a:off x="4063636" y="339509"/>
            <a:ext cx="7833090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/>
              <a:t>I</a:t>
            </a:r>
            <a:endParaRPr 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6DCCE-80F6-4D0D-97C7-067D35D1D426}"/>
              </a:ext>
            </a:extLst>
          </p:cNvPr>
          <p:cNvSpPr txBox="1"/>
          <p:nvPr/>
        </p:nvSpPr>
        <p:spPr>
          <a:xfrm>
            <a:off x="3669097" y="124063"/>
            <a:ext cx="3853157" cy="923330"/>
          </a:xfrm>
          <a:prstGeom prst="rect">
            <a:avLst/>
          </a:prstGeom>
          <a:solidFill>
            <a:srgbClr val="5E9C53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vi-VN" altLang="ja-JP" sz="5400" dirty="0">
                <a:solidFill>
                  <a:srgbClr val="A11D2B"/>
                </a:solidFill>
              </a:rPr>
              <a:t>SLOT 45</a:t>
            </a:r>
            <a:endParaRPr lang="en-US" sz="4000" dirty="0">
              <a:solidFill>
                <a:srgbClr val="A11D2B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D98E79-DCBD-40D8-91C0-33E95A32483A}"/>
              </a:ext>
            </a:extLst>
          </p:cNvPr>
          <p:cNvSpPr txBox="1"/>
          <p:nvPr/>
        </p:nvSpPr>
        <p:spPr>
          <a:xfrm>
            <a:off x="3616740" y="1675612"/>
            <a:ext cx="3566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1A1E3B"/>
                </a:solidFill>
                <a:cs typeface="Arial" pitchFamily="34" charset="0"/>
              </a:rPr>
              <a:t>できる</a:t>
            </a:r>
            <a:endParaRPr lang="ko-KR" altLang="en-US" sz="2800" dirty="0">
              <a:solidFill>
                <a:srgbClr val="1A1E3B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382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CD354EE4-A66B-45A2-8862-AA9661870E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166198"/>
            <a:ext cx="10905066" cy="4525602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238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4698</TotalTime>
  <Words>29</Words>
  <Application>Microsoft Office PowerPoint</Application>
  <PresentationFormat>Widescreen</PresentationFormat>
  <Paragraphs>12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第4課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Oanh Le</dc:creator>
  <cp:lastModifiedBy>Le Thi Kim Oanh (FE FPTU CT)</cp:lastModifiedBy>
  <cp:revision>5</cp:revision>
  <dcterms:created xsi:type="dcterms:W3CDTF">2021-07-16T02:45:36Z</dcterms:created>
  <dcterms:modified xsi:type="dcterms:W3CDTF">2021-09-14T13:00:21Z</dcterms:modified>
</cp:coreProperties>
</file>