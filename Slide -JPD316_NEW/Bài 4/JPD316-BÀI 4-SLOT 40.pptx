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430" r:id="rId3"/>
    <p:sldId id="370" r:id="rId4"/>
    <p:sldId id="429" r:id="rId5"/>
    <p:sldId id="522" r:id="rId6"/>
    <p:sldId id="47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9C53"/>
    <a:srgbClr val="D9910B"/>
    <a:srgbClr val="A11D2B"/>
    <a:srgbClr val="256766"/>
    <a:srgbClr val="1A1E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B91C5B-D4D0-416C-A7BF-CC2C1A3951D4}" v="1" dt="2021-09-14T09:15:53.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82603" autoAdjust="0"/>
  </p:normalViewPr>
  <p:slideViewPr>
    <p:cSldViewPr snapToGrid="0" showGuides="1">
      <p:cViewPr varScale="1">
        <p:scale>
          <a:sx n="53" d="100"/>
          <a:sy n="53" d="100"/>
        </p:scale>
        <p:origin x="372"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hi Kim Oanh (FE FPTU CT)" userId="33772939-cd87-45c1-be61-e0648bc25a53" providerId="ADAL" clId="{EEB91C5B-D4D0-416C-A7BF-CC2C1A3951D4}"/>
    <pc:docChg chg="custSel addSld delSld modSld">
      <pc:chgData name="Le Thi Kim Oanh (FE FPTU CT)" userId="33772939-cd87-45c1-be61-e0648bc25a53" providerId="ADAL" clId="{EEB91C5B-D4D0-416C-A7BF-CC2C1A3951D4}" dt="2021-09-14T09:16:21.437" v="10" actId="47"/>
      <pc:docMkLst>
        <pc:docMk/>
      </pc:docMkLst>
      <pc:sldChg chg="modSp mod">
        <pc:chgData name="Le Thi Kim Oanh (FE FPTU CT)" userId="33772939-cd87-45c1-be61-e0648bc25a53" providerId="ADAL" clId="{EEB91C5B-D4D0-416C-A7BF-CC2C1A3951D4}" dt="2021-09-14T09:14:47.649" v="1" actId="403"/>
        <pc:sldMkLst>
          <pc:docMk/>
          <pc:sldMk cId="886559900" sldId="430"/>
        </pc:sldMkLst>
        <pc:spChg chg="mod">
          <ac:chgData name="Le Thi Kim Oanh (FE FPTU CT)" userId="33772939-cd87-45c1-be61-e0648bc25a53" providerId="ADAL" clId="{EEB91C5B-D4D0-416C-A7BF-CC2C1A3951D4}" dt="2021-09-14T09:14:47.649" v="1" actId="403"/>
          <ac:spMkLst>
            <pc:docMk/>
            <pc:sldMk cId="886559900" sldId="430"/>
            <ac:spMk id="16" creationId="{0D5ACDDE-862D-4FD7-9D73-CD0CDD17E919}"/>
          </ac:spMkLst>
        </pc:spChg>
      </pc:sldChg>
      <pc:sldChg chg="del">
        <pc:chgData name="Le Thi Kim Oanh (FE FPTU CT)" userId="33772939-cd87-45c1-be61-e0648bc25a53" providerId="ADAL" clId="{EEB91C5B-D4D0-416C-A7BF-CC2C1A3951D4}" dt="2021-09-14T09:16:21.437" v="10" actId="47"/>
        <pc:sldMkLst>
          <pc:docMk/>
          <pc:sldMk cId="617866419" sldId="458"/>
        </pc:sldMkLst>
      </pc:sldChg>
      <pc:sldChg chg="del">
        <pc:chgData name="Le Thi Kim Oanh (FE FPTU CT)" userId="33772939-cd87-45c1-be61-e0648bc25a53" providerId="ADAL" clId="{EEB91C5B-D4D0-416C-A7BF-CC2C1A3951D4}" dt="2021-09-14T09:16:17.733" v="8" actId="47"/>
        <pc:sldMkLst>
          <pc:docMk/>
          <pc:sldMk cId="1153816822" sldId="520"/>
        </pc:sldMkLst>
      </pc:sldChg>
      <pc:sldChg chg="del">
        <pc:chgData name="Le Thi Kim Oanh (FE FPTU CT)" userId="33772939-cd87-45c1-be61-e0648bc25a53" providerId="ADAL" clId="{EEB91C5B-D4D0-416C-A7BF-CC2C1A3951D4}" dt="2021-09-14T09:16:20.088" v="9" actId="47"/>
        <pc:sldMkLst>
          <pc:docMk/>
          <pc:sldMk cId="3126960576" sldId="521"/>
        </pc:sldMkLst>
      </pc:sldChg>
      <pc:sldChg chg="addSp delSp modSp new mod setBg modClrScheme chgLayout">
        <pc:chgData name="Le Thi Kim Oanh (FE FPTU CT)" userId="33772939-cd87-45c1-be61-e0648bc25a53" providerId="ADAL" clId="{EEB91C5B-D4D0-416C-A7BF-CC2C1A3951D4}" dt="2021-09-14T09:15:55.604" v="7" actId="26606"/>
        <pc:sldMkLst>
          <pc:docMk/>
          <pc:sldMk cId="512369818" sldId="522"/>
        </pc:sldMkLst>
        <pc:spChg chg="del">
          <ac:chgData name="Le Thi Kim Oanh (FE FPTU CT)" userId="33772939-cd87-45c1-be61-e0648bc25a53" providerId="ADAL" clId="{EEB91C5B-D4D0-416C-A7BF-CC2C1A3951D4}" dt="2021-09-14T09:15:43.178" v="3" actId="700"/>
          <ac:spMkLst>
            <pc:docMk/>
            <pc:sldMk cId="512369818" sldId="522"/>
            <ac:spMk id="2" creationId="{8384A3A9-EB9F-4332-861A-223CAEF741F2}"/>
          </ac:spMkLst>
        </pc:spChg>
        <pc:spChg chg="del">
          <ac:chgData name="Le Thi Kim Oanh (FE FPTU CT)" userId="33772939-cd87-45c1-be61-e0648bc25a53" providerId="ADAL" clId="{EEB91C5B-D4D0-416C-A7BF-CC2C1A3951D4}" dt="2021-09-14T09:15:43.178" v="3" actId="700"/>
          <ac:spMkLst>
            <pc:docMk/>
            <pc:sldMk cId="512369818" sldId="522"/>
            <ac:spMk id="3" creationId="{0D491B34-DBFE-44AC-A183-299762270D05}"/>
          </ac:spMkLst>
        </pc:spChg>
        <pc:spChg chg="del">
          <ac:chgData name="Le Thi Kim Oanh (FE FPTU CT)" userId="33772939-cd87-45c1-be61-e0648bc25a53" providerId="ADAL" clId="{EEB91C5B-D4D0-416C-A7BF-CC2C1A3951D4}" dt="2021-09-14T09:15:43.178" v="3" actId="700"/>
          <ac:spMkLst>
            <pc:docMk/>
            <pc:sldMk cId="512369818" sldId="522"/>
            <ac:spMk id="4" creationId="{DC1A9A79-7ED9-4F63-951D-D13F99FB2E59}"/>
          </ac:spMkLst>
        </pc:spChg>
        <pc:spChg chg="add">
          <ac:chgData name="Le Thi Kim Oanh (FE FPTU CT)" userId="33772939-cd87-45c1-be61-e0648bc25a53" providerId="ADAL" clId="{EEB91C5B-D4D0-416C-A7BF-CC2C1A3951D4}" dt="2021-09-14T09:15:55.604" v="7" actId="26606"/>
          <ac:spMkLst>
            <pc:docMk/>
            <pc:sldMk cId="512369818" sldId="522"/>
            <ac:spMk id="11" creationId="{F3060C83-F051-4F0E-ABAD-AA0DFC48B218}"/>
          </ac:spMkLst>
        </pc:spChg>
        <pc:spChg chg="add">
          <ac:chgData name="Le Thi Kim Oanh (FE FPTU CT)" userId="33772939-cd87-45c1-be61-e0648bc25a53" providerId="ADAL" clId="{EEB91C5B-D4D0-416C-A7BF-CC2C1A3951D4}" dt="2021-09-14T09:15:55.604" v="7" actId="26606"/>
          <ac:spMkLst>
            <pc:docMk/>
            <pc:sldMk cId="512369818" sldId="522"/>
            <ac:spMk id="13" creationId="{83C98ABE-055B-441F-B07E-44F97F083C39}"/>
          </ac:spMkLst>
        </pc:spChg>
        <pc:spChg chg="add">
          <ac:chgData name="Le Thi Kim Oanh (FE FPTU CT)" userId="33772939-cd87-45c1-be61-e0648bc25a53" providerId="ADAL" clId="{EEB91C5B-D4D0-416C-A7BF-CC2C1A3951D4}" dt="2021-09-14T09:15:55.604" v="7" actId="26606"/>
          <ac:spMkLst>
            <pc:docMk/>
            <pc:sldMk cId="512369818" sldId="522"/>
            <ac:spMk id="15" creationId="{29FDB030-9B49-4CED-8CCD-4D99382388AC}"/>
          </ac:spMkLst>
        </pc:spChg>
        <pc:spChg chg="add">
          <ac:chgData name="Le Thi Kim Oanh (FE FPTU CT)" userId="33772939-cd87-45c1-be61-e0648bc25a53" providerId="ADAL" clId="{EEB91C5B-D4D0-416C-A7BF-CC2C1A3951D4}" dt="2021-09-14T09:15:55.604" v="7" actId="26606"/>
          <ac:spMkLst>
            <pc:docMk/>
            <pc:sldMk cId="512369818" sldId="522"/>
            <ac:spMk id="17" creationId="{3783CA14-24A1-485C-8B30-D6A5D87987AD}"/>
          </ac:spMkLst>
        </pc:spChg>
        <pc:spChg chg="add">
          <ac:chgData name="Le Thi Kim Oanh (FE FPTU CT)" userId="33772939-cd87-45c1-be61-e0648bc25a53" providerId="ADAL" clId="{EEB91C5B-D4D0-416C-A7BF-CC2C1A3951D4}" dt="2021-09-14T09:15:55.604" v="7" actId="26606"/>
          <ac:spMkLst>
            <pc:docMk/>
            <pc:sldMk cId="512369818" sldId="522"/>
            <ac:spMk id="19" creationId="{9A97C86A-04D6-40F7-AE84-31AB43E6A846}"/>
          </ac:spMkLst>
        </pc:spChg>
        <pc:spChg chg="add">
          <ac:chgData name="Le Thi Kim Oanh (FE FPTU CT)" userId="33772939-cd87-45c1-be61-e0648bc25a53" providerId="ADAL" clId="{EEB91C5B-D4D0-416C-A7BF-CC2C1A3951D4}" dt="2021-09-14T09:15:55.604" v="7" actId="26606"/>
          <ac:spMkLst>
            <pc:docMk/>
            <pc:sldMk cId="512369818" sldId="522"/>
            <ac:spMk id="21" creationId="{FF9F2414-84E8-453E-B1F3-389FDE8192D9}"/>
          </ac:spMkLst>
        </pc:spChg>
        <pc:spChg chg="add">
          <ac:chgData name="Le Thi Kim Oanh (FE FPTU CT)" userId="33772939-cd87-45c1-be61-e0648bc25a53" providerId="ADAL" clId="{EEB91C5B-D4D0-416C-A7BF-CC2C1A3951D4}" dt="2021-09-14T09:15:55.604" v="7" actId="26606"/>
          <ac:spMkLst>
            <pc:docMk/>
            <pc:sldMk cId="512369818" sldId="522"/>
            <ac:spMk id="23" creationId="{3ECA69A1-7536-43AC-85EF-C7106179F5ED}"/>
          </ac:spMkLst>
        </pc:spChg>
        <pc:picChg chg="add mod">
          <ac:chgData name="Le Thi Kim Oanh (FE FPTU CT)" userId="33772939-cd87-45c1-be61-e0648bc25a53" providerId="ADAL" clId="{EEB91C5B-D4D0-416C-A7BF-CC2C1A3951D4}" dt="2021-09-14T09:15:55.604" v="7" actId="26606"/>
          <ac:picMkLst>
            <pc:docMk/>
            <pc:sldMk cId="512369818" sldId="522"/>
            <ac:picMk id="6" creationId="{084A3D1B-8BAB-4C07-BC72-0EA0AE4A547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4AC79-637E-4A71-B73B-6E806EDF51EE}" type="datetimeFigureOut">
              <a:rPr lang="en-US" smtClean="0"/>
              <a:t>9/14/2021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8D07D-93F7-416F-A73A-05ECF16F3B14}" type="slidenum">
              <a:rPr lang="en-US" smtClean="0"/>
              <a:t>‹#›</a:t>
            </a:fld>
            <a:endParaRPr lang="en-US"/>
          </a:p>
        </p:txBody>
      </p:sp>
    </p:spTree>
    <p:extLst>
      <p:ext uri="{BB962C8B-B14F-4D97-AF65-F5344CB8AC3E}">
        <p14:creationId xmlns:p14="http://schemas.microsoft.com/office/powerpoint/2010/main" val="418500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2</a:t>
            </a:fld>
            <a:endParaRPr lang="en-US"/>
          </a:p>
        </p:txBody>
      </p:sp>
    </p:spTree>
    <p:extLst>
      <p:ext uri="{BB962C8B-B14F-4D97-AF65-F5344CB8AC3E}">
        <p14:creationId xmlns:p14="http://schemas.microsoft.com/office/powerpoint/2010/main" val="4103128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3</a:t>
            </a:fld>
            <a:endParaRPr lang="en-US"/>
          </a:p>
        </p:txBody>
      </p:sp>
    </p:spTree>
    <p:extLst>
      <p:ext uri="{BB962C8B-B14F-4D97-AF65-F5344CB8AC3E}">
        <p14:creationId xmlns:p14="http://schemas.microsoft.com/office/powerpoint/2010/main" val="3058785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4</a:t>
            </a:fld>
            <a:endParaRPr lang="en-US"/>
          </a:p>
        </p:txBody>
      </p:sp>
    </p:spTree>
    <p:extLst>
      <p:ext uri="{BB962C8B-B14F-4D97-AF65-F5344CB8AC3E}">
        <p14:creationId xmlns:p14="http://schemas.microsoft.com/office/powerpoint/2010/main" val="291498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6</a:t>
            </a:fld>
            <a:endParaRPr lang="en-US"/>
          </a:p>
        </p:txBody>
      </p:sp>
    </p:spTree>
    <p:extLst>
      <p:ext uri="{BB962C8B-B14F-4D97-AF65-F5344CB8AC3E}">
        <p14:creationId xmlns:p14="http://schemas.microsoft.com/office/powerpoint/2010/main" val="1696026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C7FB-2231-4C26-BB4A-5BA9894A6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818C77-A614-417B-BFC7-CBA53A8BB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7716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46F45-CA2A-4988-873F-0116AC8431F6}"/>
              </a:ext>
            </a:extLst>
          </p:cNvPr>
          <p:cNvSpPr>
            <a:spLocks noGrp="1"/>
          </p:cNvSpPr>
          <p:nvPr>
            <p:ph type="title"/>
          </p:nvPr>
        </p:nvSpPr>
        <p:spPr>
          <a:xfrm>
            <a:off x="629265" y="365126"/>
            <a:ext cx="10943610" cy="814745"/>
          </a:xfrm>
        </p:spPr>
        <p:txBody>
          <a:bodyPr>
            <a:normAutofit/>
          </a:bodyPr>
          <a:lstStyle>
            <a:lvl1pPr>
              <a:defRPr sz="3600"/>
            </a:lvl1pPr>
          </a:lstStyle>
          <a:p>
            <a:endParaRPr lang="en-US" dirty="0"/>
          </a:p>
        </p:txBody>
      </p:sp>
      <p:sp>
        <p:nvSpPr>
          <p:cNvPr id="7" name="Content Placeholder 6">
            <a:extLst>
              <a:ext uri="{FF2B5EF4-FFF2-40B4-BE49-F238E27FC236}">
                <a16:creationId xmlns:a16="http://schemas.microsoft.com/office/drawing/2014/main" id="{B525123F-A5C6-452C-853C-53235A48CAD6}"/>
              </a:ext>
            </a:extLst>
          </p:cNvPr>
          <p:cNvSpPr>
            <a:spLocks noGrp="1"/>
          </p:cNvSpPr>
          <p:nvPr>
            <p:ph sz="quarter" idx="13"/>
          </p:nvPr>
        </p:nvSpPr>
        <p:spPr>
          <a:xfrm>
            <a:off x="629265" y="1828800"/>
            <a:ext cx="5466735" cy="3480619"/>
          </a:xfr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60EA6298-9743-48B8-A25C-863BFFCB9144}"/>
              </a:ext>
            </a:extLst>
          </p:cNvPr>
          <p:cNvSpPr>
            <a:spLocks noGrp="1"/>
          </p:cNvSpPr>
          <p:nvPr>
            <p:ph type="pic" sz="quarter" idx="14"/>
          </p:nvPr>
        </p:nvSpPr>
        <p:spPr>
          <a:xfrm>
            <a:off x="7030065" y="1946275"/>
            <a:ext cx="4542810" cy="3097673"/>
          </a:xfrm>
        </p:spPr>
        <p:txBody>
          <a:bodyPr/>
          <a:lstStyle/>
          <a:p>
            <a:endParaRPr lang="en-US" dirty="0"/>
          </a:p>
        </p:txBody>
      </p:sp>
    </p:spTree>
    <p:extLst>
      <p:ext uri="{BB962C8B-B14F-4D97-AF65-F5344CB8AC3E}">
        <p14:creationId xmlns:p14="http://schemas.microsoft.com/office/powerpoint/2010/main" val="1456329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0BCD-32CE-47F3-8315-2473B8AF7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3059B-2D6C-42DF-8074-E72342B294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109A9-74C6-4023-9D79-7A19C6307D1C}"/>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3FC4CFD5-90D6-432F-982A-07461275F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5A442-C7AE-48C1-A3E8-4B6127CDFA4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83033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2EE63-C26E-421A-9CD1-766899CBB1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148466-D14C-4196-A871-13A00CE15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42D23-2217-473F-B4F1-927F290E1AC2}"/>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2E424888-79E9-4FC9-982B-6C9DB3869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37D11-5F5D-4098-A402-1EEE154AE52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1363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8151-881E-45F1-B5A1-3486E147F0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9466A-EF98-4CBB-A36A-A5D679309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B4661-4C1D-4729-97C4-09C1E14E8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54AE64-DDF8-4823-8895-A51D00245C72}"/>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9EE416DA-647E-4533-AC1E-34BAB737B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3EB35-FFDF-424A-9F11-1EA3BD27C9A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86449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58B-1377-48AB-832D-430031707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2A7963-751E-45AC-8609-D56E81E28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B208A-D174-4295-B7E2-24EE8E954F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17FF0-5F6E-4193-B326-0659B6B06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28880-116C-42E4-AC92-D5BB5A644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204A1-F53A-4EE0-9CDA-CC556A2FA99A}"/>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8" name="Footer Placeholder 7">
            <a:extLst>
              <a:ext uri="{FF2B5EF4-FFF2-40B4-BE49-F238E27FC236}">
                <a16:creationId xmlns:a16="http://schemas.microsoft.com/office/drawing/2014/main" id="{62FC743E-65FF-4520-BEFB-283E61A876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48EE8-1196-4741-B910-F79F488CE35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281239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4CBB-8EA5-4786-9A6E-6AD78DC24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40D110-F6DD-48CB-B86A-DCD389BF4B0E}"/>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4" name="Footer Placeholder 3">
            <a:extLst>
              <a:ext uri="{FF2B5EF4-FFF2-40B4-BE49-F238E27FC236}">
                <a16:creationId xmlns:a16="http://schemas.microsoft.com/office/drawing/2014/main" id="{E4196B01-C666-4C99-B6D5-0312A7D6A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2530F-F05A-4103-ACA3-8524E3952FD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7391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74ECB-40C6-4E27-B12A-76765E06C047}"/>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3" name="Footer Placeholder 2">
            <a:extLst>
              <a:ext uri="{FF2B5EF4-FFF2-40B4-BE49-F238E27FC236}">
                <a16:creationId xmlns:a16="http://schemas.microsoft.com/office/drawing/2014/main" id="{7348A493-46CF-4B48-9829-0B9348D9B1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394916-4042-4D8E-892A-914EFC5C846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40315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9A22-F9BC-46DC-AEE7-154C4212F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D0601E-00A8-49B9-A830-4F65C30C5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2F4117-F189-49C1-B50B-A6E6F7D45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FDE5D-3801-4B6B-BB4E-8C13D3FA86F7}"/>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A8B2F431-0B70-4957-8502-1C9D5ED222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A9ED5-091C-47EC-A349-9DDCAFB0C0E4}"/>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69516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373A-8FCB-4D17-8EAD-FFC347B84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5F3061-C6B3-46FD-9AA6-647F375FF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B56BAD-90B9-4DDC-9323-CE6E7CA3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BCEDF-9268-40D0-8BD3-2F66ED598A99}"/>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A0378D75-586A-435B-AEB3-3B663B057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3D7D3-8D4E-4C0C-93BA-6805456BB9ED}"/>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414044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6861-86FD-46D3-8C4A-BD8F8739CF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C41C9-0E4E-4630-AD3A-F9C0111246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79CB1-9562-4BE1-B3DF-73F80ED0F05D}"/>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F63F8E2C-7661-4D7C-84B6-9613A552D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337A5-7C23-45ED-A420-AFC1BDEB366E}"/>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91818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81C5C-90C6-4213-9929-35460CC0E9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5DB24-352A-43EE-BF2B-4B92429C67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E31F-E745-417D-96CF-F813DB47BAA0}"/>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3EE4D048-BFA9-4C3F-8E7F-5A04C2491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F8832-E1F7-428C-9C5E-4EDA77C09F4A}"/>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18082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9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D6F93-6FDF-4426-9952-14A26626E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F8CDEE-2564-4A48-A6AE-B4267AB94B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6B168-9AF9-46D3-A943-488DA535D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27CA7723-1DC3-4BA8-87A4-36C9907B35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FB9CAE-CE0B-4F9B-AFE8-36EF8BF3D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A991B-FBDD-4339-A602-F29DCEBE7F2E}" type="slidenum">
              <a:rPr lang="en-US" smtClean="0"/>
              <a:t>‹#›</a:t>
            </a:fld>
            <a:endParaRPr lang="en-US"/>
          </a:p>
        </p:txBody>
      </p:sp>
    </p:spTree>
    <p:extLst>
      <p:ext uri="{BB962C8B-B14F-4D97-AF65-F5344CB8AC3E}">
        <p14:creationId xmlns:p14="http://schemas.microsoft.com/office/powerpoint/2010/main" val="30243051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93BCF8-1575-47FE-83D7-E49D028334FA}"/>
              </a:ext>
            </a:extLst>
          </p:cNvPr>
          <p:cNvSpPr>
            <a:spLocks noGrp="1"/>
          </p:cNvSpPr>
          <p:nvPr>
            <p:ph type="title"/>
          </p:nvPr>
        </p:nvSpPr>
        <p:spPr>
          <a:xfrm>
            <a:off x="6688178" y="1467853"/>
            <a:ext cx="4814012" cy="1961147"/>
          </a:xfrm>
          <a:solidFill>
            <a:srgbClr val="D9910B"/>
          </a:solidFill>
        </p:spPr>
        <p:txBody>
          <a:bodyPr>
            <a:normAutofit/>
          </a:bodyPr>
          <a:lstStyle/>
          <a:p>
            <a:pPr algn="ctr"/>
            <a:r>
              <a:rPr lang="ja-JP" altLang="en-US" sz="5400" b="1" dirty="0">
                <a:solidFill>
                  <a:srgbClr val="A11D2B"/>
                </a:solidFill>
              </a:rPr>
              <a:t>第</a:t>
            </a:r>
            <a:r>
              <a:rPr lang="vi-VN" altLang="ja-JP" sz="5400" b="1" dirty="0">
                <a:solidFill>
                  <a:srgbClr val="A11D2B"/>
                </a:solidFill>
              </a:rPr>
              <a:t>4</a:t>
            </a:r>
            <a:r>
              <a:rPr lang="ja-JP" altLang="en-US" sz="5400" b="1" dirty="0">
                <a:solidFill>
                  <a:srgbClr val="A11D2B"/>
                </a:solidFill>
              </a:rPr>
              <a:t>課</a:t>
            </a:r>
            <a:endParaRPr lang="en-US" sz="5400" b="1" dirty="0">
              <a:solidFill>
                <a:srgbClr val="A11D2B"/>
              </a:solidFill>
            </a:endParaRPr>
          </a:p>
        </p:txBody>
      </p:sp>
      <p:sp>
        <p:nvSpPr>
          <p:cNvPr id="8" name="Content Placeholder 7">
            <a:extLst>
              <a:ext uri="{FF2B5EF4-FFF2-40B4-BE49-F238E27FC236}">
                <a16:creationId xmlns:a16="http://schemas.microsoft.com/office/drawing/2014/main" id="{1F42536D-8522-415B-8140-96FCF821CC3B}"/>
              </a:ext>
            </a:extLst>
          </p:cNvPr>
          <p:cNvSpPr>
            <a:spLocks noGrp="1"/>
          </p:cNvSpPr>
          <p:nvPr>
            <p:ph idx="1"/>
          </p:nvPr>
        </p:nvSpPr>
        <p:spPr>
          <a:xfrm>
            <a:off x="1467853" y="2201778"/>
            <a:ext cx="4326091" cy="2863516"/>
          </a:xfrm>
          <a:noFill/>
        </p:spPr>
        <p:txBody>
          <a:bodyPr>
            <a:normAutofit/>
          </a:bodyPr>
          <a:lstStyle/>
          <a:p>
            <a:pPr marL="0" indent="0" algn="ctr">
              <a:buNone/>
            </a:pPr>
            <a:r>
              <a:rPr lang="ja-JP" altLang="en-US" sz="6600" b="1" dirty="0">
                <a:solidFill>
                  <a:srgbClr val="D9910B"/>
                </a:solidFill>
              </a:rPr>
              <a:t>地域を知って生活する</a:t>
            </a:r>
            <a:endParaRPr lang="en-US" sz="6600" b="1" dirty="0">
              <a:solidFill>
                <a:srgbClr val="D9910B"/>
              </a:solidFill>
            </a:endParaRPr>
          </a:p>
        </p:txBody>
      </p:sp>
      <p:pic>
        <p:nvPicPr>
          <p:cNvPr id="4" name="Picture 3">
            <a:extLst>
              <a:ext uri="{FF2B5EF4-FFF2-40B4-BE49-F238E27FC236}">
                <a16:creationId xmlns:a16="http://schemas.microsoft.com/office/drawing/2014/main" id="{DAAF1E5F-AE49-4BFB-A904-4DB64475F4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81"/>
            <a:ext cx="6129819" cy="648739"/>
          </a:xfrm>
          <a:prstGeom prst="rect">
            <a:avLst/>
          </a:prstGeom>
          <a:ln>
            <a:noFill/>
          </a:ln>
          <a:effectLst>
            <a:softEdge rad="112500"/>
          </a:effectLst>
        </p:spPr>
      </p:pic>
      <p:pic>
        <p:nvPicPr>
          <p:cNvPr id="1026" name="Picture 2" descr="丸い町のフレーム素材（小）">
            <a:extLst>
              <a:ext uri="{FF2B5EF4-FFF2-40B4-BE49-F238E27FC236}">
                <a16:creationId xmlns:a16="http://schemas.microsoft.com/office/drawing/2014/main" id="{729BA245-94A7-4D26-9273-1C5E986C1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620" y="703914"/>
            <a:ext cx="5903633" cy="5736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03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ight Arrow 31">
            <a:extLst>
              <a:ext uri="{FF2B5EF4-FFF2-40B4-BE49-F238E27FC236}">
                <a16:creationId xmlns:a16="http://schemas.microsoft.com/office/drawing/2014/main" id="{AF13FB71-FB39-43DD-8C61-DD31CDAF2B18}"/>
              </a:ext>
            </a:extLst>
          </p:cNvPr>
          <p:cNvSpPr/>
          <p:nvPr/>
        </p:nvSpPr>
        <p:spPr>
          <a:xfrm>
            <a:off x="3456782" y="1448955"/>
            <a:ext cx="4475380" cy="941145"/>
          </a:xfrm>
          <a:prstGeom prst="rightArrow">
            <a:avLst>
              <a:gd name="adj1" fmla="val 70149"/>
              <a:gd name="adj2" fmla="val 66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accent3"/>
              </a:solidFill>
            </a:endParaRPr>
          </a:p>
        </p:txBody>
      </p:sp>
      <p:sp>
        <p:nvSpPr>
          <p:cNvPr id="67" name="Right Arrow 50">
            <a:extLst>
              <a:ext uri="{FF2B5EF4-FFF2-40B4-BE49-F238E27FC236}">
                <a16:creationId xmlns:a16="http://schemas.microsoft.com/office/drawing/2014/main" id="{DA11F572-F2F7-4422-966B-B26E1FC9651E}"/>
              </a:ext>
            </a:extLst>
          </p:cNvPr>
          <p:cNvSpPr/>
          <p:nvPr/>
        </p:nvSpPr>
        <p:spPr>
          <a:xfrm>
            <a:off x="3456781" y="2658449"/>
            <a:ext cx="3566113" cy="941145"/>
          </a:xfrm>
          <a:prstGeom prst="rightArrow">
            <a:avLst>
              <a:gd name="adj1" fmla="val 70149"/>
              <a:gd name="adj2" fmla="val 6627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69" name="Rectangle 68">
            <a:extLst>
              <a:ext uri="{FF2B5EF4-FFF2-40B4-BE49-F238E27FC236}">
                <a16:creationId xmlns:a16="http://schemas.microsoft.com/office/drawing/2014/main" id="{95BED15D-0C26-48BE-B68B-62AD18DD1C26}"/>
              </a:ext>
            </a:extLst>
          </p:cNvPr>
          <p:cNvSpPr/>
          <p:nvPr/>
        </p:nvSpPr>
        <p:spPr>
          <a:xfrm>
            <a:off x="3456781" y="0"/>
            <a:ext cx="45719" cy="687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0" name="TextBox 69">
            <a:extLst>
              <a:ext uri="{FF2B5EF4-FFF2-40B4-BE49-F238E27FC236}">
                <a16:creationId xmlns:a16="http://schemas.microsoft.com/office/drawing/2014/main" id="{50D9759D-D2A1-4776-9FE3-C180179E2D07}"/>
              </a:ext>
            </a:extLst>
          </p:cNvPr>
          <p:cNvSpPr txBox="1"/>
          <p:nvPr/>
        </p:nvSpPr>
        <p:spPr>
          <a:xfrm>
            <a:off x="1998813" y="1725035"/>
            <a:ext cx="1313180" cy="523220"/>
          </a:xfrm>
          <a:prstGeom prst="rect">
            <a:avLst/>
          </a:prstGeom>
          <a:noFill/>
        </p:spPr>
        <p:txBody>
          <a:bodyPr wrap="square" rtlCol="0" anchor="ctr">
            <a:spAutoFit/>
          </a:bodyPr>
          <a:lstStyle/>
          <a:p>
            <a:pPr algn="ctr"/>
            <a:r>
              <a:rPr lang="en-US" altLang="ko-KR" sz="2800" b="1">
                <a:solidFill>
                  <a:schemeClr val="bg1"/>
                </a:solidFill>
              </a:rPr>
              <a:t>1</a:t>
            </a:r>
            <a:endParaRPr lang="ko-KR" altLang="en-US" sz="2800" b="1" dirty="0">
              <a:solidFill>
                <a:schemeClr val="bg1"/>
              </a:solidFill>
            </a:endParaRPr>
          </a:p>
        </p:txBody>
      </p:sp>
      <p:sp>
        <p:nvSpPr>
          <p:cNvPr id="71" name="TextBox 70">
            <a:extLst>
              <a:ext uri="{FF2B5EF4-FFF2-40B4-BE49-F238E27FC236}">
                <a16:creationId xmlns:a16="http://schemas.microsoft.com/office/drawing/2014/main" id="{645780F6-BE70-4CDD-8B06-0F7CB32B539B}"/>
              </a:ext>
            </a:extLst>
          </p:cNvPr>
          <p:cNvSpPr txBox="1"/>
          <p:nvPr/>
        </p:nvSpPr>
        <p:spPr>
          <a:xfrm>
            <a:off x="1880987" y="2691775"/>
            <a:ext cx="1313180" cy="523220"/>
          </a:xfrm>
          <a:prstGeom prst="rect">
            <a:avLst/>
          </a:prstGeom>
          <a:noFill/>
        </p:spPr>
        <p:txBody>
          <a:bodyPr wrap="square" rtlCol="0" anchor="ctr">
            <a:spAutoFit/>
          </a:bodyPr>
          <a:lstStyle/>
          <a:p>
            <a:pPr algn="ctr"/>
            <a:r>
              <a:rPr lang="en-US" altLang="ko-KR" sz="2800" b="1">
                <a:solidFill>
                  <a:schemeClr val="bg1"/>
                </a:solidFill>
              </a:rPr>
              <a:t>2</a:t>
            </a:r>
            <a:endParaRPr lang="ko-KR" altLang="en-US" sz="2800" b="1" dirty="0">
              <a:solidFill>
                <a:schemeClr val="bg1"/>
              </a:solidFill>
            </a:endParaRPr>
          </a:p>
        </p:txBody>
      </p:sp>
      <p:sp>
        <p:nvSpPr>
          <p:cNvPr id="72" name="TextBox 71">
            <a:extLst>
              <a:ext uri="{FF2B5EF4-FFF2-40B4-BE49-F238E27FC236}">
                <a16:creationId xmlns:a16="http://schemas.microsoft.com/office/drawing/2014/main" id="{2813E2F9-8AD4-456C-8DAF-D78D64C46E53}"/>
              </a:ext>
            </a:extLst>
          </p:cNvPr>
          <p:cNvSpPr txBox="1"/>
          <p:nvPr/>
        </p:nvSpPr>
        <p:spPr>
          <a:xfrm>
            <a:off x="1880987" y="3658515"/>
            <a:ext cx="1313180" cy="523220"/>
          </a:xfrm>
          <a:prstGeom prst="rect">
            <a:avLst/>
          </a:prstGeom>
          <a:noFill/>
        </p:spPr>
        <p:txBody>
          <a:bodyPr wrap="square" rtlCol="0" anchor="ctr">
            <a:spAutoFit/>
          </a:bodyPr>
          <a:lstStyle/>
          <a:p>
            <a:pPr algn="ctr"/>
            <a:r>
              <a:rPr lang="en-US" altLang="ko-KR" sz="2800" b="1">
                <a:solidFill>
                  <a:schemeClr val="bg1"/>
                </a:solidFill>
              </a:rPr>
              <a:t>3</a:t>
            </a:r>
            <a:endParaRPr lang="ko-KR" altLang="en-US" sz="2800" b="1" dirty="0">
              <a:solidFill>
                <a:schemeClr val="bg1"/>
              </a:solidFill>
            </a:endParaRPr>
          </a:p>
        </p:txBody>
      </p:sp>
      <p:sp>
        <p:nvSpPr>
          <p:cNvPr id="73" name="TextBox 72">
            <a:extLst>
              <a:ext uri="{FF2B5EF4-FFF2-40B4-BE49-F238E27FC236}">
                <a16:creationId xmlns:a16="http://schemas.microsoft.com/office/drawing/2014/main" id="{BCCBE81C-AF3F-48C4-ABD1-0165CF397291}"/>
              </a:ext>
            </a:extLst>
          </p:cNvPr>
          <p:cNvSpPr txBox="1"/>
          <p:nvPr/>
        </p:nvSpPr>
        <p:spPr>
          <a:xfrm>
            <a:off x="1880987" y="4638405"/>
            <a:ext cx="1313180" cy="523220"/>
          </a:xfrm>
          <a:prstGeom prst="rect">
            <a:avLst/>
          </a:prstGeom>
          <a:noFill/>
        </p:spPr>
        <p:txBody>
          <a:bodyPr wrap="square" rtlCol="0" anchor="ctr">
            <a:spAutoFit/>
          </a:bodyPr>
          <a:lstStyle/>
          <a:p>
            <a:pPr algn="ctr"/>
            <a:r>
              <a:rPr lang="en-US" altLang="ko-KR" sz="2800" b="1">
                <a:solidFill>
                  <a:schemeClr val="bg1"/>
                </a:solidFill>
              </a:rPr>
              <a:t>4</a:t>
            </a:r>
            <a:endParaRPr lang="ko-KR" altLang="en-US" sz="2800" b="1" dirty="0">
              <a:solidFill>
                <a:schemeClr val="bg1"/>
              </a:solidFill>
            </a:endParaRPr>
          </a:p>
        </p:txBody>
      </p:sp>
      <p:sp>
        <p:nvSpPr>
          <p:cNvPr id="74" name="TextBox 73">
            <a:extLst>
              <a:ext uri="{FF2B5EF4-FFF2-40B4-BE49-F238E27FC236}">
                <a16:creationId xmlns:a16="http://schemas.microsoft.com/office/drawing/2014/main" id="{8282BA71-423F-4FAD-A715-7A62D8245FB8}"/>
              </a:ext>
            </a:extLst>
          </p:cNvPr>
          <p:cNvSpPr txBox="1"/>
          <p:nvPr/>
        </p:nvSpPr>
        <p:spPr>
          <a:xfrm>
            <a:off x="1880987" y="5591997"/>
            <a:ext cx="1313180" cy="523220"/>
          </a:xfrm>
          <a:prstGeom prst="rect">
            <a:avLst/>
          </a:prstGeom>
          <a:noFill/>
        </p:spPr>
        <p:txBody>
          <a:bodyPr wrap="square" rtlCol="0" anchor="ctr">
            <a:spAutoFit/>
          </a:bodyPr>
          <a:lstStyle/>
          <a:p>
            <a:pPr algn="ctr"/>
            <a:r>
              <a:rPr lang="en-US" altLang="ko-KR" sz="2800" b="1">
                <a:solidFill>
                  <a:schemeClr val="bg1"/>
                </a:solidFill>
              </a:rPr>
              <a:t>5</a:t>
            </a:r>
            <a:endParaRPr lang="ko-KR" altLang="en-US" sz="2800" b="1" dirty="0">
              <a:solidFill>
                <a:schemeClr val="bg1"/>
              </a:solidFill>
            </a:endParaRPr>
          </a:p>
        </p:txBody>
      </p:sp>
      <p:sp>
        <p:nvSpPr>
          <p:cNvPr id="76" name="TextBox 75">
            <a:extLst>
              <a:ext uri="{FF2B5EF4-FFF2-40B4-BE49-F238E27FC236}">
                <a16:creationId xmlns:a16="http://schemas.microsoft.com/office/drawing/2014/main" id="{5488B2A3-09E1-4ED9-8CB5-A06EA337ED44}"/>
              </a:ext>
            </a:extLst>
          </p:cNvPr>
          <p:cNvSpPr txBox="1"/>
          <p:nvPr/>
        </p:nvSpPr>
        <p:spPr>
          <a:xfrm>
            <a:off x="3629278" y="2929387"/>
            <a:ext cx="4124825" cy="523220"/>
          </a:xfrm>
          <a:prstGeom prst="rect">
            <a:avLst/>
          </a:prstGeom>
          <a:noFill/>
        </p:spPr>
        <p:txBody>
          <a:bodyPr wrap="square" rtlCol="0">
            <a:spAutoFit/>
          </a:bodyPr>
          <a:lstStyle/>
          <a:p>
            <a:r>
              <a:rPr lang="ja-JP" altLang="en-US" sz="2400" b="1" dirty="0">
                <a:solidFill>
                  <a:srgbClr val="5E9C53"/>
                </a:solidFill>
                <a:cs typeface="Arial" pitchFamily="34" charset="0"/>
              </a:rPr>
              <a:t>やってみよう</a:t>
            </a:r>
            <a:r>
              <a:rPr lang="vi-VN" altLang="ja-JP" sz="2400" b="1" dirty="0">
                <a:solidFill>
                  <a:srgbClr val="5E9C53"/>
                </a:solidFill>
                <a:cs typeface="Arial" pitchFamily="34" charset="0"/>
              </a:rPr>
              <a:t>3</a:t>
            </a:r>
            <a:r>
              <a:rPr lang="vi-VN" altLang="ja-JP" sz="2800" b="1" dirty="0">
                <a:solidFill>
                  <a:srgbClr val="5E9C53"/>
                </a:solidFill>
                <a:cs typeface="Arial" pitchFamily="34" charset="0"/>
              </a:rPr>
              <a:t>(57)</a:t>
            </a:r>
            <a:endParaRPr lang="ko-KR" altLang="en-US" sz="2800" b="1" dirty="0">
              <a:solidFill>
                <a:srgbClr val="5E9C53"/>
              </a:solidFill>
              <a:cs typeface="Arial" pitchFamily="34" charset="0"/>
            </a:endParaRPr>
          </a:p>
        </p:txBody>
      </p:sp>
      <p:sp>
        <p:nvSpPr>
          <p:cNvPr id="90" name="Text Placeholder 1">
            <a:extLst>
              <a:ext uri="{FF2B5EF4-FFF2-40B4-BE49-F238E27FC236}">
                <a16:creationId xmlns:a16="http://schemas.microsoft.com/office/drawing/2014/main" id="{A5B4DECC-1281-46B0-9065-19B46646F737}"/>
              </a:ext>
            </a:extLst>
          </p:cNvPr>
          <p:cNvSpPr txBox="1">
            <a:spLocks/>
          </p:cNvSpPr>
          <p:nvPr/>
        </p:nvSpPr>
        <p:spPr>
          <a:xfrm>
            <a:off x="4063636" y="339509"/>
            <a:ext cx="7833090"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a:t>I</a:t>
            </a:r>
            <a:endParaRPr lang="en-US" sz="5400" dirty="0"/>
          </a:p>
        </p:txBody>
      </p:sp>
      <p:sp>
        <p:nvSpPr>
          <p:cNvPr id="2" name="TextBox 1">
            <a:extLst>
              <a:ext uri="{FF2B5EF4-FFF2-40B4-BE49-F238E27FC236}">
                <a16:creationId xmlns:a16="http://schemas.microsoft.com/office/drawing/2014/main" id="{5EF6DCCE-80F6-4D0D-97C7-067D35D1D426}"/>
              </a:ext>
            </a:extLst>
          </p:cNvPr>
          <p:cNvSpPr txBox="1"/>
          <p:nvPr/>
        </p:nvSpPr>
        <p:spPr>
          <a:xfrm>
            <a:off x="3765113" y="137201"/>
            <a:ext cx="3853157" cy="923330"/>
          </a:xfrm>
          <a:prstGeom prst="rect">
            <a:avLst/>
          </a:prstGeom>
          <a:solidFill>
            <a:srgbClr val="5E9C53"/>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vi-VN" altLang="ja-JP" sz="5400" dirty="0">
                <a:solidFill>
                  <a:srgbClr val="A11D2B"/>
                </a:solidFill>
              </a:rPr>
              <a:t>SLOT 40</a:t>
            </a:r>
            <a:endParaRPr lang="en-US" sz="4000" dirty="0">
              <a:solidFill>
                <a:srgbClr val="A11D2B"/>
              </a:solidFill>
            </a:endParaRPr>
          </a:p>
        </p:txBody>
      </p:sp>
      <p:sp>
        <p:nvSpPr>
          <p:cNvPr id="34" name="TextBox 33">
            <a:extLst>
              <a:ext uri="{FF2B5EF4-FFF2-40B4-BE49-F238E27FC236}">
                <a16:creationId xmlns:a16="http://schemas.microsoft.com/office/drawing/2014/main" id="{01D98E79-DCBD-40D8-91C0-33E95A32483A}"/>
              </a:ext>
            </a:extLst>
          </p:cNvPr>
          <p:cNvSpPr txBox="1"/>
          <p:nvPr/>
        </p:nvSpPr>
        <p:spPr>
          <a:xfrm>
            <a:off x="3782735" y="1657918"/>
            <a:ext cx="5094164" cy="523220"/>
          </a:xfrm>
          <a:prstGeom prst="rect">
            <a:avLst/>
          </a:prstGeom>
          <a:noFill/>
        </p:spPr>
        <p:txBody>
          <a:bodyPr wrap="square" rtlCol="0">
            <a:spAutoFit/>
          </a:bodyPr>
          <a:lstStyle/>
          <a:p>
            <a:r>
              <a:rPr lang="ja-JP" altLang="en-US" sz="2800" dirty="0">
                <a:solidFill>
                  <a:srgbClr val="1A1E3B"/>
                </a:solidFill>
                <a:cs typeface="Arial" pitchFamily="34" charset="0"/>
              </a:rPr>
              <a:t>やってみよう</a:t>
            </a:r>
            <a:r>
              <a:rPr lang="vi-VN" altLang="ja-JP" sz="2800" dirty="0">
                <a:solidFill>
                  <a:srgbClr val="1A1E3B"/>
                </a:solidFill>
                <a:cs typeface="Arial" pitchFamily="34" charset="0"/>
              </a:rPr>
              <a:t>(56)</a:t>
            </a:r>
            <a:endParaRPr lang="ko-KR" altLang="en-US" sz="2800" dirty="0">
              <a:solidFill>
                <a:srgbClr val="1A1E3B"/>
              </a:solidFill>
              <a:cs typeface="Arial" pitchFamily="34" charset="0"/>
            </a:endParaRPr>
          </a:p>
        </p:txBody>
      </p:sp>
      <p:sp>
        <p:nvSpPr>
          <p:cNvPr id="15" name="Right Arrow 50">
            <a:extLst>
              <a:ext uri="{FF2B5EF4-FFF2-40B4-BE49-F238E27FC236}">
                <a16:creationId xmlns:a16="http://schemas.microsoft.com/office/drawing/2014/main" id="{9C788273-1AEB-44E3-B90A-617F3F3462B9}"/>
              </a:ext>
            </a:extLst>
          </p:cNvPr>
          <p:cNvSpPr/>
          <p:nvPr/>
        </p:nvSpPr>
        <p:spPr>
          <a:xfrm>
            <a:off x="3502500" y="4138881"/>
            <a:ext cx="3203100" cy="941145"/>
          </a:xfrm>
          <a:prstGeom prst="rightArrow">
            <a:avLst>
              <a:gd name="adj1" fmla="val 70149"/>
              <a:gd name="adj2" fmla="val 66274"/>
            </a:avLst>
          </a:prstGeom>
          <a:solidFill>
            <a:srgbClr val="1A1E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16" name="TextBox 15">
            <a:extLst>
              <a:ext uri="{FF2B5EF4-FFF2-40B4-BE49-F238E27FC236}">
                <a16:creationId xmlns:a16="http://schemas.microsoft.com/office/drawing/2014/main" id="{0D5ACDDE-862D-4FD7-9D73-CD0CDD17E919}"/>
              </a:ext>
            </a:extLst>
          </p:cNvPr>
          <p:cNvSpPr txBox="1"/>
          <p:nvPr/>
        </p:nvSpPr>
        <p:spPr>
          <a:xfrm>
            <a:off x="3732457" y="4417179"/>
            <a:ext cx="2973143" cy="584775"/>
          </a:xfrm>
          <a:prstGeom prst="rect">
            <a:avLst/>
          </a:prstGeom>
          <a:noFill/>
        </p:spPr>
        <p:txBody>
          <a:bodyPr wrap="square" rtlCol="0">
            <a:spAutoFit/>
          </a:bodyPr>
          <a:lstStyle/>
          <a:p>
            <a:r>
              <a:rPr lang="ja-JP" altLang="en-US" sz="3200" b="1" dirty="0">
                <a:solidFill>
                  <a:srgbClr val="D9910B"/>
                </a:solidFill>
                <a:cs typeface="Arial" pitchFamily="34" charset="0"/>
              </a:rPr>
              <a:t>書き練習</a:t>
            </a:r>
            <a:endParaRPr lang="ko-KR" altLang="en-US" sz="3600" b="1" dirty="0">
              <a:solidFill>
                <a:srgbClr val="D9910B"/>
              </a:solidFill>
              <a:cs typeface="Arial" pitchFamily="34" charset="0"/>
            </a:endParaRPr>
          </a:p>
        </p:txBody>
      </p:sp>
    </p:spTree>
    <p:extLst>
      <p:ext uri="{BB962C8B-B14F-4D97-AF65-F5344CB8AC3E}">
        <p14:creationId xmlns:p14="http://schemas.microsoft.com/office/powerpoint/2010/main" val="886559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055913" y="1665514"/>
            <a:ext cx="10374509" cy="3071425"/>
          </a:xfrm>
          <a:solidFill>
            <a:srgbClr val="5E9C53"/>
          </a:solidFill>
        </p:spPr>
        <p:txBody>
          <a:bodyPr>
            <a:normAutofit/>
          </a:bodyPr>
          <a:lstStyle/>
          <a:p>
            <a:pPr algn="ctr"/>
            <a:r>
              <a:rPr lang="ja-JP" altLang="en-US" sz="4000" b="1" dirty="0">
                <a:solidFill>
                  <a:srgbClr val="A11D2B"/>
                </a:solidFill>
              </a:rPr>
              <a:t>やってみよう（</a:t>
            </a:r>
            <a:r>
              <a:rPr lang="en-US" altLang="ja-JP" sz="4000" b="1" dirty="0">
                <a:solidFill>
                  <a:srgbClr val="A11D2B"/>
                </a:solidFill>
              </a:rPr>
              <a:t>43</a:t>
            </a:r>
            <a:r>
              <a:rPr lang="ja-JP" altLang="en-US" sz="4000" b="1" dirty="0">
                <a:solidFill>
                  <a:srgbClr val="A11D2B"/>
                </a:solidFill>
              </a:rPr>
              <a:t>ページ）</a:t>
            </a:r>
            <a:br>
              <a:rPr lang="en-US" altLang="ja-JP" sz="4000" b="1" dirty="0">
                <a:solidFill>
                  <a:srgbClr val="A11D2B"/>
                </a:solidFill>
              </a:rPr>
            </a:br>
            <a:br>
              <a:rPr lang="en-US" altLang="ja-JP" sz="4000" b="1" dirty="0">
                <a:solidFill>
                  <a:srgbClr val="A11D2B"/>
                </a:solidFill>
              </a:rPr>
            </a:br>
            <a:r>
              <a:rPr lang="ja-JP" altLang="en-US" sz="3200" b="1" dirty="0">
                <a:solidFill>
                  <a:srgbClr val="A11D2B"/>
                </a:solidFill>
              </a:rPr>
              <a:t>時間の有効な使い方について紹介しているほかの記事を読みましょう</a:t>
            </a:r>
            <a:endParaRPr lang="en-US" sz="4000" b="1" dirty="0">
              <a:solidFill>
                <a:srgbClr val="A11D2B"/>
              </a:solidFill>
            </a:endParaRPr>
          </a:p>
        </p:txBody>
      </p:sp>
    </p:spTree>
    <p:extLst>
      <p:ext uri="{BB962C8B-B14F-4D97-AF65-F5344CB8AC3E}">
        <p14:creationId xmlns:p14="http://schemas.microsoft.com/office/powerpoint/2010/main" val="270530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8" y="1621971"/>
            <a:ext cx="10374509" cy="3071425"/>
          </a:xfrm>
          <a:solidFill>
            <a:srgbClr val="5E9C53"/>
          </a:solidFill>
        </p:spPr>
        <p:txBody>
          <a:bodyPr>
            <a:normAutofit/>
          </a:bodyPr>
          <a:lstStyle/>
          <a:p>
            <a:pPr algn="ctr"/>
            <a:r>
              <a:rPr lang="ja-JP" altLang="en-US" sz="4000" b="1" dirty="0">
                <a:solidFill>
                  <a:srgbClr val="A11D2B"/>
                </a:solidFill>
              </a:rPr>
              <a:t>やってみよう</a:t>
            </a:r>
            <a:br>
              <a:rPr lang="en-US" altLang="ja-JP" sz="4000" b="1" dirty="0">
                <a:solidFill>
                  <a:srgbClr val="A11D2B"/>
                </a:solidFill>
              </a:rPr>
            </a:br>
            <a:r>
              <a:rPr lang="ja-JP" altLang="en-US" sz="2800" b="1" dirty="0">
                <a:solidFill>
                  <a:srgbClr val="D9910B"/>
                </a:solidFill>
              </a:rPr>
              <a:t>生活のリズムを管理する方法について、ほかの話を聞きましょう</a:t>
            </a:r>
            <a:endParaRPr lang="en-US" sz="4000" b="1" dirty="0">
              <a:solidFill>
                <a:srgbClr val="D9910B"/>
              </a:solidFill>
            </a:endParaRPr>
          </a:p>
        </p:txBody>
      </p:sp>
    </p:spTree>
    <p:extLst>
      <p:ext uri="{BB962C8B-B14F-4D97-AF65-F5344CB8AC3E}">
        <p14:creationId xmlns:p14="http://schemas.microsoft.com/office/powerpoint/2010/main" val="8839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Isosceles Triangle 2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able&#10;&#10;Description automatically generated">
            <a:extLst>
              <a:ext uri="{FF2B5EF4-FFF2-40B4-BE49-F238E27FC236}">
                <a16:creationId xmlns:a16="http://schemas.microsoft.com/office/drawing/2014/main" id="{084A3D1B-8BAB-4C07-BC72-0EA0AE4A54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2243074"/>
            <a:ext cx="10905066" cy="2371851"/>
          </a:xfrm>
          <a:prstGeom prst="rect">
            <a:avLst/>
          </a:prstGeom>
          <a:ln>
            <a:noFill/>
          </a:ln>
        </p:spPr>
      </p:pic>
      <p:sp>
        <p:nvSpPr>
          <p:cNvPr id="23" name="Isosceles Triangle 2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2369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8" y="1621971"/>
            <a:ext cx="10374509" cy="3071425"/>
          </a:xfrm>
          <a:solidFill>
            <a:srgbClr val="D9910B"/>
          </a:solidFill>
        </p:spPr>
        <p:txBody>
          <a:bodyPr>
            <a:normAutofit/>
          </a:bodyPr>
          <a:lstStyle/>
          <a:p>
            <a:pPr algn="ctr"/>
            <a:r>
              <a:rPr lang="ja-JP" altLang="en-US" sz="4000" b="1" dirty="0">
                <a:solidFill>
                  <a:srgbClr val="A11D2B"/>
                </a:solidFill>
              </a:rPr>
              <a:t>施設の利用案内でよく見る言葉</a:t>
            </a:r>
            <a:br>
              <a:rPr lang="en-US" altLang="ja-JP" sz="4000" b="1" dirty="0">
                <a:solidFill>
                  <a:srgbClr val="A11D2B"/>
                </a:solidFill>
              </a:rPr>
            </a:br>
            <a:r>
              <a:rPr lang="ja-JP" altLang="en-US" sz="4000" b="1" dirty="0">
                <a:solidFill>
                  <a:srgbClr val="A11D2B"/>
                </a:solidFill>
              </a:rPr>
              <a:t>　</a:t>
            </a:r>
            <a:r>
              <a:rPr lang="ja-JP" altLang="en-US" sz="2800" b="1" dirty="0">
                <a:solidFill>
                  <a:srgbClr val="A11D2B"/>
                </a:solidFill>
              </a:rPr>
              <a:t>（ワークブック</a:t>
            </a:r>
            <a:r>
              <a:rPr lang="en-US" altLang="ja-JP" sz="2800" b="1" dirty="0">
                <a:solidFill>
                  <a:srgbClr val="A11D2B"/>
                </a:solidFill>
              </a:rPr>
              <a:t>―</a:t>
            </a:r>
            <a:r>
              <a:rPr lang="vi-VN" altLang="ja-JP" sz="2800" b="1" dirty="0">
                <a:solidFill>
                  <a:srgbClr val="A11D2B"/>
                </a:solidFill>
              </a:rPr>
              <a:t>28 &amp; 29</a:t>
            </a:r>
            <a:r>
              <a:rPr lang="ja-JP" altLang="en-US" sz="2800" b="1" dirty="0">
                <a:solidFill>
                  <a:srgbClr val="A11D2B"/>
                </a:solidFill>
              </a:rPr>
              <a:t>ページ）　</a:t>
            </a:r>
            <a:endParaRPr lang="en-US" sz="4000" b="1" dirty="0">
              <a:solidFill>
                <a:srgbClr val="A11D2B"/>
              </a:solidFill>
            </a:endParaRPr>
          </a:p>
        </p:txBody>
      </p:sp>
    </p:spTree>
    <p:extLst>
      <p:ext uri="{BB962C8B-B14F-4D97-AF65-F5344CB8AC3E}">
        <p14:creationId xmlns:p14="http://schemas.microsoft.com/office/powerpoint/2010/main" val="1761823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4349</TotalTime>
  <Words>161</Words>
  <Application>Microsoft Office PowerPoint</Application>
  <PresentationFormat>Widescreen</PresentationFormat>
  <Paragraphs>22</Paragraphs>
  <Slides>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第4課</vt:lpstr>
      <vt:lpstr>PowerPoint Presentation</vt:lpstr>
      <vt:lpstr>やってみよう（43ページ）  時間の有効な使い方について紹介しているほかの記事を読みましょう</vt:lpstr>
      <vt:lpstr>やってみよう 生活のリズムを管理する方法について、ほかの話を聞きましょう</vt:lpstr>
      <vt:lpstr>PowerPoint Presentation</vt:lpstr>
      <vt:lpstr>施設の利用案内でよく見る言葉 　（ワークブック―28 &amp; 29ページ）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Oanh Le</dc:creator>
  <cp:lastModifiedBy>Le Thi Kim Oanh (FE FPTU CT)</cp:lastModifiedBy>
  <cp:revision>4</cp:revision>
  <dcterms:created xsi:type="dcterms:W3CDTF">2021-07-16T02:45:36Z</dcterms:created>
  <dcterms:modified xsi:type="dcterms:W3CDTF">2021-09-14T09:16:27Z</dcterms:modified>
</cp:coreProperties>
</file>