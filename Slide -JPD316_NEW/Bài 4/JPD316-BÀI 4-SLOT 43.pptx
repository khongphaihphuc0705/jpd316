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520" r:id="rId3"/>
    <p:sldId id="522" r:id="rId4"/>
    <p:sldId id="521" r:id="rId5"/>
    <p:sldId id="458" r:id="rId6"/>
    <p:sldId id="52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53"/>
    <a:srgbClr val="D9910B"/>
    <a:srgbClr val="A11D2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786EBF-195A-4548-B6DC-F8787D5930D1}" v="5" dt="2021-09-14T09:18:50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8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5D786EBF-195A-4548-B6DC-F8787D5930D1}"/>
    <pc:docChg chg="custSel addSld delSld modSld sldOrd">
      <pc:chgData name="Le Thi Kim Oanh (FE FPTU CT)" userId="33772939-cd87-45c1-be61-e0648bc25a53" providerId="ADAL" clId="{5D786EBF-195A-4548-B6DC-F8787D5930D1}" dt="2021-10-19T15:31:23.399" v="34" actId="14100"/>
      <pc:docMkLst>
        <pc:docMk/>
      </pc:docMkLst>
      <pc:sldChg chg="del">
        <pc:chgData name="Le Thi Kim Oanh (FE FPTU CT)" userId="33772939-cd87-45c1-be61-e0648bc25a53" providerId="ADAL" clId="{5D786EBF-195A-4548-B6DC-F8787D5930D1}" dt="2021-09-14T09:16:41.081" v="8" actId="47"/>
        <pc:sldMkLst>
          <pc:docMk/>
          <pc:sldMk cId="2705303052" sldId="370"/>
        </pc:sldMkLst>
      </pc:sldChg>
      <pc:sldChg chg="modSp del mod">
        <pc:chgData name="Le Thi Kim Oanh (FE FPTU CT)" userId="33772939-cd87-45c1-be61-e0648bc25a53" providerId="ADAL" clId="{5D786EBF-195A-4548-B6DC-F8787D5930D1}" dt="2021-09-14T09:09:20.582" v="7" actId="47"/>
        <pc:sldMkLst>
          <pc:docMk/>
          <pc:sldMk cId="2104607827" sldId="371"/>
        </pc:sldMkLst>
        <pc:spChg chg="mod">
          <ac:chgData name="Le Thi Kim Oanh (FE FPTU CT)" userId="33772939-cd87-45c1-be61-e0648bc25a53" providerId="ADAL" clId="{5D786EBF-195A-4548-B6DC-F8787D5930D1}" dt="2021-09-13T13:31:07.359" v="5" actId="20577"/>
          <ac:spMkLst>
            <pc:docMk/>
            <pc:sldMk cId="2104607827" sldId="371"/>
            <ac:spMk id="34" creationId="{01D98E79-DCBD-40D8-91C0-33E95A32483A}"/>
          </ac:spMkLst>
        </pc:spChg>
      </pc:sldChg>
      <pc:sldChg chg="del">
        <pc:chgData name="Le Thi Kim Oanh (FE FPTU CT)" userId="33772939-cd87-45c1-be61-e0648bc25a53" providerId="ADAL" clId="{5D786EBF-195A-4548-B6DC-F8787D5930D1}" dt="2021-09-14T09:09:20.582" v="7" actId="47"/>
        <pc:sldMkLst>
          <pc:docMk/>
          <pc:sldMk cId="608496223" sldId="428"/>
        </pc:sldMkLst>
      </pc:sldChg>
      <pc:sldChg chg="del">
        <pc:chgData name="Le Thi Kim Oanh (FE FPTU CT)" userId="33772939-cd87-45c1-be61-e0648bc25a53" providerId="ADAL" clId="{5D786EBF-195A-4548-B6DC-F8787D5930D1}" dt="2021-09-14T09:16:41.081" v="8" actId="47"/>
        <pc:sldMkLst>
          <pc:docMk/>
          <pc:sldMk cId="88392919" sldId="429"/>
        </pc:sldMkLst>
      </pc:sldChg>
      <pc:sldChg chg="del">
        <pc:chgData name="Le Thi Kim Oanh (FE FPTU CT)" userId="33772939-cd87-45c1-be61-e0648bc25a53" providerId="ADAL" clId="{5D786EBF-195A-4548-B6DC-F8787D5930D1}" dt="2021-09-14T09:16:41.081" v="8" actId="47"/>
        <pc:sldMkLst>
          <pc:docMk/>
          <pc:sldMk cId="886559900" sldId="430"/>
        </pc:sldMkLst>
      </pc:sldChg>
      <pc:sldChg chg="modSp mod">
        <pc:chgData name="Le Thi Kim Oanh (FE FPTU CT)" userId="33772939-cd87-45c1-be61-e0648bc25a53" providerId="ADAL" clId="{5D786EBF-195A-4548-B6DC-F8787D5930D1}" dt="2021-09-14T09:19:07.653" v="33" actId="14100"/>
        <pc:sldMkLst>
          <pc:docMk/>
          <pc:sldMk cId="617866419" sldId="458"/>
        </pc:sldMkLst>
        <pc:spChg chg="mod">
          <ac:chgData name="Le Thi Kim Oanh (FE FPTU CT)" userId="33772939-cd87-45c1-be61-e0648bc25a53" providerId="ADAL" clId="{5D786EBF-195A-4548-B6DC-F8787D5930D1}" dt="2021-09-14T09:18:13.950" v="22" actId="20577"/>
          <ac:spMkLst>
            <pc:docMk/>
            <pc:sldMk cId="617866419" sldId="458"/>
            <ac:spMk id="2" creationId="{00000000-0000-0000-0000-000000000000}"/>
          </ac:spMkLst>
        </pc:spChg>
        <pc:spChg chg="mod">
          <ac:chgData name="Le Thi Kim Oanh (FE FPTU CT)" userId="33772939-cd87-45c1-be61-e0648bc25a53" providerId="ADAL" clId="{5D786EBF-195A-4548-B6DC-F8787D5930D1}" dt="2021-09-14T09:19:07.653" v="33" actId="14100"/>
          <ac:spMkLst>
            <pc:docMk/>
            <pc:sldMk cId="617866419" sldId="458"/>
            <ac:spMk id="3" creationId="{00000000-0000-0000-0000-000000000000}"/>
          </ac:spMkLst>
        </pc:spChg>
      </pc:sldChg>
      <pc:sldChg chg="modSp del mod">
        <pc:chgData name="Le Thi Kim Oanh (FE FPTU CT)" userId="33772939-cd87-45c1-be61-e0648bc25a53" providerId="ADAL" clId="{5D786EBF-195A-4548-B6DC-F8787D5930D1}" dt="2021-09-13T13:32:16.244" v="6" actId="47"/>
        <pc:sldMkLst>
          <pc:docMk/>
          <pc:sldMk cId="888382770" sldId="460"/>
        </pc:sldMkLst>
        <pc:spChg chg="mod">
          <ac:chgData name="Le Thi Kim Oanh (FE FPTU CT)" userId="33772939-cd87-45c1-be61-e0648bc25a53" providerId="ADAL" clId="{5D786EBF-195A-4548-B6DC-F8787D5930D1}" dt="2021-09-12T07:42:30.167" v="2" actId="20577"/>
          <ac:spMkLst>
            <pc:docMk/>
            <pc:sldMk cId="888382770" sldId="460"/>
            <ac:spMk id="2" creationId="{5EF6DCCE-80F6-4D0D-97C7-067D35D1D426}"/>
          </ac:spMkLst>
        </pc:spChg>
      </pc:sldChg>
      <pc:sldChg chg="del">
        <pc:chgData name="Le Thi Kim Oanh (FE FPTU CT)" userId="33772939-cd87-45c1-be61-e0648bc25a53" providerId="ADAL" clId="{5D786EBF-195A-4548-B6DC-F8787D5930D1}" dt="2021-09-14T09:09:20.582" v="7" actId="47"/>
        <pc:sldMkLst>
          <pc:docMk/>
          <pc:sldMk cId="639745509" sldId="468"/>
        </pc:sldMkLst>
      </pc:sldChg>
      <pc:sldChg chg="del">
        <pc:chgData name="Le Thi Kim Oanh (FE FPTU CT)" userId="33772939-cd87-45c1-be61-e0648bc25a53" providerId="ADAL" clId="{5D786EBF-195A-4548-B6DC-F8787D5930D1}" dt="2021-09-14T09:09:20.582" v="7" actId="47"/>
        <pc:sldMkLst>
          <pc:docMk/>
          <pc:sldMk cId="1651932579" sldId="469"/>
        </pc:sldMkLst>
      </pc:sldChg>
      <pc:sldChg chg="del">
        <pc:chgData name="Le Thi Kim Oanh (FE FPTU CT)" userId="33772939-cd87-45c1-be61-e0648bc25a53" providerId="ADAL" clId="{5D786EBF-195A-4548-B6DC-F8787D5930D1}" dt="2021-09-14T09:16:41.081" v="8" actId="47"/>
        <pc:sldMkLst>
          <pc:docMk/>
          <pc:sldMk cId="1761823914" sldId="470"/>
        </pc:sldMkLst>
      </pc:sldChg>
      <pc:sldChg chg="del">
        <pc:chgData name="Le Thi Kim Oanh (FE FPTU CT)" userId="33772939-cd87-45c1-be61-e0648bc25a53" providerId="ADAL" clId="{5D786EBF-195A-4548-B6DC-F8787D5930D1}" dt="2021-09-14T09:09:20.582" v="7" actId="47"/>
        <pc:sldMkLst>
          <pc:docMk/>
          <pc:sldMk cId="107841704" sldId="522"/>
        </pc:sldMkLst>
      </pc:sldChg>
      <pc:sldChg chg="addSp delSp modSp new mod ord setBg modClrScheme chgLayout">
        <pc:chgData name="Le Thi Kim Oanh (FE FPTU CT)" userId="33772939-cd87-45c1-be61-e0648bc25a53" providerId="ADAL" clId="{5D786EBF-195A-4548-B6DC-F8787D5930D1}" dt="2021-10-19T15:31:23.399" v="34" actId="14100"/>
        <pc:sldMkLst>
          <pc:docMk/>
          <pc:sldMk cId="2461633464" sldId="522"/>
        </pc:sldMkLst>
        <pc:spChg chg="del">
          <ac:chgData name="Le Thi Kim Oanh (FE FPTU CT)" userId="33772939-cd87-45c1-be61-e0648bc25a53" providerId="ADAL" clId="{5D786EBF-195A-4548-B6DC-F8787D5930D1}" dt="2021-09-14T09:17:29.678" v="10" actId="700"/>
          <ac:spMkLst>
            <pc:docMk/>
            <pc:sldMk cId="2461633464" sldId="522"/>
            <ac:spMk id="2" creationId="{369B2116-9BE6-4E8B-914B-F139F1A7C529}"/>
          </ac:spMkLst>
        </pc:spChg>
        <pc:spChg chg="del">
          <ac:chgData name="Le Thi Kim Oanh (FE FPTU CT)" userId="33772939-cd87-45c1-be61-e0648bc25a53" providerId="ADAL" clId="{5D786EBF-195A-4548-B6DC-F8787D5930D1}" dt="2021-09-14T09:17:29.678" v="10" actId="700"/>
          <ac:spMkLst>
            <pc:docMk/>
            <pc:sldMk cId="2461633464" sldId="522"/>
            <ac:spMk id="3" creationId="{7B2B4959-EDA1-4A99-9B16-20F25C39BF27}"/>
          </ac:spMkLst>
        </pc:spChg>
        <pc:spChg chg="del">
          <ac:chgData name="Le Thi Kim Oanh (FE FPTU CT)" userId="33772939-cd87-45c1-be61-e0648bc25a53" providerId="ADAL" clId="{5D786EBF-195A-4548-B6DC-F8787D5930D1}" dt="2021-09-14T09:17:29.678" v="10" actId="700"/>
          <ac:spMkLst>
            <pc:docMk/>
            <pc:sldMk cId="2461633464" sldId="522"/>
            <ac:spMk id="4" creationId="{2D1A1CC1-7BCA-42AC-B098-F1C5D48BB5C9}"/>
          </ac:spMkLst>
        </pc:spChg>
        <pc:spChg chg="add">
          <ac:chgData name="Le Thi Kim Oanh (FE FPTU CT)" userId="33772939-cd87-45c1-be61-e0648bc25a53" providerId="ADAL" clId="{5D786EBF-195A-4548-B6DC-F8787D5930D1}" dt="2021-09-14T09:17:46.604" v="14" actId="26606"/>
          <ac:spMkLst>
            <pc:docMk/>
            <pc:sldMk cId="2461633464" sldId="522"/>
            <ac:spMk id="11" creationId="{F3060C83-F051-4F0E-ABAD-AA0DFC48B218}"/>
          </ac:spMkLst>
        </pc:spChg>
        <pc:spChg chg="add">
          <ac:chgData name="Le Thi Kim Oanh (FE FPTU CT)" userId="33772939-cd87-45c1-be61-e0648bc25a53" providerId="ADAL" clId="{5D786EBF-195A-4548-B6DC-F8787D5930D1}" dt="2021-09-14T09:17:46.604" v="14" actId="26606"/>
          <ac:spMkLst>
            <pc:docMk/>
            <pc:sldMk cId="2461633464" sldId="522"/>
            <ac:spMk id="13" creationId="{83C98ABE-055B-441F-B07E-44F97F083C39}"/>
          </ac:spMkLst>
        </pc:spChg>
        <pc:spChg chg="add">
          <ac:chgData name="Le Thi Kim Oanh (FE FPTU CT)" userId="33772939-cd87-45c1-be61-e0648bc25a53" providerId="ADAL" clId="{5D786EBF-195A-4548-B6DC-F8787D5930D1}" dt="2021-09-14T09:17:46.604" v="14" actId="26606"/>
          <ac:spMkLst>
            <pc:docMk/>
            <pc:sldMk cId="2461633464" sldId="522"/>
            <ac:spMk id="15" creationId="{29FDB030-9B49-4CED-8CCD-4D99382388AC}"/>
          </ac:spMkLst>
        </pc:spChg>
        <pc:spChg chg="add">
          <ac:chgData name="Le Thi Kim Oanh (FE FPTU CT)" userId="33772939-cd87-45c1-be61-e0648bc25a53" providerId="ADAL" clId="{5D786EBF-195A-4548-B6DC-F8787D5930D1}" dt="2021-09-14T09:17:46.604" v="14" actId="26606"/>
          <ac:spMkLst>
            <pc:docMk/>
            <pc:sldMk cId="2461633464" sldId="522"/>
            <ac:spMk id="17" creationId="{3783CA14-24A1-485C-8B30-D6A5D87987AD}"/>
          </ac:spMkLst>
        </pc:spChg>
        <pc:spChg chg="add">
          <ac:chgData name="Le Thi Kim Oanh (FE FPTU CT)" userId="33772939-cd87-45c1-be61-e0648bc25a53" providerId="ADAL" clId="{5D786EBF-195A-4548-B6DC-F8787D5930D1}" dt="2021-09-14T09:17:46.604" v="14" actId="26606"/>
          <ac:spMkLst>
            <pc:docMk/>
            <pc:sldMk cId="2461633464" sldId="522"/>
            <ac:spMk id="19" creationId="{9A97C86A-04D6-40F7-AE84-31AB43E6A846}"/>
          </ac:spMkLst>
        </pc:spChg>
        <pc:spChg chg="add">
          <ac:chgData name="Le Thi Kim Oanh (FE FPTU CT)" userId="33772939-cd87-45c1-be61-e0648bc25a53" providerId="ADAL" clId="{5D786EBF-195A-4548-B6DC-F8787D5930D1}" dt="2021-09-14T09:17:46.604" v="14" actId="26606"/>
          <ac:spMkLst>
            <pc:docMk/>
            <pc:sldMk cId="2461633464" sldId="522"/>
            <ac:spMk id="21" creationId="{FF9F2414-84E8-453E-B1F3-389FDE8192D9}"/>
          </ac:spMkLst>
        </pc:spChg>
        <pc:spChg chg="add">
          <ac:chgData name="Le Thi Kim Oanh (FE FPTU CT)" userId="33772939-cd87-45c1-be61-e0648bc25a53" providerId="ADAL" clId="{5D786EBF-195A-4548-B6DC-F8787D5930D1}" dt="2021-09-14T09:17:46.604" v="14" actId="26606"/>
          <ac:spMkLst>
            <pc:docMk/>
            <pc:sldMk cId="2461633464" sldId="522"/>
            <ac:spMk id="23" creationId="{3ECA69A1-7536-43AC-85EF-C7106179F5ED}"/>
          </ac:spMkLst>
        </pc:spChg>
        <pc:picChg chg="add mod">
          <ac:chgData name="Le Thi Kim Oanh (FE FPTU CT)" userId="33772939-cd87-45c1-be61-e0648bc25a53" providerId="ADAL" clId="{5D786EBF-195A-4548-B6DC-F8787D5930D1}" dt="2021-10-19T15:31:23.399" v="34" actId="14100"/>
          <ac:picMkLst>
            <pc:docMk/>
            <pc:sldMk cId="2461633464" sldId="522"/>
            <ac:picMk id="6" creationId="{CB73234D-EF5F-4C08-80CC-90E9B1943DA8}"/>
          </ac:picMkLst>
        </pc:picChg>
      </pc:sldChg>
      <pc:sldChg chg="addSp delSp modSp add mod ord">
        <pc:chgData name="Le Thi Kim Oanh (FE FPTU CT)" userId="33772939-cd87-45c1-be61-e0648bc25a53" providerId="ADAL" clId="{5D786EBF-195A-4548-B6DC-F8787D5930D1}" dt="2021-09-14T09:18:53.682" v="30" actId="26606"/>
        <pc:sldMkLst>
          <pc:docMk/>
          <pc:sldMk cId="199318803" sldId="523"/>
        </pc:sldMkLst>
        <pc:spChg chg="del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11" creationId="{F3060C83-F051-4F0E-ABAD-AA0DFC48B218}"/>
          </ac:spMkLst>
        </pc:spChg>
        <pc:spChg chg="del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13" creationId="{83C98ABE-055B-441F-B07E-44F97F083C39}"/>
          </ac:spMkLst>
        </pc:spChg>
        <pc:spChg chg="del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15" creationId="{29FDB030-9B49-4CED-8CCD-4D99382388AC}"/>
          </ac:spMkLst>
        </pc:spChg>
        <pc:spChg chg="del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17" creationId="{3783CA14-24A1-485C-8B30-D6A5D87987AD}"/>
          </ac:spMkLst>
        </pc:spChg>
        <pc:spChg chg="del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19" creationId="{9A97C86A-04D6-40F7-AE84-31AB43E6A846}"/>
          </ac:spMkLst>
        </pc:spChg>
        <pc:spChg chg="del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21" creationId="{FF9F2414-84E8-453E-B1F3-389FDE8192D9}"/>
          </ac:spMkLst>
        </pc:spChg>
        <pc:spChg chg="del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23" creationId="{3ECA69A1-7536-43AC-85EF-C7106179F5ED}"/>
          </ac:spMkLst>
        </pc:spChg>
        <pc:spChg chg="add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28" creationId="{F3060C83-F051-4F0E-ABAD-AA0DFC48B218}"/>
          </ac:spMkLst>
        </pc:spChg>
        <pc:spChg chg="add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30" creationId="{83C98ABE-055B-441F-B07E-44F97F083C39}"/>
          </ac:spMkLst>
        </pc:spChg>
        <pc:spChg chg="add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32" creationId="{29FDB030-9B49-4CED-8CCD-4D99382388AC}"/>
          </ac:spMkLst>
        </pc:spChg>
        <pc:spChg chg="add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34" creationId="{3783CA14-24A1-485C-8B30-D6A5D87987AD}"/>
          </ac:spMkLst>
        </pc:spChg>
        <pc:spChg chg="add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36" creationId="{9A97C86A-04D6-40F7-AE84-31AB43E6A846}"/>
          </ac:spMkLst>
        </pc:spChg>
        <pc:spChg chg="add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38" creationId="{FF9F2414-84E8-453E-B1F3-389FDE8192D9}"/>
          </ac:spMkLst>
        </pc:spChg>
        <pc:spChg chg="add">
          <ac:chgData name="Le Thi Kim Oanh (FE FPTU CT)" userId="33772939-cd87-45c1-be61-e0648bc25a53" providerId="ADAL" clId="{5D786EBF-195A-4548-B6DC-F8787D5930D1}" dt="2021-09-14T09:18:53.682" v="30" actId="26606"/>
          <ac:spMkLst>
            <pc:docMk/>
            <pc:sldMk cId="199318803" sldId="523"/>
            <ac:spMk id="40" creationId="{3ECA69A1-7536-43AC-85EF-C7106179F5ED}"/>
          </ac:spMkLst>
        </pc:spChg>
        <pc:picChg chg="add mod">
          <ac:chgData name="Le Thi Kim Oanh (FE FPTU CT)" userId="33772939-cd87-45c1-be61-e0648bc25a53" providerId="ADAL" clId="{5D786EBF-195A-4548-B6DC-F8787D5930D1}" dt="2021-09-14T09:18:53.682" v="30" actId="26606"/>
          <ac:picMkLst>
            <pc:docMk/>
            <pc:sldMk cId="199318803" sldId="523"/>
            <ac:picMk id="3" creationId="{0A2AA942-73E1-4531-9736-DCC275B1BA87}"/>
          </ac:picMkLst>
        </pc:picChg>
        <pc:picChg chg="del">
          <ac:chgData name="Le Thi Kim Oanh (FE FPTU CT)" userId="33772939-cd87-45c1-be61-e0648bc25a53" providerId="ADAL" clId="{5D786EBF-195A-4548-B6DC-F8787D5930D1}" dt="2021-09-14T09:18:44.195" v="26" actId="478"/>
          <ac:picMkLst>
            <pc:docMk/>
            <pc:sldMk cId="199318803" sldId="523"/>
            <ac:picMk id="6" creationId="{CB73234D-EF5F-4C08-80CC-90E9B1943DA8}"/>
          </ac:picMkLst>
        </pc:picChg>
      </pc:sldChg>
      <pc:sldChg chg="del">
        <pc:chgData name="Le Thi Kim Oanh (FE FPTU CT)" userId="33772939-cd87-45c1-be61-e0648bc25a53" providerId="ADAL" clId="{5D786EBF-195A-4548-B6DC-F8787D5930D1}" dt="2021-09-14T09:09:20.582" v="7" actId="47"/>
        <pc:sldMkLst>
          <pc:docMk/>
          <pc:sldMk cId="558048023" sldId="523"/>
        </pc:sldMkLst>
      </pc:sldChg>
    </pc:docChg>
  </pc:docChgLst>
  <pc:docChgLst>
    <pc:chgData name="Oanh Le Thi Kim  (FE FPTU CT)" userId="33772939-cd87-45c1-be61-e0648bc25a53" providerId="ADAL" clId="{5D786EBF-195A-4548-B6DC-F8787D5930D1}"/>
    <pc:docChg chg="custSel addSld delSld modSld sldOrd delSection modSection">
      <pc:chgData name="Oanh Le Thi Kim  (FE FPTU CT)" userId="33772939-cd87-45c1-be61-e0648bc25a53" providerId="ADAL" clId="{5D786EBF-195A-4548-B6DC-F8787D5930D1}" dt="2021-08-21T12:14:51.853" v="28" actId="14100"/>
      <pc:docMkLst>
        <pc:docMk/>
      </pc:docMkLst>
      <pc:sldChg chg="add del">
        <pc:chgData name="Oanh Le Thi Kim  (FE FPTU CT)" userId="33772939-cd87-45c1-be61-e0648bc25a53" providerId="ADAL" clId="{5D786EBF-195A-4548-B6DC-F8787D5930D1}" dt="2021-08-21T12:12:19.370" v="5"/>
        <pc:sldMkLst>
          <pc:docMk/>
          <pc:sldMk cId="1809037783" sldId="256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921137803" sldId="353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3795194396" sldId="359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2507326125" sldId="360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406647322" sldId="363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703791009" sldId="365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985129004" sldId="367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397200444" sldId="372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408844313" sldId="413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2329737387" sldId="414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906519154" sldId="415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364144826" sldId="427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1905524200" sldId="432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577269292" sldId="433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3710736048" sldId="434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3245471418" sldId="435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2679302023" sldId="436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1898346204" sldId="443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4025790530" sldId="444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3450673402" sldId="454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3715108067" sldId="455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3154101632" sldId="461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4035760225" sldId="462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3793371279" sldId="463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3832996583" sldId="464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479023796" sldId="465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3212093159" sldId="466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1463685746" sldId="467"/>
        </pc:sldMkLst>
      </pc:sldChg>
      <pc:sldChg chg="addSp delSp modSp mod">
        <pc:chgData name="Oanh Le Thi Kim  (FE FPTU CT)" userId="33772939-cd87-45c1-be61-e0648bc25a53" providerId="ADAL" clId="{5D786EBF-195A-4548-B6DC-F8787D5930D1}" dt="2021-08-21T12:13:44.432" v="18" actId="14100"/>
        <pc:sldMkLst>
          <pc:docMk/>
          <pc:sldMk cId="639745509" sldId="468"/>
        </pc:sldMkLst>
        <pc:spChg chg="del">
          <ac:chgData name="Oanh Le Thi Kim  (FE FPTU CT)" userId="33772939-cd87-45c1-be61-e0648bc25a53" providerId="ADAL" clId="{5D786EBF-195A-4548-B6DC-F8787D5930D1}" dt="2021-08-21T12:13:22.464" v="11" actId="478"/>
          <ac:spMkLst>
            <pc:docMk/>
            <pc:sldMk cId="639745509" sldId="468"/>
            <ac:spMk id="3" creationId="{00000000-0000-0000-0000-000000000000}"/>
          </ac:spMkLst>
        </pc:spChg>
        <pc:spChg chg="add del mod">
          <ac:chgData name="Oanh Le Thi Kim  (FE FPTU CT)" userId="33772939-cd87-45c1-be61-e0648bc25a53" providerId="ADAL" clId="{5D786EBF-195A-4548-B6DC-F8787D5930D1}" dt="2021-08-21T12:13:25.148" v="12" actId="478"/>
          <ac:spMkLst>
            <pc:docMk/>
            <pc:sldMk cId="639745509" sldId="468"/>
            <ac:spMk id="6" creationId="{96A23F0E-98C5-44BB-8682-EB4D266ECF2C}"/>
          </ac:spMkLst>
        </pc:spChg>
        <pc:spChg chg="mod">
          <ac:chgData name="Oanh Le Thi Kim  (FE FPTU CT)" userId="33772939-cd87-45c1-be61-e0648bc25a53" providerId="ADAL" clId="{5D786EBF-195A-4548-B6DC-F8787D5930D1}" dt="2021-08-21T12:13:44.432" v="18" actId="14100"/>
          <ac:spMkLst>
            <pc:docMk/>
            <pc:sldMk cId="639745509" sldId="468"/>
            <ac:spMk id="8" creationId="{DAEFD4E7-6F3B-431B-AFC3-4AD21E95532A}"/>
          </ac:spMkLst>
        </pc:spChg>
      </pc:sldChg>
      <pc:sldChg chg="delSp modSp mod">
        <pc:chgData name="Oanh Le Thi Kim  (FE FPTU CT)" userId="33772939-cd87-45c1-be61-e0648bc25a53" providerId="ADAL" clId="{5D786EBF-195A-4548-B6DC-F8787D5930D1}" dt="2021-08-21T12:14:12.489" v="21" actId="14100"/>
        <pc:sldMkLst>
          <pc:docMk/>
          <pc:sldMk cId="1651932579" sldId="469"/>
        </pc:sldMkLst>
        <pc:spChg chg="mod">
          <ac:chgData name="Oanh Le Thi Kim  (FE FPTU CT)" userId="33772939-cd87-45c1-be61-e0648bc25a53" providerId="ADAL" clId="{5D786EBF-195A-4548-B6DC-F8787D5930D1}" dt="2021-08-21T12:14:12.489" v="21" actId="14100"/>
          <ac:spMkLst>
            <pc:docMk/>
            <pc:sldMk cId="1651932579" sldId="469"/>
            <ac:spMk id="3" creationId="{00000000-0000-0000-0000-000000000000}"/>
          </ac:spMkLst>
        </pc:spChg>
        <pc:spChg chg="del">
          <ac:chgData name="Oanh Le Thi Kim  (FE FPTU CT)" userId="33772939-cd87-45c1-be61-e0648bc25a53" providerId="ADAL" clId="{5D786EBF-195A-4548-B6DC-F8787D5930D1}" dt="2021-08-21T12:14:09.369" v="20" actId="478"/>
          <ac:spMkLst>
            <pc:docMk/>
            <pc:sldMk cId="1651932579" sldId="469"/>
            <ac:spMk id="8" creationId="{DAEFD4E7-6F3B-431B-AFC3-4AD21E95532A}"/>
          </ac:spMkLst>
        </pc:spChg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2595167715" sldId="471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71005382" sldId="472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2492953139" sldId="473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040436584" sldId="474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42738750" sldId="475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625292946" sldId="476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2490421462" sldId="477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914468321" sldId="478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677632246" sldId="479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174917863" sldId="480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362160084" sldId="481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994263126" sldId="482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865295945" sldId="483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2473485828" sldId="484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2208081324" sldId="485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894429737" sldId="486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384855407" sldId="487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061079787" sldId="488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70069448" sldId="489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614729614" sldId="490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064471091" sldId="491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851419260" sldId="492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768076208" sldId="493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1532275469" sldId="494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365964024" sldId="495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3151075774" sldId="496"/>
        </pc:sldMkLst>
      </pc:sldChg>
      <pc:sldChg chg="del">
        <pc:chgData name="Oanh Le Thi Kim  (FE FPTU CT)" userId="33772939-cd87-45c1-be61-e0648bc25a53" providerId="ADAL" clId="{5D786EBF-195A-4548-B6DC-F8787D5930D1}" dt="2021-08-08T09:25:13.536" v="1" actId="47"/>
        <pc:sldMkLst>
          <pc:docMk/>
          <pc:sldMk cId="292098498" sldId="497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535750892" sldId="498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63526228" sldId="499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185947829" sldId="500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3043320904" sldId="501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2081556552" sldId="502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1155833004" sldId="503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1580327312" sldId="504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538994293" sldId="505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2783505280" sldId="506"/>
        </pc:sldMkLst>
      </pc:sldChg>
      <pc:sldChg chg="del">
        <pc:chgData name="Oanh Le Thi Kim  (FE FPTU CT)" userId="33772939-cd87-45c1-be61-e0648bc25a53" providerId="ADAL" clId="{5D786EBF-195A-4548-B6DC-F8787D5930D1}" dt="2021-08-08T09:25:42.871" v="3" actId="47"/>
        <pc:sldMkLst>
          <pc:docMk/>
          <pc:sldMk cId="1902859379" sldId="507"/>
        </pc:sldMkLst>
      </pc:sldChg>
      <pc:sldChg chg="del">
        <pc:chgData name="Oanh Le Thi Kim  (FE FPTU CT)" userId="33772939-cd87-45c1-be61-e0648bc25a53" providerId="ADAL" clId="{5D786EBF-195A-4548-B6DC-F8787D5930D1}" dt="2021-08-08T09:25:01.383" v="0" actId="47"/>
        <pc:sldMkLst>
          <pc:docMk/>
          <pc:sldMk cId="316366365" sldId="508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1323074538" sldId="509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1364346345" sldId="510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4106046634" sldId="511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3735703511" sldId="512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3789702726" sldId="513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445703076" sldId="514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1447244196" sldId="515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903742106" sldId="516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209535954" sldId="517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3075680630" sldId="518"/>
        </pc:sldMkLst>
      </pc:sldChg>
      <pc:sldChg chg="del">
        <pc:chgData name="Oanh Le Thi Kim  (FE FPTU CT)" userId="33772939-cd87-45c1-be61-e0648bc25a53" providerId="ADAL" clId="{5D786EBF-195A-4548-B6DC-F8787D5930D1}" dt="2021-08-08T09:25:31.542" v="2" actId="47"/>
        <pc:sldMkLst>
          <pc:docMk/>
          <pc:sldMk cId="1459018749" sldId="519"/>
        </pc:sldMkLst>
      </pc:sldChg>
      <pc:sldChg chg="delSp modSp add mod ord modNotesTx">
        <pc:chgData name="Oanh Le Thi Kim  (FE FPTU CT)" userId="33772939-cd87-45c1-be61-e0648bc25a53" providerId="ADAL" clId="{5D786EBF-195A-4548-B6DC-F8787D5930D1}" dt="2021-08-21T12:13:35.185" v="15" actId="20577"/>
        <pc:sldMkLst>
          <pc:docMk/>
          <pc:sldMk cId="107841704" sldId="522"/>
        </pc:sldMkLst>
        <pc:spChg chg="mod">
          <ac:chgData name="Oanh Le Thi Kim  (FE FPTU CT)" userId="33772939-cd87-45c1-be61-e0648bc25a53" providerId="ADAL" clId="{5D786EBF-195A-4548-B6DC-F8787D5930D1}" dt="2021-08-21T12:13:17.064" v="8" actId="14100"/>
          <ac:spMkLst>
            <pc:docMk/>
            <pc:sldMk cId="107841704" sldId="522"/>
            <ac:spMk id="3" creationId="{00000000-0000-0000-0000-000000000000}"/>
          </ac:spMkLst>
        </pc:spChg>
        <pc:spChg chg="del">
          <ac:chgData name="Oanh Le Thi Kim  (FE FPTU CT)" userId="33772939-cd87-45c1-be61-e0648bc25a53" providerId="ADAL" clId="{5D786EBF-195A-4548-B6DC-F8787D5930D1}" dt="2021-08-21T12:13:12.847" v="7" actId="478"/>
          <ac:spMkLst>
            <pc:docMk/>
            <pc:sldMk cId="107841704" sldId="522"/>
            <ac:spMk id="8" creationId="{DAEFD4E7-6F3B-431B-AFC3-4AD21E95532A}"/>
          </ac:spMkLst>
        </pc:spChg>
      </pc:sldChg>
      <pc:sldChg chg="addSp delSp modSp add mod">
        <pc:chgData name="Oanh Le Thi Kim  (FE FPTU CT)" userId="33772939-cd87-45c1-be61-e0648bc25a53" providerId="ADAL" clId="{5D786EBF-195A-4548-B6DC-F8787D5930D1}" dt="2021-08-21T12:14:51.853" v="28" actId="14100"/>
        <pc:sldMkLst>
          <pc:docMk/>
          <pc:sldMk cId="558048023" sldId="523"/>
        </pc:sldMkLst>
        <pc:spChg chg="del">
          <ac:chgData name="Oanh Le Thi Kim  (FE FPTU CT)" userId="33772939-cd87-45c1-be61-e0648bc25a53" providerId="ADAL" clId="{5D786EBF-195A-4548-B6DC-F8787D5930D1}" dt="2021-08-21T12:14:15.717" v="22" actId="478"/>
          <ac:spMkLst>
            <pc:docMk/>
            <pc:sldMk cId="558048023" sldId="523"/>
            <ac:spMk id="3" creationId="{00000000-0000-0000-0000-000000000000}"/>
          </ac:spMkLst>
        </pc:spChg>
        <pc:spChg chg="add del mod">
          <ac:chgData name="Oanh Le Thi Kim  (FE FPTU CT)" userId="33772939-cd87-45c1-be61-e0648bc25a53" providerId="ADAL" clId="{5D786EBF-195A-4548-B6DC-F8787D5930D1}" dt="2021-08-21T12:14:18.315" v="23" actId="478"/>
          <ac:spMkLst>
            <pc:docMk/>
            <pc:sldMk cId="558048023" sldId="523"/>
            <ac:spMk id="6" creationId="{260755AC-42EF-41AB-9403-AFE9338B0B2E}"/>
          </ac:spMkLst>
        </pc:spChg>
        <pc:spChg chg="mod">
          <ac:chgData name="Oanh Le Thi Kim  (FE FPTU CT)" userId="33772939-cd87-45c1-be61-e0648bc25a53" providerId="ADAL" clId="{5D786EBF-195A-4548-B6DC-F8787D5930D1}" dt="2021-08-21T12:14:51.853" v="28" actId="14100"/>
          <ac:spMkLst>
            <pc:docMk/>
            <pc:sldMk cId="558048023" sldId="523"/>
            <ac:spMk id="8" creationId="{DAEFD4E7-6F3B-431B-AFC3-4AD21E9553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04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2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9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56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10/19/2021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178" y="1467853"/>
            <a:ext cx="4814012" cy="1961147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5400" b="1" dirty="0">
                <a:solidFill>
                  <a:srgbClr val="A11D2B"/>
                </a:solidFill>
              </a:rPr>
              <a:t>第</a:t>
            </a:r>
            <a:r>
              <a:rPr lang="vi-VN" altLang="ja-JP" sz="5400" b="1" dirty="0">
                <a:solidFill>
                  <a:srgbClr val="A11D2B"/>
                </a:solidFill>
              </a:rPr>
              <a:t>4</a:t>
            </a:r>
            <a:r>
              <a:rPr lang="ja-JP" altLang="en-US" sz="5400" b="1" dirty="0">
                <a:solidFill>
                  <a:srgbClr val="A11D2B"/>
                </a:solidFill>
              </a:rPr>
              <a:t>課</a:t>
            </a:r>
            <a:endParaRPr lang="en-US" sz="5400" b="1" dirty="0">
              <a:solidFill>
                <a:srgbClr val="A11D2B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53" y="2201778"/>
            <a:ext cx="4326091" cy="2863516"/>
          </a:xfrm>
          <a:noFill/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ja-JP" altLang="en-US" sz="6600" b="1" dirty="0">
                <a:solidFill>
                  <a:srgbClr val="D9910B"/>
                </a:solidFill>
              </a:rPr>
              <a:t>地域を知って生活する</a:t>
            </a:r>
            <a:endParaRPr lang="en-US" sz="6600" b="1" dirty="0">
              <a:solidFill>
                <a:srgbClr val="D9910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1"/>
            <a:ext cx="6129819" cy="6487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丸い町のフレーム素材（小）">
            <a:extLst>
              <a:ext uri="{FF2B5EF4-FFF2-40B4-BE49-F238E27FC236}">
                <a16:creationId xmlns:a16="http://schemas.microsoft.com/office/drawing/2014/main" id="{729BA245-94A7-4D26-9273-1C5E986C1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20" y="703914"/>
            <a:ext cx="5903633" cy="5736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3588971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79640" y="2744422"/>
            <a:ext cx="3566113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0" y="247567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584853" y="3001956"/>
            <a:ext cx="40216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5E9C53"/>
                </a:solidFill>
                <a:cs typeface="Arial" pitchFamily="34" charset="0"/>
              </a:rPr>
              <a:t>やってみよう</a:t>
            </a:r>
            <a:r>
              <a:rPr lang="en-US" altLang="ja-JP" sz="2800" b="1" dirty="0">
                <a:solidFill>
                  <a:srgbClr val="5E9C53"/>
                </a:solidFill>
                <a:cs typeface="Arial" pitchFamily="34" charset="0"/>
              </a:rPr>
              <a:t>(59</a:t>
            </a:r>
            <a:r>
              <a:rPr lang="ja-JP" altLang="en-US" sz="2800" b="1" dirty="0">
                <a:solidFill>
                  <a:srgbClr val="5E9C53"/>
                </a:solidFill>
                <a:cs typeface="Arial" pitchFamily="34" charset="0"/>
              </a:rPr>
              <a:t>）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43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616740" y="1675612"/>
            <a:ext cx="3566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耳でキャッチ　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</a:t>
            </a:r>
            <a:r>
              <a:rPr lang="en-US" altLang="ja-JP" sz="2800" dirty="0">
                <a:solidFill>
                  <a:srgbClr val="1A1E3B"/>
                </a:solidFill>
                <a:cs typeface="Arial" pitchFamily="34" charset="0"/>
              </a:rPr>
              <a:t>53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81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CB73234D-EF5F-4C08-80CC-90E9B1943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7" y="1856318"/>
            <a:ext cx="11443706" cy="3003972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3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8514" y="365126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r>
              <a:rPr lang="vi-VN" altLang="ja-JP" sz="4000" b="1" dirty="0">
                <a:solidFill>
                  <a:srgbClr val="C00000"/>
                </a:solidFill>
              </a:rPr>
              <a:t> </a:t>
            </a:r>
            <a:r>
              <a:rPr lang="ja-JP" altLang="en-US" sz="4000" b="1" dirty="0">
                <a:solidFill>
                  <a:srgbClr val="C00000"/>
                </a:solidFill>
              </a:rPr>
              <a:t>耳でキャッチ　（</a:t>
            </a:r>
            <a:r>
              <a:rPr lang="en-US" altLang="ja-JP" sz="4000" b="1" dirty="0">
                <a:solidFill>
                  <a:srgbClr val="C00000"/>
                </a:solidFill>
              </a:rPr>
              <a:t>P53</a:t>
            </a:r>
            <a:r>
              <a:rPr lang="ja-JP" altLang="en-US" sz="4000" b="1" dirty="0">
                <a:solidFill>
                  <a:srgbClr val="C00000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09075" y="2211746"/>
            <a:ext cx="11321714" cy="2908854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kumimoji="1" lang="ja-JP" altLang="en-US" sz="3200" b="1" dirty="0">
                <a:solidFill>
                  <a:srgbClr val="A11D2B"/>
                </a:solidFill>
                <a:latin typeface="Arial" panose="020B0604020202020204" pitchFamily="34" charset="0"/>
              </a:rPr>
              <a:t>文化センターはどこにありますか。</a:t>
            </a:r>
            <a:endParaRPr kumimoji="1" lang="en-US" altLang="ja-JP" sz="32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kumimoji="1" lang="ja-JP" altLang="en-US" sz="3200" b="1" dirty="0">
                <a:solidFill>
                  <a:srgbClr val="A11D2B"/>
                </a:solidFill>
                <a:latin typeface="Arial" panose="020B0604020202020204" pitchFamily="34" charset="0"/>
              </a:rPr>
              <a:t>５９ページの地図で確認してください</a:t>
            </a:r>
            <a:endParaRPr kumimoji="1" lang="en-US" altLang="ja-JP" sz="3200" b="1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ctr">
              <a:buNone/>
            </a:pPr>
            <a:r>
              <a:rPr kumimoji="1" lang="en-US" altLang="ja-JP" sz="3200" dirty="0">
                <a:solidFill>
                  <a:srgbClr val="A11D2B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CD-A18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A86DC-7997-4BDB-9F71-844FB582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65" y="34836"/>
            <a:ext cx="1935598" cy="1702565"/>
          </a:xfrm>
          <a:prstGeom prst="rect">
            <a:avLst/>
          </a:prstGeom>
        </p:spPr>
      </p:pic>
      <p:pic>
        <p:nvPicPr>
          <p:cNvPr id="4" name="19 Track 19">
            <a:hlinkClick r:id="" action="ppaction://media"/>
            <a:extLst>
              <a:ext uri="{FF2B5EF4-FFF2-40B4-BE49-F238E27FC236}">
                <a16:creationId xmlns:a16="http://schemas.microsoft.com/office/drawing/2014/main" id="{C7F8E1C3-9E7A-48F0-90FE-09574C40C3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38084" y="383180"/>
            <a:ext cx="1354221" cy="135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96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94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8627" y="271105"/>
            <a:ext cx="5856516" cy="81474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やってみよう（</a:t>
            </a:r>
            <a:r>
              <a:rPr lang="en-US" altLang="ja-JP" sz="4000" b="1" dirty="0">
                <a:solidFill>
                  <a:srgbClr val="A11D2B"/>
                </a:solidFill>
              </a:rPr>
              <a:t>P.59</a:t>
            </a:r>
            <a:r>
              <a:rPr lang="ja-JP" altLang="en-US" sz="4000" b="1" dirty="0">
                <a:solidFill>
                  <a:srgbClr val="A11D2B"/>
                </a:solidFill>
              </a:rPr>
              <a:t>）</a:t>
            </a:r>
            <a:endParaRPr kumimoji="1" lang="ja-JP" altLang="en-US" sz="8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77515" y="2754630"/>
            <a:ext cx="10996863" cy="237082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l">
              <a:buNone/>
            </a:pPr>
            <a:endParaRPr kumimoji="1" lang="vi-VN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ja-JP" altLang="en-US" sz="3200" b="1" dirty="0">
                <a:solidFill>
                  <a:srgbClr val="A11D2B"/>
                </a:solidFill>
              </a:rPr>
              <a:t>友達が図書館への行き方を聞いています。</a:t>
            </a:r>
            <a:endParaRPr lang="en-US" altLang="ja-JP" sz="3200" b="1" dirty="0">
              <a:solidFill>
                <a:srgbClr val="A11D2B"/>
              </a:solidFill>
            </a:endParaRPr>
          </a:p>
          <a:p>
            <a:pPr marL="0" indent="0" algn="ctr">
              <a:buNone/>
            </a:pPr>
            <a:r>
              <a:rPr kumimoji="1" lang="ja-JP" altLang="en-US" sz="3200" b="1" dirty="0">
                <a:solidFill>
                  <a:srgbClr val="A11D2B"/>
                </a:solidFill>
                <a:latin typeface="Arial" panose="020B0604020202020204" pitchFamily="34" charset="0"/>
              </a:rPr>
              <a:t>会話を聞きましょう。</a:t>
            </a:r>
            <a:endParaRPr kumimoji="1" lang="en-US" altLang="ja-JP" sz="3200" dirty="0">
              <a:solidFill>
                <a:srgbClr val="A11D2B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 descr="喫茶店で話す人達のイラスト（女子学生）">
            <a:extLst>
              <a:ext uri="{FF2B5EF4-FFF2-40B4-BE49-F238E27FC236}">
                <a16:creationId xmlns:a16="http://schemas.microsoft.com/office/drawing/2014/main" id="{56E42CE6-F030-40FA-919B-033467AFC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04" y="125729"/>
            <a:ext cx="2056785" cy="20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866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0A2AA942-73E1-4531-9736-DCC275B1B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826" y="643467"/>
            <a:ext cx="7330348" cy="5571065"/>
          </a:xfrm>
          <a:prstGeom prst="rect">
            <a:avLst/>
          </a:prstGeom>
          <a:ln>
            <a:noFill/>
          </a:ln>
        </p:spPr>
      </p:pic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4344</TotalTime>
  <Words>127</Words>
  <Application>Microsoft Office PowerPoint</Application>
  <PresentationFormat>Widescreen</PresentationFormat>
  <Paragraphs>24</Paragraphs>
  <Slides>6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第4課</vt:lpstr>
      <vt:lpstr>PowerPoint Presentation</vt:lpstr>
      <vt:lpstr>PowerPoint Presentation</vt:lpstr>
      <vt:lpstr> 耳でキャッチ　（P53）</vt:lpstr>
      <vt:lpstr>やってみよう（P.59）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3</cp:revision>
  <dcterms:created xsi:type="dcterms:W3CDTF">2021-07-16T02:45:36Z</dcterms:created>
  <dcterms:modified xsi:type="dcterms:W3CDTF">2021-10-19T15:31:27Z</dcterms:modified>
</cp:coreProperties>
</file>