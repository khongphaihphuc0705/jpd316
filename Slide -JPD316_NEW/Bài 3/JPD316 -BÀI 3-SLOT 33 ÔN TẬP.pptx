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19"/>
  </p:notesMasterIdLst>
  <p:sldIdLst>
    <p:sldId id="256" r:id="rId2"/>
    <p:sldId id="384" r:id="rId3"/>
    <p:sldId id="378" r:id="rId4"/>
    <p:sldId id="381" r:id="rId5"/>
    <p:sldId id="382" r:id="rId6"/>
    <p:sldId id="389" r:id="rId7"/>
    <p:sldId id="391" r:id="rId8"/>
    <p:sldId id="385" r:id="rId9"/>
    <p:sldId id="383" r:id="rId10"/>
    <p:sldId id="386" r:id="rId11"/>
    <p:sldId id="387" r:id="rId12"/>
    <p:sldId id="392" r:id="rId13"/>
    <p:sldId id="390" r:id="rId14"/>
    <p:sldId id="393" r:id="rId15"/>
    <p:sldId id="293" r:id="rId16"/>
    <p:sldId id="394" r:id="rId17"/>
    <p:sldId id="39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009900"/>
    <a:srgbClr val="FF6600"/>
    <a:srgbClr val="FF9933"/>
    <a:srgbClr val="FBF5E5"/>
    <a:srgbClr val="FF3300"/>
    <a:srgbClr val="FF0066"/>
    <a:srgbClr val="33CC33"/>
    <a:srgbClr val="FFCC99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399C4-D603-4491-ABED-7171145C542E}" v="29" dt="2021-09-14T12:52:23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933" autoAdjust="0"/>
  </p:normalViewPr>
  <p:slideViewPr>
    <p:cSldViewPr snapToGrid="0">
      <p:cViewPr varScale="1">
        <p:scale>
          <a:sx n="58" d="100"/>
          <a:sy n="58" d="100"/>
        </p:scale>
        <p:origin x="19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DC3399C4-D603-4491-ABED-7171145C542E}"/>
    <pc:docChg chg="undo custSel addSld delSld modSld sldOrd">
      <pc:chgData name="Le Thi Kim Oanh (FE FPTU CT)" userId="33772939-cd87-45c1-be61-e0648bc25a53" providerId="ADAL" clId="{DC3399C4-D603-4491-ABED-7171145C542E}" dt="2021-09-14T12:52:42.333" v="461" actId="47"/>
      <pc:docMkLst>
        <pc:docMk/>
      </pc:docMkLst>
      <pc:sldChg chg="modSp mod">
        <pc:chgData name="Le Thi Kim Oanh (FE FPTU CT)" userId="33772939-cd87-45c1-be61-e0648bc25a53" providerId="ADAL" clId="{DC3399C4-D603-4491-ABED-7171145C542E}" dt="2021-09-14T09:31:38.280" v="23" actId="20577"/>
        <pc:sldMkLst>
          <pc:docMk/>
          <pc:sldMk cId="507328461" sldId="256"/>
        </pc:sldMkLst>
        <pc:spChg chg="mod">
          <ac:chgData name="Le Thi Kim Oanh (FE FPTU CT)" userId="33772939-cd87-45c1-be61-e0648bc25a53" providerId="ADAL" clId="{DC3399C4-D603-4491-ABED-7171145C542E}" dt="2021-09-14T09:31:32.276" v="22" actId="14100"/>
          <ac:spMkLst>
            <pc:docMk/>
            <pc:sldMk cId="507328461" sldId="256"/>
            <ac:spMk id="2" creationId="{00000000-0000-0000-0000-000000000000}"/>
          </ac:spMkLst>
        </pc:spChg>
        <pc:spChg chg="mod">
          <ac:chgData name="Le Thi Kim Oanh (FE FPTU CT)" userId="33772939-cd87-45c1-be61-e0648bc25a53" providerId="ADAL" clId="{DC3399C4-D603-4491-ABED-7171145C542E}" dt="2021-09-14T09:31:38.280" v="23" actId="20577"/>
          <ac:spMkLst>
            <pc:docMk/>
            <pc:sldMk cId="507328461" sldId="256"/>
            <ac:spMk id="3" creationId="{00000000-0000-0000-0000-000000000000}"/>
          </ac:spMkLst>
        </pc:spChg>
        <pc:spChg chg="mod">
          <ac:chgData name="Le Thi Kim Oanh (FE FPTU CT)" userId="33772939-cd87-45c1-be61-e0648bc25a53" providerId="ADAL" clId="{DC3399C4-D603-4491-ABED-7171145C542E}" dt="2021-09-14T09:30:49.426" v="5"/>
          <ac:spMkLst>
            <pc:docMk/>
            <pc:sldMk cId="507328461" sldId="256"/>
            <ac:spMk id="5" creationId="{BF1E2109-65C8-4809-822D-9FE3A86C121C}"/>
          </ac:spMkLst>
        </pc:spChg>
      </pc:sldChg>
      <pc:sldChg chg="add del setBg modNotesTx">
        <pc:chgData name="Le Thi Kim Oanh (FE FPTU CT)" userId="33772939-cd87-45c1-be61-e0648bc25a53" providerId="ADAL" clId="{DC3399C4-D603-4491-ABED-7171145C542E}" dt="2021-09-14T11:49:01.467" v="434" actId="20577"/>
        <pc:sldMkLst>
          <pc:docMk/>
          <pc:sldMk cId="3533646092" sldId="293"/>
        </pc:sldMkLst>
      </pc:sldChg>
      <pc:sldChg chg="del">
        <pc:chgData name="Le Thi Kim Oanh (FE FPTU CT)" userId="33772939-cd87-45c1-be61-e0648bc25a53" providerId="ADAL" clId="{DC3399C4-D603-4491-ABED-7171145C542E}" dt="2021-09-14T09:32:40.341" v="25" actId="47"/>
        <pc:sldMkLst>
          <pc:docMk/>
          <pc:sldMk cId="3116635965" sldId="364"/>
        </pc:sldMkLst>
      </pc:sldChg>
      <pc:sldChg chg="del">
        <pc:chgData name="Le Thi Kim Oanh (FE FPTU CT)" userId="33772939-cd87-45c1-be61-e0648bc25a53" providerId="ADAL" clId="{DC3399C4-D603-4491-ABED-7171145C542E}" dt="2021-09-14T09:32:41.165" v="26" actId="47"/>
        <pc:sldMkLst>
          <pc:docMk/>
          <pc:sldMk cId="1314717465" sldId="365"/>
        </pc:sldMkLst>
      </pc:sldChg>
      <pc:sldChg chg="del">
        <pc:chgData name="Le Thi Kim Oanh (FE FPTU CT)" userId="33772939-cd87-45c1-be61-e0648bc25a53" providerId="ADAL" clId="{DC3399C4-D603-4491-ABED-7171145C542E}" dt="2021-09-14T09:32:43.909" v="27" actId="47"/>
        <pc:sldMkLst>
          <pc:docMk/>
          <pc:sldMk cId="3998284620" sldId="366"/>
        </pc:sldMkLst>
      </pc:sldChg>
      <pc:sldChg chg="del">
        <pc:chgData name="Le Thi Kim Oanh (FE FPTU CT)" userId="33772939-cd87-45c1-be61-e0648bc25a53" providerId="ADAL" clId="{DC3399C4-D603-4491-ABED-7171145C542E}" dt="2021-09-14T09:32:45.155" v="28" actId="47"/>
        <pc:sldMkLst>
          <pc:docMk/>
          <pc:sldMk cId="3016456576" sldId="367"/>
        </pc:sldMkLst>
      </pc:sldChg>
      <pc:sldChg chg="del">
        <pc:chgData name="Le Thi Kim Oanh (FE FPTU CT)" userId="33772939-cd87-45c1-be61-e0648bc25a53" providerId="ADAL" clId="{DC3399C4-D603-4491-ABED-7171145C542E}" dt="2021-09-14T09:32:46.168" v="29" actId="47"/>
        <pc:sldMkLst>
          <pc:docMk/>
          <pc:sldMk cId="2726960940" sldId="368"/>
        </pc:sldMkLst>
      </pc:sldChg>
      <pc:sldChg chg="del">
        <pc:chgData name="Le Thi Kim Oanh (FE FPTU CT)" userId="33772939-cd87-45c1-be61-e0648bc25a53" providerId="ADAL" clId="{DC3399C4-D603-4491-ABED-7171145C542E}" dt="2021-09-14T09:32:48.175" v="31" actId="47"/>
        <pc:sldMkLst>
          <pc:docMk/>
          <pc:sldMk cId="4014167132" sldId="369"/>
        </pc:sldMkLst>
      </pc:sldChg>
      <pc:sldChg chg="del">
        <pc:chgData name="Le Thi Kim Oanh (FE FPTU CT)" userId="33772939-cd87-45c1-be61-e0648bc25a53" providerId="ADAL" clId="{DC3399C4-D603-4491-ABED-7171145C542E}" dt="2021-09-14T09:32:47.098" v="30" actId="47"/>
        <pc:sldMkLst>
          <pc:docMk/>
          <pc:sldMk cId="2242633918" sldId="370"/>
        </pc:sldMkLst>
      </pc:sldChg>
      <pc:sldChg chg="del">
        <pc:chgData name="Le Thi Kim Oanh (FE FPTU CT)" userId="33772939-cd87-45c1-be61-e0648bc25a53" providerId="ADAL" clId="{DC3399C4-D603-4491-ABED-7171145C542E}" dt="2021-09-14T09:32:49.008" v="32" actId="47"/>
        <pc:sldMkLst>
          <pc:docMk/>
          <pc:sldMk cId="1629265670" sldId="371"/>
        </pc:sldMkLst>
      </pc:sldChg>
      <pc:sldChg chg="del">
        <pc:chgData name="Le Thi Kim Oanh (FE FPTU CT)" userId="33772939-cd87-45c1-be61-e0648bc25a53" providerId="ADAL" clId="{DC3399C4-D603-4491-ABED-7171145C542E}" dt="2021-09-14T09:32:49.936" v="33" actId="47"/>
        <pc:sldMkLst>
          <pc:docMk/>
          <pc:sldMk cId="3003853841" sldId="372"/>
        </pc:sldMkLst>
      </pc:sldChg>
      <pc:sldChg chg="del">
        <pc:chgData name="Le Thi Kim Oanh (FE FPTU CT)" userId="33772939-cd87-45c1-be61-e0648bc25a53" providerId="ADAL" clId="{DC3399C4-D603-4491-ABED-7171145C542E}" dt="2021-09-14T09:32:50.774" v="34" actId="47"/>
        <pc:sldMkLst>
          <pc:docMk/>
          <pc:sldMk cId="351830537" sldId="373"/>
        </pc:sldMkLst>
      </pc:sldChg>
      <pc:sldChg chg="del">
        <pc:chgData name="Le Thi Kim Oanh (FE FPTU CT)" userId="33772939-cd87-45c1-be61-e0648bc25a53" providerId="ADAL" clId="{DC3399C4-D603-4491-ABED-7171145C542E}" dt="2021-09-14T09:32:51.581" v="35" actId="47"/>
        <pc:sldMkLst>
          <pc:docMk/>
          <pc:sldMk cId="4011027106" sldId="374"/>
        </pc:sldMkLst>
      </pc:sldChg>
      <pc:sldChg chg="del">
        <pc:chgData name="Le Thi Kim Oanh (FE FPTU CT)" userId="33772939-cd87-45c1-be61-e0648bc25a53" providerId="ADAL" clId="{DC3399C4-D603-4491-ABED-7171145C542E}" dt="2021-09-14T09:32:52.448" v="36" actId="47"/>
        <pc:sldMkLst>
          <pc:docMk/>
          <pc:sldMk cId="3523211530" sldId="375"/>
        </pc:sldMkLst>
      </pc:sldChg>
      <pc:sldChg chg="del ord">
        <pc:chgData name="Le Thi Kim Oanh (FE FPTU CT)" userId="33772939-cd87-45c1-be61-e0648bc25a53" providerId="ADAL" clId="{DC3399C4-D603-4491-ABED-7171145C542E}" dt="2021-09-14T11:30:57.611" v="147" actId="47"/>
        <pc:sldMkLst>
          <pc:docMk/>
          <pc:sldMk cId="2074940502" sldId="376"/>
        </pc:sldMkLst>
      </pc:sldChg>
      <pc:sldChg chg="addSp delSp modSp mod delAnim">
        <pc:chgData name="Le Thi Kim Oanh (FE FPTU CT)" userId="33772939-cd87-45c1-be61-e0648bc25a53" providerId="ADAL" clId="{DC3399C4-D603-4491-ABED-7171145C542E}" dt="2021-09-14T11:28:45.325" v="119" actId="1076"/>
        <pc:sldMkLst>
          <pc:docMk/>
          <pc:sldMk cId="3106374150" sldId="378"/>
        </pc:sldMkLst>
        <pc:picChg chg="del mod">
          <ac:chgData name="Le Thi Kim Oanh (FE FPTU CT)" userId="33772939-cd87-45c1-be61-e0648bc25a53" providerId="ADAL" clId="{DC3399C4-D603-4491-ABED-7171145C542E}" dt="2021-09-14T11:28:37.966" v="117" actId="478"/>
          <ac:picMkLst>
            <pc:docMk/>
            <pc:sldMk cId="3106374150" sldId="378"/>
            <ac:picMk id="3" creationId="{2D655891-48D7-465C-AD09-C1FB76512801}"/>
          </ac:picMkLst>
        </pc:picChg>
        <pc:picChg chg="add del mod">
          <ac:chgData name="Le Thi Kim Oanh (FE FPTU CT)" userId="33772939-cd87-45c1-be61-e0648bc25a53" providerId="ADAL" clId="{DC3399C4-D603-4491-ABED-7171145C542E}" dt="2021-09-14T11:24:27.958" v="54" actId="478"/>
          <ac:picMkLst>
            <pc:docMk/>
            <pc:sldMk cId="3106374150" sldId="378"/>
            <ac:picMk id="4" creationId="{6DE8F8F4-21DA-454E-8439-3CBE55DBEA36}"/>
          </ac:picMkLst>
        </pc:picChg>
        <pc:picChg chg="del">
          <ac:chgData name="Le Thi Kim Oanh (FE FPTU CT)" userId="33772939-cd87-45c1-be61-e0648bc25a53" providerId="ADAL" clId="{DC3399C4-D603-4491-ABED-7171145C542E}" dt="2021-09-14T09:33:05.306" v="40" actId="478"/>
          <ac:picMkLst>
            <pc:docMk/>
            <pc:sldMk cId="3106374150" sldId="378"/>
            <ac:picMk id="6" creationId="{DD465480-A1FB-41BD-AEF3-60B25325FCC7}"/>
          </ac:picMkLst>
        </pc:picChg>
        <pc:picChg chg="add mod">
          <ac:chgData name="Le Thi Kim Oanh (FE FPTU CT)" userId="33772939-cd87-45c1-be61-e0648bc25a53" providerId="ADAL" clId="{DC3399C4-D603-4491-ABED-7171145C542E}" dt="2021-09-14T11:28:45.325" v="119" actId="1076"/>
          <ac:picMkLst>
            <pc:docMk/>
            <pc:sldMk cId="3106374150" sldId="378"/>
            <ac:picMk id="7" creationId="{F714DBD4-0E7F-4FE6-9016-D6903815A414}"/>
          </ac:picMkLst>
        </pc:picChg>
        <pc:picChg chg="del">
          <ac:chgData name="Le Thi Kim Oanh (FE FPTU CT)" userId="33772939-cd87-45c1-be61-e0648bc25a53" providerId="ADAL" clId="{DC3399C4-D603-4491-ABED-7171145C542E}" dt="2021-09-14T09:33:08.022" v="41" actId="478"/>
          <ac:picMkLst>
            <pc:docMk/>
            <pc:sldMk cId="3106374150" sldId="378"/>
            <ac:picMk id="11" creationId="{82229BCF-AC78-4360-8C4B-2FFEB8665EC8}"/>
          </ac:picMkLst>
        </pc:picChg>
        <pc:picChg chg="del">
          <ac:chgData name="Le Thi Kim Oanh (FE FPTU CT)" userId="33772939-cd87-45c1-be61-e0648bc25a53" providerId="ADAL" clId="{DC3399C4-D603-4491-ABED-7171145C542E}" dt="2021-09-14T09:33:09.802" v="42" actId="478"/>
          <ac:picMkLst>
            <pc:docMk/>
            <pc:sldMk cId="3106374150" sldId="378"/>
            <ac:picMk id="13" creationId="{635D9075-7FB2-4397-8E80-8E2DB3276D4B}"/>
          </ac:picMkLst>
        </pc:picChg>
      </pc:sldChg>
      <pc:sldChg chg="del">
        <pc:chgData name="Le Thi Kim Oanh (FE FPTU CT)" userId="33772939-cd87-45c1-be61-e0648bc25a53" providerId="ADAL" clId="{DC3399C4-D603-4491-ABED-7171145C542E}" dt="2021-09-14T11:24:57.594" v="59" actId="47"/>
        <pc:sldMkLst>
          <pc:docMk/>
          <pc:sldMk cId="2577108241" sldId="380"/>
        </pc:sldMkLst>
      </pc:sldChg>
      <pc:sldChg chg="addSp delSp modSp mod">
        <pc:chgData name="Le Thi Kim Oanh (FE FPTU CT)" userId="33772939-cd87-45c1-be61-e0648bc25a53" providerId="ADAL" clId="{DC3399C4-D603-4491-ABED-7171145C542E}" dt="2021-09-14T11:25:42.662" v="74" actId="14100"/>
        <pc:sldMkLst>
          <pc:docMk/>
          <pc:sldMk cId="2459990514" sldId="381"/>
        </pc:sldMkLst>
        <pc:picChg chg="add mod">
          <ac:chgData name="Le Thi Kim Oanh (FE FPTU CT)" userId="33772939-cd87-45c1-be61-e0648bc25a53" providerId="ADAL" clId="{DC3399C4-D603-4491-ABED-7171145C542E}" dt="2021-09-14T11:25:22.634" v="65" actId="14100"/>
          <ac:picMkLst>
            <pc:docMk/>
            <pc:sldMk cId="2459990514" sldId="381"/>
            <ac:picMk id="3" creationId="{CB966C3D-4713-42B4-99CA-617972312635}"/>
          </ac:picMkLst>
        </pc:picChg>
        <pc:picChg chg="del">
          <ac:chgData name="Le Thi Kim Oanh (FE FPTU CT)" userId="33772939-cd87-45c1-be61-e0648bc25a53" providerId="ADAL" clId="{DC3399C4-D603-4491-ABED-7171145C542E}" dt="2021-09-14T11:25:03.752" v="60" actId="478"/>
          <ac:picMkLst>
            <pc:docMk/>
            <pc:sldMk cId="2459990514" sldId="381"/>
            <ac:picMk id="4" creationId="{88473483-F2DD-4488-B073-2F5BEBE380C0}"/>
          </ac:picMkLst>
        </pc:picChg>
        <pc:picChg chg="add mod">
          <ac:chgData name="Le Thi Kim Oanh (FE FPTU CT)" userId="33772939-cd87-45c1-be61-e0648bc25a53" providerId="ADAL" clId="{DC3399C4-D603-4491-ABED-7171145C542E}" dt="2021-09-14T11:25:42.662" v="74" actId="14100"/>
          <ac:picMkLst>
            <pc:docMk/>
            <pc:sldMk cId="2459990514" sldId="381"/>
            <ac:picMk id="6" creationId="{C76A4134-266E-4276-8691-507BB876BA58}"/>
          </ac:picMkLst>
        </pc:picChg>
        <pc:picChg chg="del">
          <ac:chgData name="Le Thi Kim Oanh (FE FPTU CT)" userId="33772939-cd87-45c1-be61-e0648bc25a53" providerId="ADAL" clId="{DC3399C4-D603-4491-ABED-7171145C542E}" dt="2021-09-14T11:25:24.824" v="66" actId="478"/>
          <ac:picMkLst>
            <pc:docMk/>
            <pc:sldMk cId="2459990514" sldId="381"/>
            <ac:picMk id="7" creationId="{D89E8778-842C-4935-8F38-9DBC293D5A8F}"/>
          </ac:picMkLst>
        </pc:picChg>
      </pc:sldChg>
      <pc:sldChg chg="addSp delSp modSp mod">
        <pc:chgData name="Le Thi Kim Oanh (FE FPTU CT)" userId="33772939-cd87-45c1-be61-e0648bc25a53" providerId="ADAL" clId="{DC3399C4-D603-4491-ABED-7171145C542E}" dt="2021-09-14T11:27:17.942" v="91" actId="14100"/>
        <pc:sldMkLst>
          <pc:docMk/>
          <pc:sldMk cId="3060476606" sldId="382"/>
        </pc:sldMkLst>
        <pc:picChg chg="del">
          <ac:chgData name="Le Thi Kim Oanh (FE FPTU CT)" userId="33772939-cd87-45c1-be61-e0648bc25a53" providerId="ADAL" clId="{DC3399C4-D603-4491-ABED-7171145C542E}" dt="2021-09-14T11:26:53.665" v="84" actId="478"/>
          <ac:picMkLst>
            <pc:docMk/>
            <pc:sldMk cId="3060476606" sldId="382"/>
            <ac:picMk id="3" creationId="{BA0DE5A6-A042-4930-B8E2-5F619F2A332C}"/>
          </ac:picMkLst>
        </pc:picChg>
        <pc:picChg chg="add mod">
          <ac:chgData name="Le Thi Kim Oanh (FE FPTU CT)" userId="33772939-cd87-45c1-be61-e0648bc25a53" providerId="ADAL" clId="{DC3399C4-D603-4491-ABED-7171145C542E}" dt="2021-09-14T11:27:17.942" v="91" actId="14100"/>
          <ac:picMkLst>
            <pc:docMk/>
            <pc:sldMk cId="3060476606" sldId="382"/>
            <ac:picMk id="4" creationId="{6867F991-32E6-401A-BD45-7C6031A39E1B}"/>
          </ac:picMkLst>
        </pc:picChg>
        <pc:picChg chg="del">
          <ac:chgData name="Le Thi Kim Oanh (FE FPTU CT)" userId="33772939-cd87-45c1-be61-e0648bc25a53" providerId="ADAL" clId="{DC3399C4-D603-4491-ABED-7171145C542E}" dt="2021-09-14T11:26:12.229" v="76" actId="478"/>
          <ac:picMkLst>
            <pc:docMk/>
            <pc:sldMk cId="3060476606" sldId="382"/>
            <ac:picMk id="6" creationId="{BB841ECE-591E-4481-9330-2056A8817F06}"/>
          </ac:picMkLst>
        </pc:picChg>
        <pc:picChg chg="add mod">
          <ac:chgData name="Le Thi Kim Oanh (FE FPTU CT)" userId="33772939-cd87-45c1-be61-e0648bc25a53" providerId="ADAL" clId="{DC3399C4-D603-4491-ABED-7171145C542E}" dt="2021-09-14T11:26:59.076" v="85" actId="931"/>
          <ac:picMkLst>
            <pc:docMk/>
            <pc:sldMk cId="3060476606" sldId="382"/>
            <ac:picMk id="7" creationId="{6CD92261-30F2-4BCF-ADEC-01E31D523B47}"/>
          </ac:picMkLst>
        </pc:picChg>
        <pc:picChg chg="del">
          <ac:chgData name="Le Thi Kim Oanh (FE FPTU CT)" userId="33772939-cd87-45c1-be61-e0648bc25a53" providerId="ADAL" clId="{DC3399C4-D603-4491-ABED-7171145C542E}" dt="2021-09-14T11:26:14.454" v="77" actId="478"/>
          <ac:picMkLst>
            <pc:docMk/>
            <pc:sldMk cId="3060476606" sldId="382"/>
            <ac:picMk id="10" creationId="{1B7844A5-9434-413B-A135-1B3100C5867E}"/>
          </ac:picMkLst>
        </pc:picChg>
        <pc:picChg chg="add mod">
          <ac:chgData name="Le Thi Kim Oanh (FE FPTU CT)" userId="33772939-cd87-45c1-be61-e0648bc25a53" providerId="ADAL" clId="{DC3399C4-D603-4491-ABED-7171145C542E}" dt="2021-09-14T11:27:12.894" v="89" actId="14100"/>
          <ac:picMkLst>
            <pc:docMk/>
            <pc:sldMk cId="3060476606" sldId="382"/>
            <ac:picMk id="11" creationId="{7E98171E-6DF7-4925-9794-E486BD23E6C5}"/>
          </ac:picMkLst>
        </pc:picChg>
      </pc:sldChg>
      <pc:sldChg chg="addSp delSp modSp mod">
        <pc:chgData name="Le Thi Kim Oanh (FE FPTU CT)" userId="33772939-cd87-45c1-be61-e0648bc25a53" providerId="ADAL" clId="{DC3399C4-D603-4491-ABED-7171145C542E}" dt="2021-09-14T11:29:01.625" v="120" actId="14100"/>
        <pc:sldMkLst>
          <pc:docMk/>
          <pc:sldMk cId="1098358516" sldId="383"/>
        </pc:sldMkLst>
        <pc:picChg chg="del">
          <ac:chgData name="Le Thi Kim Oanh (FE FPTU CT)" userId="33772939-cd87-45c1-be61-e0648bc25a53" providerId="ADAL" clId="{DC3399C4-D603-4491-ABED-7171145C542E}" dt="2021-09-14T11:27:29.837" v="92" actId="478"/>
          <ac:picMkLst>
            <pc:docMk/>
            <pc:sldMk cId="1098358516" sldId="383"/>
            <ac:picMk id="4" creationId="{84BDB716-84D4-479A-9990-DDD817C502CC}"/>
          </ac:picMkLst>
        </pc:picChg>
        <pc:picChg chg="add mod">
          <ac:chgData name="Le Thi Kim Oanh (FE FPTU CT)" userId="33772939-cd87-45c1-be61-e0648bc25a53" providerId="ADAL" clId="{DC3399C4-D603-4491-ABED-7171145C542E}" dt="2021-09-14T11:29:01.625" v="120" actId="14100"/>
          <ac:picMkLst>
            <pc:docMk/>
            <pc:sldMk cId="1098358516" sldId="383"/>
            <ac:picMk id="5" creationId="{E0168650-7FC7-44AF-8BFF-14E6D1631249}"/>
          </ac:picMkLst>
        </pc:picChg>
        <pc:picChg chg="del">
          <ac:chgData name="Le Thi Kim Oanh (FE FPTU CT)" userId="33772939-cd87-45c1-be61-e0648bc25a53" providerId="ADAL" clId="{DC3399C4-D603-4491-ABED-7171145C542E}" dt="2021-09-14T11:27:31.409" v="93" actId="478"/>
          <ac:picMkLst>
            <pc:docMk/>
            <pc:sldMk cId="1098358516" sldId="383"/>
            <ac:picMk id="7" creationId="{D9218740-0E29-454A-A8DE-1B05372FE144}"/>
          </ac:picMkLst>
        </pc:picChg>
      </pc:sldChg>
      <pc:sldChg chg="delSp modSp add mod ord">
        <pc:chgData name="Le Thi Kim Oanh (FE FPTU CT)" userId="33772939-cd87-45c1-be61-e0648bc25a53" providerId="ADAL" clId="{DC3399C4-D603-4491-ABED-7171145C542E}" dt="2021-09-14T11:28:31.757" v="115" actId="14100"/>
        <pc:sldMkLst>
          <pc:docMk/>
          <pc:sldMk cId="1422683974" sldId="384"/>
        </pc:sldMkLst>
        <pc:picChg chg="mod">
          <ac:chgData name="Le Thi Kim Oanh (FE FPTU CT)" userId="33772939-cd87-45c1-be61-e0648bc25a53" providerId="ADAL" clId="{DC3399C4-D603-4491-ABED-7171145C542E}" dt="2021-09-14T11:28:31.757" v="115" actId="14100"/>
          <ac:picMkLst>
            <pc:docMk/>
            <pc:sldMk cId="1422683974" sldId="384"/>
            <ac:picMk id="3" creationId="{2D655891-48D7-465C-AD09-C1FB76512801}"/>
          </ac:picMkLst>
        </pc:picChg>
        <pc:picChg chg="del">
          <ac:chgData name="Le Thi Kim Oanh (FE FPTU CT)" userId="33772939-cd87-45c1-be61-e0648bc25a53" providerId="ADAL" clId="{DC3399C4-D603-4491-ABED-7171145C542E}" dt="2021-09-14T11:27:58.162" v="102" actId="478"/>
          <ac:picMkLst>
            <pc:docMk/>
            <pc:sldMk cId="1422683974" sldId="384"/>
            <ac:picMk id="7" creationId="{F714DBD4-0E7F-4FE6-9016-D6903815A414}"/>
          </ac:picMkLst>
        </pc:picChg>
      </pc:sldChg>
      <pc:sldChg chg="addSp delSp modSp add mod ord delAnim">
        <pc:chgData name="Le Thi Kim Oanh (FE FPTU CT)" userId="33772939-cd87-45c1-be61-e0648bc25a53" providerId="ADAL" clId="{DC3399C4-D603-4491-ABED-7171145C542E}" dt="2021-09-14T11:38:12.286" v="217" actId="255"/>
        <pc:sldMkLst>
          <pc:docMk/>
          <pc:sldMk cId="4152604526" sldId="385"/>
        </pc:sldMkLst>
        <pc:spChg chg="add mod">
          <ac:chgData name="Le Thi Kim Oanh (FE FPTU CT)" userId="33772939-cd87-45c1-be61-e0648bc25a53" providerId="ADAL" clId="{DC3399C4-D603-4491-ABED-7171145C542E}" dt="2021-09-14T11:38:12.286" v="217" actId="255"/>
          <ac:spMkLst>
            <pc:docMk/>
            <pc:sldMk cId="4152604526" sldId="385"/>
            <ac:spMk id="2" creationId="{7DCC7CA2-1517-4E71-86F0-D837597E21E3}"/>
          </ac:spMkLst>
        </pc:spChg>
        <pc:picChg chg="del mod">
          <ac:chgData name="Le Thi Kim Oanh (FE FPTU CT)" userId="33772939-cd87-45c1-be61-e0648bc25a53" providerId="ADAL" clId="{DC3399C4-D603-4491-ABED-7171145C542E}" dt="2021-09-14T11:29:49.681" v="121" actId="478"/>
          <ac:picMkLst>
            <pc:docMk/>
            <pc:sldMk cId="4152604526" sldId="385"/>
            <ac:picMk id="3" creationId="{2D655891-48D7-465C-AD09-C1FB76512801}"/>
          </ac:picMkLst>
        </pc:picChg>
      </pc:sldChg>
      <pc:sldChg chg="addSp delSp modSp add mod">
        <pc:chgData name="Le Thi Kim Oanh (FE FPTU CT)" userId="33772939-cd87-45c1-be61-e0648bc25a53" providerId="ADAL" clId="{DC3399C4-D603-4491-ABED-7171145C542E}" dt="2021-09-14T11:31:36.837" v="156" actId="14100"/>
        <pc:sldMkLst>
          <pc:docMk/>
          <pc:sldMk cId="800953454" sldId="386"/>
        </pc:sldMkLst>
        <pc:picChg chg="add mod">
          <ac:chgData name="Le Thi Kim Oanh (FE FPTU CT)" userId="33772939-cd87-45c1-be61-e0648bc25a53" providerId="ADAL" clId="{DC3399C4-D603-4491-ABED-7171145C542E}" dt="2021-09-14T11:31:36.837" v="156" actId="14100"/>
          <ac:picMkLst>
            <pc:docMk/>
            <pc:sldMk cId="800953454" sldId="386"/>
            <ac:picMk id="4" creationId="{1445938F-1D94-45A4-BB46-E7715580B619}"/>
          </ac:picMkLst>
        </pc:picChg>
        <pc:picChg chg="del">
          <ac:chgData name="Le Thi Kim Oanh (FE FPTU CT)" userId="33772939-cd87-45c1-be61-e0648bc25a53" providerId="ADAL" clId="{DC3399C4-D603-4491-ABED-7171145C542E}" dt="2021-09-14T11:31:14.898" v="149" actId="478"/>
          <ac:picMkLst>
            <pc:docMk/>
            <pc:sldMk cId="800953454" sldId="386"/>
            <ac:picMk id="5" creationId="{E0168650-7FC7-44AF-8BFF-14E6D1631249}"/>
          </ac:picMkLst>
        </pc:picChg>
      </pc:sldChg>
      <pc:sldChg chg="addSp delSp modSp add mod">
        <pc:chgData name="Le Thi Kim Oanh (FE FPTU CT)" userId="33772939-cd87-45c1-be61-e0648bc25a53" providerId="ADAL" clId="{DC3399C4-D603-4491-ABED-7171145C542E}" dt="2021-09-14T11:32:11.962" v="168" actId="14100"/>
        <pc:sldMkLst>
          <pc:docMk/>
          <pc:sldMk cId="2272055566" sldId="387"/>
        </pc:sldMkLst>
        <pc:picChg chg="del">
          <ac:chgData name="Le Thi Kim Oanh (FE FPTU CT)" userId="33772939-cd87-45c1-be61-e0648bc25a53" providerId="ADAL" clId="{DC3399C4-D603-4491-ABED-7171145C542E}" dt="2021-09-14T11:31:43.601" v="158" actId="478"/>
          <ac:picMkLst>
            <pc:docMk/>
            <pc:sldMk cId="2272055566" sldId="387"/>
            <ac:picMk id="4" creationId="{1445938F-1D94-45A4-BB46-E7715580B619}"/>
          </ac:picMkLst>
        </pc:picChg>
        <pc:picChg chg="add del mod">
          <ac:chgData name="Le Thi Kim Oanh (FE FPTU CT)" userId="33772939-cd87-45c1-be61-e0648bc25a53" providerId="ADAL" clId="{DC3399C4-D603-4491-ABED-7171145C542E}" dt="2021-09-14T11:31:57.999" v="162" actId="478"/>
          <ac:picMkLst>
            <pc:docMk/>
            <pc:sldMk cId="2272055566" sldId="387"/>
            <ac:picMk id="5" creationId="{7693A1AF-F913-4B12-AA92-F4F9DA29A8BC}"/>
          </ac:picMkLst>
        </pc:picChg>
        <pc:picChg chg="add mod">
          <ac:chgData name="Le Thi Kim Oanh (FE FPTU CT)" userId="33772939-cd87-45c1-be61-e0648bc25a53" providerId="ADAL" clId="{DC3399C4-D603-4491-ABED-7171145C542E}" dt="2021-09-14T11:32:11.962" v="168" actId="14100"/>
          <ac:picMkLst>
            <pc:docMk/>
            <pc:sldMk cId="2272055566" sldId="387"/>
            <ac:picMk id="7" creationId="{761DBEDD-D4D4-4C5B-A982-1754A6220F20}"/>
          </ac:picMkLst>
        </pc:picChg>
      </pc:sldChg>
      <pc:sldChg chg="addSp delSp modSp add del mod">
        <pc:chgData name="Le Thi Kim Oanh (FE FPTU CT)" userId="33772939-cd87-45c1-be61-e0648bc25a53" providerId="ADAL" clId="{DC3399C4-D603-4491-ABED-7171145C542E}" dt="2021-09-14T11:34:21.234" v="205" actId="47"/>
        <pc:sldMkLst>
          <pc:docMk/>
          <pc:sldMk cId="3185238445" sldId="388"/>
        </pc:sldMkLst>
        <pc:picChg chg="add del mod">
          <ac:chgData name="Le Thi Kim Oanh (FE FPTU CT)" userId="33772939-cd87-45c1-be61-e0648bc25a53" providerId="ADAL" clId="{DC3399C4-D603-4491-ABED-7171145C542E}" dt="2021-09-14T11:32:43.544" v="175" actId="478"/>
          <ac:picMkLst>
            <pc:docMk/>
            <pc:sldMk cId="3185238445" sldId="388"/>
            <ac:picMk id="4" creationId="{735D0891-8EC1-407C-8728-E0E1F02F2E15}"/>
          </ac:picMkLst>
        </pc:picChg>
        <pc:picChg chg="del">
          <ac:chgData name="Le Thi Kim Oanh (FE FPTU CT)" userId="33772939-cd87-45c1-be61-e0648bc25a53" providerId="ADAL" clId="{DC3399C4-D603-4491-ABED-7171145C542E}" dt="2021-09-14T11:32:30.523" v="171" actId="478"/>
          <ac:picMkLst>
            <pc:docMk/>
            <pc:sldMk cId="3185238445" sldId="388"/>
            <ac:picMk id="7" creationId="{761DBEDD-D4D4-4C5B-A982-1754A6220F20}"/>
          </ac:picMkLst>
        </pc:picChg>
      </pc:sldChg>
      <pc:sldChg chg="addSp delSp modSp add mod">
        <pc:chgData name="Le Thi Kim Oanh (FE FPTU CT)" userId="33772939-cd87-45c1-be61-e0648bc25a53" providerId="ADAL" clId="{DC3399C4-D603-4491-ABED-7171145C542E}" dt="2021-09-14T11:33:12.093" v="187" actId="14100"/>
        <pc:sldMkLst>
          <pc:docMk/>
          <pc:sldMk cId="3296253452" sldId="389"/>
        </pc:sldMkLst>
        <pc:picChg chg="add mod">
          <ac:chgData name="Le Thi Kim Oanh (FE FPTU CT)" userId="33772939-cd87-45c1-be61-e0648bc25a53" providerId="ADAL" clId="{DC3399C4-D603-4491-ABED-7171145C542E}" dt="2021-09-14T11:33:12.093" v="187" actId="14100"/>
          <ac:picMkLst>
            <pc:docMk/>
            <pc:sldMk cId="3296253452" sldId="389"/>
            <ac:picMk id="3" creationId="{E652A61E-B952-4D2C-9E8F-DCA4A84EBB62}"/>
          </ac:picMkLst>
        </pc:picChg>
        <pc:picChg chg="del">
          <ac:chgData name="Le Thi Kim Oanh (FE FPTU CT)" userId="33772939-cd87-45c1-be61-e0648bc25a53" providerId="ADAL" clId="{DC3399C4-D603-4491-ABED-7171145C542E}" dt="2021-09-14T11:32:53.806" v="178" actId="478"/>
          <ac:picMkLst>
            <pc:docMk/>
            <pc:sldMk cId="3296253452" sldId="389"/>
            <ac:picMk id="4" creationId="{6867F991-32E6-401A-BD45-7C6031A39E1B}"/>
          </ac:picMkLst>
        </pc:picChg>
        <pc:picChg chg="del">
          <ac:chgData name="Le Thi Kim Oanh (FE FPTU CT)" userId="33772939-cd87-45c1-be61-e0648bc25a53" providerId="ADAL" clId="{DC3399C4-D603-4491-ABED-7171145C542E}" dt="2021-09-14T11:32:56.720" v="179" actId="478"/>
          <ac:picMkLst>
            <pc:docMk/>
            <pc:sldMk cId="3296253452" sldId="389"/>
            <ac:picMk id="7" creationId="{6CD92261-30F2-4BCF-ADEC-01E31D523B47}"/>
          </ac:picMkLst>
        </pc:picChg>
        <pc:picChg chg="del">
          <ac:chgData name="Le Thi Kim Oanh (FE FPTU CT)" userId="33772939-cd87-45c1-be61-e0648bc25a53" providerId="ADAL" clId="{DC3399C4-D603-4491-ABED-7171145C542E}" dt="2021-09-14T11:32:52.236" v="177" actId="478"/>
          <ac:picMkLst>
            <pc:docMk/>
            <pc:sldMk cId="3296253452" sldId="389"/>
            <ac:picMk id="11" creationId="{7E98171E-6DF7-4925-9794-E486BD23E6C5}"/>
          </ac:picMkLst>
        </pc:picChg>
      </pc:sldChg>
      <pc:sldChg chg="addSp delSp modSp add mod ord">
        <pc:chgData name="Le Thi Kim Oanh (FE FPTU CT)" userId="33772939-cd87-45c1-be61-e0648bc25a53" providerId="ADAL" clId="{DC3399C4-D603-4491-ABED-7171145C542E}" dt="2021-09-14T11:34:15.665" v="204"/>
        <pc:sldMkLst>
          <pc:docMk/>
          <pc:sldMk cId="1783622456" sldId="390"/>
        </pc:sldMkLst>
        <pc:picChg chg="del">
          <ac:chgData name="Le Thi Kim Oanh (FE FPTU CT)" userId="33772939-cd87-45c1-be61-e0648bc25a53" providerId="ADAL" clId="{DC3399C4-D603-4491-ABED-7171145C542E}" dt="2021-09-14T11:33:32.453" v="189" actId="478"/>
          <ac:picMkLst>
            <pc:docMk/>
            <pc:sldMk cId="1783622456" sldId="390"/>
            <ac:picMk id="3" creationId="{E652A61E-B952-4D2C-9E8F-DCA4A84EBB62}"/>
          </ac:picMkLst>
        </pc:picChg>
        <pc:picChg chg="add mod">
          <ac:chgData name="Le Thi Kim Oanh (FE FPTU CT)" userId="33772939-cd87-45c1-be61-e0648bc25a53" providerId="ADAL" clId="{DC3399C4-D603-4491-ABED-7171145C542E}" dt="2021-09-14T11:33:50.450" v="197" actId="14100"/>
          <ac:picMkLst>
            <pc:docMk/>
            <pc:sldMk cId="1783622456" sldId="390"/>
            <ac:picMk id="4" creationId="{DACFFC8E-EE43-4050-A065-63F10AF1AC1A}"/>
          </ac:picMkLst>
        </pc:picChg>
        <pc:picChg chg="add mod">
          <ac:chgData name="Le Thi Kim Oanh (FE FPTU CT)" userId="33772939-cd87-45c1-be61-e0648bc25a53" providerId="ADAL" clId="{DC3399C4-D603-4491-ABED-7171145C542E}" dt="2021-09-14T11:34:06.509" v="202" actId="14100"/>
          <ac:picMkLst>
            <pc:docMk/>
            <pc:sldMk cId="1783622456" sldId="390"/>
            <ac:picMk id="6" creationId="{427B4D3B-1D67-4FF2-B491-81BC0FEE842B}"/>
          </ac:picMkLst>
        </pc:picChg>
        <pc:picChg chg="add mod">
          <ac:chgData name="Le Thi Kim Oanh (FE FPTU CT)" userId="33772939-cd87-45c1-be61-e0648bc25a53" providerId="ADAL" clId="{DC3399C4-D603-4491-ABED-7171145C542E}" dt="2021-09-14T11:34:01.837" v="200" actId="14100"/>
          <ac:picMkLst>
            <pc:docMk/>
            <pc:sldMk cId="1783622456" sldId="390"/>
            <ac:picMk id="8" creationId="{58468095-9B9C-4EAB-8416-42C235408232}"/>
          </ac:picMkLst>
        </pc:picChg>
      </pc:sldChg>
      <pc:sldChg chg="addSp delSp modSp add mod">
        <pc:chgData name="Le Thi Kim Oanh (FE FPTU CT)" userId="33772939-cd87-45c1-be61-e0648bc25a53" providerId="ADAL" clId="{DC3399C4-D603-4491-ABED-7171145C542E}" dt="2021-09-14T11:37:59.450" v="215" actId="14100"/>
        <pc:sldMkLst>
          <pc:docMk/>
          <pc:sldMk cId="2839169380" sldId="391"/>
        </pc:sldMkLst>
        <pc:picChg chg="del mod">
          <ac:chgData name="Le Thi Kim Oanh (FE FPTU CT)" userId="33772939-cd87-45c1-be61-e0648bc25a53" providerId="ADAL" clId="{DC3399C4-D603-4491-ABED-7171145C542E}" dt="2021-09-14T11:37:40.163" v="208" actId="478"/>
          <ac:picMkLst>
            <pc:docMk/>
            <pc:sldMk cId="2839169380" sldId="391"/>
            <ac:picMk id="3" creationId="{E652A61E-B952-4D2C-9E8F-DCA4A84EBB62}"/>
          </ac:picMkLst>
        </pc:picChg>
        <pc:picChg chg="add mod">
          <ac:chgData name="Le Thi Kim Oanh (FE FPTU CT)" userId="33772939-cd87-45c1-be61-e0648bc25a53" providerId="ADAL" clId="{DC3399C4-D603-4491-ABED-7171145C542E}" dt="2021-09-14T11:37:59.450" v="215" actId="14100"/>
          <ac:picMkLst>
            <pc:docMk/>
            <pc:sldMk cId="2839169380" sldId="391"/>
            <ac:picMk id="4" creationId="{9C77668F-15AC-4D28-B080-C3F1BA6CB548}"/>
          </ac:picMkLst>
        </pc:picChg>
      </pc:sldChg>
      <pc:sldChg chg="addSp delSp modSp add mod">
        <pc:chgData name="Le Thi Kim Oanh (FE FPTU CT)" userId="33772939-cd87-45c1-be61-e0648bc25a53" providerId="ADAL" clId="{DC3399C4-D603-4491-ABED-7171145C542E}" dt="2021-09-14T11:40:28.148" v="227" actId="14100"/>
        <pc:sldMkLst>
          <pc:docMk/>
          <pc:sldMk cId="4091134130" sldId="392"/>
        </pc:sldMkLst>
        <pc:picChg chg="del">
          <ac:chgData name="Le Thi Kim Oanh (FE FPTU CT)" userId="33772939-cd87-45c1-be61-e0648bc25a53" providerId="ADAL" clId="{DC3399C4-D603-4491-ABED-7171145C542E}" dt="2021-09-14T11:40:14.681" v="220" actId="478"/>
          <ac:picMkLst>
            <pc:docMk/>
            <pc:sldMk cId="4091134130" sldId="392"/>
            <ac:picMk id="3" creationId="{BA0DE5A6-A042-4930-B8E2-5F619F2A332C}"/>
          </ac:picMkLst>
        </pc:picChg>
        <pc:picChg chg="add mod">
          <ac:chgData name="Le Thi Kim Oanh (FE FPTU CT)" userId="33772939-cd87-45c1-be61-e0648bc25a53" providerId="ADAL" clId="{DC3399C4-D603-4491-ABED-7171145C542E}" dt="2021-09-14T11:40:28.148" v="227" actId="14100"/>
          <ac:picMkLst>
            <pc:docMk/>
            <pc:sldMk cId="4091134130" sldId="392"/>
            <ac:picMk id="4" creationId="{A776E4F4-44F4-4EAF-A52C-ED9ED65D80E4}"/>
          </ac:picMkLst>
        </pc:picChg>
        <pc:picChg chg="del">
          <ac:chgData name="Le Thi Kim Oanh (FE FPTU CT)" userId="33772939-cd87-45c1-be61-e0648bc25a53" providerId="ADAL" clId="{DC3399C4-D603-4491-ABED-7171145C542E}" dt="2021-09-14T11:40:11.684" v="219" actId="478"/>
          <ac:picMkLst>
            <pc:docMk/>
            <pc:sldMk cId="4091134130" sldId="392"/>
            <ac:picMk id="7" creationId="{761DBEDD-D4D4-4C5B-A982-1754A6220F20}"/>
          </ac:picMkLst>
        </pc:picChg>
      </pc:sldChg>
      <pc:sldChg chg="modSp add mod ord">
        <pc:chgData name="Le Thi Kim Oanh (FE FPTU CT)" userId="33772939-cd87-45c1-be61-e0648bc25a53" providerId="ADAL" clId="{DC3399C4-D603-4491-ABED-7171145C542E}" dt="2021-09-14T11:40:45.362" v="238" actId="20577"/>
        <pc:sldMkLst>
          <pc:docMk/>
          <pc:sldMk cId="2799451191" sldId="393"/>
        </pc:sldMkLst>
        <pc:spChg chg="mod">
          <ac:chgData name="Le Thi Kim Oanh (FE FPTU CT)" userId="33772939-cd87-45c1-be61-e0648bc25a53" providerId="ADAL" clId="{DC3399C4-D603-4491-ABED-7171145C542E}" dt="2021-09-14T11:40:45.362" v="238" actId="20577"/>
          <ac:spMkLst>
            <pc:docMk/>
            <pc:sldMk cId="2799451191" sldId="393"/>
            <ac:spMk id="2" creationId="{7DCC7CA2-1517-4E71-86F0-D837597E21E3}"/>
          </ac:spMkLst>
        </pc:spChg>
      </pc:sldChg>
      <pc:sldChg chg="add setBg modNotesTx">
        <pc:chgData name="Le Thi Kim Oanh (FE FPTU CT)" userId="33772939-cd87-45c1-be61-e0648bc25a53" providerId="ADAL" clId="{DC3399C4-D603-4491-ABED-7171145C542E}" dt="2021-09-14T11:49:10.316" v="438" actId="20577"/>
        <pc:sldMkLst>
          <pc:docMk/>
          <pc:sldMk cId="1060852182" sldId="394"/>
        </pc:sldMkLst>
      </pc:sldChg>
      <pc:sldChg chg="add setBg modNotesTx">
        <pc:chgData name="Le Thi Kim Oanh (FE FPTU CT)" userId="33772939-cd87-45c1-be61-e0648bc25a53" providerId="ADAL" clId="{DC3399C4-D603-4491-ABED-7171145C542E}" dt="2021-09-14T11:49:15.301" v="442" actId="20577"/>
        <pc:sldMkLst>
          <pc:docMk/>
          <pc:sldMk cId="315621473" sldId="395"/>
        </pc:sldMkLst>
      </pc:sldChg>
      <pc:sldChg chg="add del ord">
        <pc:chgData name="Le Thi Kim Oanh (FE FPTU CT)" userId="33772939-cd87-45c1-be61-e0648bc25a53" providerId="ADAL" clId="{DC3399C4-D603-4491-ABED-7171145C542E}" dt="2021-09-14T12:52:40.984" v="460" actId="47"/>
        <pc:sldMkLst>
          <pc:docMk/>
          <pc:sldMk cId="1355121452" sldId="396"/>
        </pc:sldMkLst>
      </pc:sldChg>
      <pc:sldChg chg="addSp delSp modSp add del mod ord">
        <pc:chgData name="Le Thi Kim Oanh (FE FPTU CT)" userId="33772939-cd87-45c1-be61-e0648bc25a53" providerId="ADAL" clId="{DC3399C4-D603-4491-ABED-7171145C542E}" dt="2021-09-14T12:52:42.333" v="461" actId="47"/>
        <pc:sldMkLst>
          <pc:docMk/>
          <pc:sldMk cId="1764811070" sldId="397"/>
        </pc:sldMkLst>
        <pc:picChg chg="add mod">
          <ac:chgData name="Le Thi Kim Oanh (FE FPTU CT)" userId="33772939-cd87-45c1-be61-e0648bc25a53" providerId="ADAL" clId="{DC3399C4-D603-4491-ABED-7171145C542E}" dt="2021-09-14T12:52:38.270" v="459" actId="14100"/>
          <ac:picMkLst>
            <pc:docMk/>
            <pc:sldMk cId="1764811070" sldId="397"/>
            <ac:picMk id="3" creationId="{1B9ADCE1-25A9-4484-99C3-9EA75571FE3D}"/>
          </ac:picMkLst>
        </pc:picChg>
        <pc:picChg chg="del mod">
          <ac:chgData name="Le Thi Kim Oanh (FE FPTU CT)" userId="33772939-cd87-45c1-be61-e0648bc25a53" providerId="ADAL" clId="{DC3399C4-D603-4491-ABED-7171145C542E}" dt="2021-09-14T12:52:10.195" v="452" actId="478"/>
          <ac:picMkLst>
            <pc:docMk/>
            <pc:sldMk cId="1764811070" sldId="397"/>
            <ac:picMk id="4" creationId="{DACFFC8E-EE43-4050-A065-63F10AF1AC1A}"/>
          </ac:picMkLst>
        </pc:picChg>
        <pc:picChg chg="del">
          <ac:chgData name="Le Thi Kim Oanh (FE FPTU CT)" userId="33772939-cd87-45c1-be61-e0648bc25a53" providerId="ADAL" clId="{DC3399C4-D603-4491-ABED-7171145C542E}" dt="2021-09-14T12:52:06.360" v="450" actId="478"/>
          <ac:picMkLst>
            <pc:docMk/>
            <pc:sldMk cId="1764811070" sldId="397"/>
            <ac:picMk id="6" creationId="{427B4D3B-1D67-4FF2-B491-81BC0FEE842B}"/>
          </ac:picMkLst>
        </pc:picChg>
        <pc:picChg chg="del">
          <ac:chgData name="Le Thi Kim Oanh (FE FPTU CT)" userId="33772939-cd87-45c1-be61-e0648bc25a53" providerId="ADAL" clId="{DC3399C4-D603-4491-ABED-7171145C542E}" dt="2021-09-14T12:52:04.991" v="449" actId="478"/>
          <ac:picMkLst>
            <pc:docMk/>
            <pc:sldMk cId="1764811070" sldId="397"/>
            <ac:picMk id="8" creationId="{58468095-9B9C-4EAB-8416-42C23540823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79CFA-5859-4343-BBA6-37989FEB75DA}" type="datetimeFigureOut">
              <a:rPr kumimoji="1" lang="ja-JP" altLang="en-US" smtClean="0"/>
              <a:t>2021/9/14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267E-2396-4731-8B97-250B3252A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92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F267E-2396-4731-8B97-250B3252AF1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21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GV cho SV ôn tập Kanji theo cách gợi nhớ lại từ vựng đã xuất hiện trong bài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GV cho SV ôn tập Kanji theo cách gợi nhớ lại từ vựng đã xuất hiện trong bài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GV cho SV ôn tập Kanji theo cách gợi nhớ lại từ vựng đã xuất hiện trong bài 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6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2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5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2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9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350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383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9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4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1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3.xml"/><Relationship Id="rId3" Type="http://schemas.openxmlformats.org/officeDocument/2006/relationships/slide" Target="slide5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10" Type="http://schemas.openxmlformats.org/officeDocument/2006/relationships/slide" Target="slide10.xml"/><Relationship Id="rId4" Type="http://schemas.openxmlformats.org/officeDocument/2006/relationships/slide" Target="slide12.xml"/><Relationship Id="rId9" Type="http://schemas.openxmlformats.org/officeDocument/2006/relationships/slide" Target="slide4.xml"/><Relationship Id="rId1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17.xml"/><Relationship Id="rId3" Type="http://schemas.openxmlformats.org/officeDocument/2006/relationships/slide" Target="slide6.xml"/><Relationship Id="rId7" Type="http://schemas.openxmlformats.org/officeDocument/2006/relationships/slide" Target="slide11.xml"/><Relationship Id="rId12" Type="http://schemas.openxmlformats.org/officeDocument/2006/relationships/slide" Target="slide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15.xml"/><Relationship Id="rId5" Type="http://schemas.openxmlformats.org/officeDocument/2006/relationships/slide" Target="slide8.xml"/><Relationship Id="rId10" Type="http://schemas.openxmlformats.org/officeDocument/2006/relationships/slide" Target="slide9.xml"/><Relationship Id="rId4" Type="http://schemas.openxmlformats.org/officeDocument/2006/relationships/slide" Target="slide7.xml"/><Relationship Id="rId9" Type="http://schemas.openxmlformats.org/officeDocument/2006/relationships/slide" Target="slide12.xml"/><Relationship Id="rId1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17.xml"/><Relationship Id="rId3" Type="http://schemas.openxmlformats.org/officeDocument/2006/relationships/slide" Target="slide6.xml"/><Relationship Id="rId7" Type="http://schemas.openxmlformats.org/officeDocument/2006/relationships/slide" Target="slide12.xml"/><Relationship Id="rId12" Type="http://schemas.openxmlformats.org/officeDocument/2006/relationships/slide" Target="slide1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slide" Target="slide10.xml"/><Relationship Id="rId10" Type="http://schemas.openxmlformats.org/officeDocument/2006/relationships/slide" Target="slide8.xml"/><Relationship Id="rId4" Type="http://schemas.openxmlformats.org/officeDocument/2006/relationships/slide" Target="slide7.xml"/><Relationship Id="rId9" Type="http://schemas.openxmlformats.org/officeDocument/2006/relationships/slide" Target="slide13.xml"/><Relationship Id="rId14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59306" y="2334110"/>
            <a:ext cx="7677841" cy="1786198"/>
          </a:xfrm>
          <a:ln>
            <a:solidFill>
              <a:srgbClr val="FF9933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kumimoji="1" lang="ja-JP" altLang="en-US" sz="7200" b="1" dirty="0">
                <a:latin typeface="+mn-ea"/>
                <a:ea typeface="+mn-ea"/>
              </a:rPr>
              <a:t>第</a:t>
            </a:r>
            <a:r>
              <a:rPr kumimoji="1" lang="en-US" altLang="ja-JP" sz="7200" b="1" dirty="0">
                <a:latin typeface="+mn-ea"/>
                <a:ea typeface="+mn-ea"/>
              </a:rPr>
              <a:t>1</a:t>
            </a:r>
            <a:r>
              <a:rPr kumimoji="1" lang="vi-VN" altLang="ja-JP" sz="7200" b="1" dirty="0">
                <a:latin typeface="+mn-ea"/>
                <a:ea typeface="+mn-ea"/>
              </a:rPr>
              <a:t>~3</a:t>
            </a:r>
            <a:r>
              <a:rPr kumimoji="1" lang="ja-JP" altLang="en-US" b="1" dirty="0">
                <a:latin typeface="+mn-ea"/>
              </a:rPr>
              <a:t>課</a:t>
            </a:r>
            <a:br>
              <a:rPr kumimoji="1" lang="en-US" altLang="ja-JP" b="1" dirty="0">
                <a:latin typeface="+mn-ea"/>
              </a:rPr>
            </a:br>
            <a:r>
              <a:rPr kumimoji="1" lang="ja-JP" altLang="en-US" b="1" dirty="0">
                <a:latin typeface="+mn-ea"/>
              </a:rPr>
              <a:t>復</a:t>
            </a:r>
            <a:r>
              <a:rPr kumimoji="1" lang="ja-JP" altLang="en-US" sz="7200" b="1" dirty="0">
                <a:latin typeface="+mn-ea"/>
                <a:ea typeface="+mn-ea"/>
              </a:rPr>
              <a:t>習</a:t>
            </a:r>
            <a:endParaRPr kumimoji="1" lang="ja-JP" altLang="en-US" sz="8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kumimoji="1" lang="en-US" altLang="ja-JP" sz="4000" b="1" dirty="0"/>
              <a:t>JPD316</a:t>
            </a:r>
            <a:endParaRPr kumimoji="1" lang="ja-JP" alt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E2109-65C8-4809-822D-9FE3A86C121C}"/>
              </a:ext>
            </a:extLst>
          </p:cNvPr>
          <p:cNvSpPr txBox="1"/>
          <p:nvPr/>
        </p:nvSpPr>
        <p:spPr>
          <a:xfrm>
            <a:off x="5345723" y="1350750"/>
            <a:ext cx="167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FE24E-E99D-4B26-AFE8-235EF91FD1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4720527" cy="4995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07328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55891-48D7-465C-AD09-C1FB7651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76251" y="1706750"/>
            <a:ext cx="5573186" cy="2412912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68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714DBD4-0E7F-4FE6-9016-D6903815A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52" y="336595"/>
            <a:ext cx="9880522" cy="485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7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966C3D-4713-42B4-99CA-61797231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13" y="430498"/>
            <a:ext cx="10219528" cy="1045761"/>
          </a:xfrm>
          <a:prstGeom prst="rect">
            <a:avLst/>
          </a:prstGeom>
        </p:spPr>
      </p:pic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C76A4134-266E-4276-8691-507BB876B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51" y="1954014"/>
            <a:ext cx="10512697" cy="37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905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867F991-32E6-401A-BD45-7C6031A39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81" y="1707308"/>
            <a:ext cx="10806126" cy="3751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92261-30F2-4BCF-ADEC-01E31D523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175" y="3206750"/>
            <a:ext cx="4311650" cy="444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98171E-6DF7-4925-9794-E486BD23E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37" y="386179"/>
            <a:ext cx="9932606" cy="110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7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icture containing text, receipt, screenshot&#10;&#10;Description automatically generated">
            <a:extLst>
              <a:ext uri="{FF2B5EF4-FFF2-40B4-BE49-F238E27FC236}">
                <a16:creationId xmlns:a16="http://schemas.microsoft.com/office/drawing/2014/main" id="{E652A61E-B952-4D2C-9E8F-DCA4A84EB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25" y="462707"/>
            <a:ext cx="10111685" cy="522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5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document&#10;&#10;Description automatically generated with low confidence">
            <a:extLst>
              <a:ext uri="{FF2B5EF4-FFF2-40B4-BE49-F238E27FC236}">
                <a16:creationId xmlns:a16="http://schemas.microsoft.com/office/drawing/2014/main" id="{9C77668F-15AC-4D28-B080-C3F1BA6CB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27" y="362420"/>
            <a:ext cx="9463489" cy="57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6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C7CA2-1517-4E71-86F0-D837597E21E3}"/>
              </a:ext>
            </a:extLst>
          </p:cNvPr>
          <p:cNvSpPr txBox="1"/>
          <p:nvPr/>
        </p:nvSpPr>
        <p:spPr>
          <a:xfrm>
            <a:off x="2214390" y="2082188"/>
            <a:ext cx="7326217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8800" dirty="0">
                <a:solidFill>
                  <a:srgbClr val="FF0000"/>
                </a:solidFill>
              </a:rPr>
              <a:t>文法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0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DE5A6-A042-4930-B8E2-5F619F2A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4" y="569471"/>
            <a:ext cx="11744130" cy="668705"/>
          </a:xfrm>
          <a:prstGeom prst="rect">
            <a:avLst/>
          </a:prstGeom>
        </p:spPr>
      </p:pic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0168650-7FC7-44AF-8BFF-14E6D1631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99" y="1878949"/>
            <a:ext cx="9924825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5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DE5A6-A042-4930-B8E2-5F619F2A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4" y="569471"/>
            <a:ext cx="11744130" cy="668705"/>
          </a:xfrm>
          <a:prstGeom prst="rect">
            <a:avLst/>
          </a:prstGeom>
        </p:spPr>
      </p:pic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1445938F-1D94-45A4-BB46-E7715580B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20" y="1982419"/>
            <a:ext cx="11576153" cy="337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5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DE5A6-A042-4930-B8E2-5F619F2A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4" y="569471"/>
            <a:ext cx="11744130" cy="668705"/>
          </a:xfrm>
          <a:prstGeom prst="rect">
            <a:avLst/>
          </a:prstGeom>
        </p:spPr>
      </p:pic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61DBEDD-D4D4-4C5B-A982-1754A6220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45" y="1928127"/>
            <a:ext cx="10668796" cy="33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A776E4F4-44F4-4EAF-A52C-ED9ED65D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62" y="459226"/>
            <a:ext cx="10956232" cy="508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3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6C6028E0-7D85-4558-B046-0BEAF8EC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738" y="5354783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FFC8E-EE43-4050-A065-63F10AF1A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369" y="3497175"/>
            <a:ext cx="5775225" cy="459029"/>
          </a:xfrm>
          <a:prstGeom prst="rect">
            <a:avLst/>
          </a:prstGeom>
        </p:spPr>
      </p:pic>
      <p:pic>
        <p:nvPicPr>
          <p:cNvPr id="6" name="Picture 5" descr="A picture containing text, document, screenshot&#10;&#10;Description automatically generated">
            <a:extLst>
              <a:ext uri="{FF2B5EF4-FFF2-40B4-BE49-F238E27FC236}">
                <a16:creationId xmlns:a16="http://schemas.microsoft.com/office/drawing/2014/main" id="{427B4D3B-1D67-4FF2-B491-81BC0FEE8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72" y="1762157"/>
            <a:ext cx="9785241" cy="4087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468095-9B9C-4EAB-8416-42C235408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298" y="450122"/>
            <a:ext cx="8336194" cy="66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2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C7CA2-1517-4E71-86F0-D837597E21E3}"/>
              </a:ext>
            </a:extLst>
          </p:cNvPr>
          <p:cNvSpPr txBox="1"/>
          <p:nvPr/>
        </p:nvSpPr>
        <p:spPr>
          <a:xfrm>
            <a:off x="2214390" y="2082188"/>
            <a:ext cx="7326217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8800" dirty="0">
                <a:solidFill>
                  <a:srgbClr val="FF0000"/>
                </a:solidFill>
              </a:rPr>
              <a:t>漢字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4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3369595" y="939281"/>
            <a:ext cx="1517040" cy="106780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守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7241340" y="2910659"/>
            <a:ext cx="134486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感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5197397" y="920317"/>
            <a:ext cx="1564089" cy="106780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続</a:t>
            </a:r>
          </a:p>
        </p:txBody>
      </p:sp>
      <p:sp>
        <p:nvSpPr>
          <p:cNvPr id="10" name="Rounded Rectangle 9">
            <a:hlinkClick r:id="rId6" action="ppaction://hlinksldjump"/>
          </p:cNvPr>
          <p:cNvSpPr/>
          <p:nvPr/>
        </p:nvSpPr>
        <p:spPr>
          <a:xfrm>
            <a:off x="7089512" y="1002334"/>
            <a:ext cx="1610090" cy="1009655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連</a:t>
            </a:r>
          </a:p>
        </p:txBody>
      </p:sp>
      <p:sp>
        <p:nvSpPr>
          <p:cNvPr id="11" name="Rounded Rectangle 10">
            <a:hlinkClick r:id="rId7" action="ppaction://hlinksldjump"/>
          </p:cNvPr>
          <p:cNvSpPr/>
          <p:nvPr/>
        </p:nvSpPr>
        <p:spPr>
          <a:xfrm>
            <a:off x="8928653" y="994683"/>
            <a:ext cx="1564089" cy="989099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表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450853" y="2935245"/>
            <a:ext cx="1467997" cy="106831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予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458225" y="930396"/>
            <a:ext cx="1425754" cy="10772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試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3524143" y="2918034"/>
            <a:ext cx="1403256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定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5417979" y="2941892"/>
            <a:ext cx="1403257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想</a:t>
            </a:r>
          </a:p>
        </p:txBody>
      </p:sp>
      <p:sp>
        <p:nvSpPr>
          <p:cNvPr id="20" name="Rounded Rectangle 19">
            <a:hlinkClick r:id="rId12" action="ppaction://hlinksldjump"/>
          </p:cNvPr>
          <p:cNvSpPr/>
          <p:nvPr/>
        </p:nvSpPr>
        <p:spPr>
          <a:xfrm>
            <a:off x="3472293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助</a:t>
            </a:r>
          </a:p>
        </p:txBody>
      </p:sp>
      <p:sp>
        <p:nvSpPr>
          <p:cNvPr id="21" name="Rounded Rectangle 20">
            <a:hlinkClick r:id="rId13" action="ppaction://hlinksldjump"/>
          </p:cNvPr>
          <p:cNvSpPr/>
          <p:nvPr/>
        </p:nvSpPr>
        <p:spPr>
          <a:xfrm>
            <a:off x="9151646" y="2880705"/>
            <a:ext cx="1387590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動</a:t>
            </a:r>
          </a:p>
        </p:txBody>
      </p:sp>
      <p:sp>
        <p:nvSpPr>
          <p:cNvPr id="22" name="Rounded Rectangle 21">
            <a:hlinkClick r:id="rId14" action="ppaction://hlinksldjump"/>
          </p:cNvPr>
          <p:cNvSpPr/>
          <p:nvPr/>
        </p:nvSpPr>
        <p:spPr>
          <a:xfrm>
            <a:off x="1446857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1617692" y="332567"/>
            <a:ext cx="1001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①</a:t>
            </a:r>
            <a:endParaRPr lang="en-US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3557907" y="340360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②</a:t>
            </a:r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5425333" y="321162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③</a:t>
            </a:r>
            <a:endParaRPr lang="en-US" sz="3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7344728" y="404447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④</a:t>
            </a:r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9056207" y="404447"/>
            <a:ext cx="102927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⑤</a:t>
            </a:r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704181" y="2388740"/>
            <a:ext cx="9660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⑥</a:t>
            </a:r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3699020" y="2326747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⑦</a:t>
            </a:r>
            <a:endParaRPr 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5604844" y="2354141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⑧</a:t>
            </a:r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7481721" y="231471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⑨</a:t>
            </a:r>
            <a:endParaRPr lang="en-US" sz="3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9405994" y="227450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⑩</a:t>
            </a:r>
            <a:endParaRPr lang="en-US" sz="3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1735177" y="4474053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⑪</a:t>
            </a:r>
            <a:endParaRPr 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3594746" y="4455056"/>
            <a:ext cx="106432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⑫</a:t>
            </a:r>
            <a:endParaRPr lang="en-US" sz="3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85DA0-D41C-4FA1-82E9-11B4557D5709}"/>
              </a:ext>
            </a:extLst>
          </p:cNvPr>
          <p:cNvSpPr txBox="1"/>
          <p:nvPr/>
        </p:nvSpPr>
        <p:spPr>
          <a:xfrm>
            <a:off x="5405908" y="4466046"/>
            <a:ext cx="10222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⑬</a:t>
            </a:r>
            <a:endParaRPr lang="en-US" sz="3600"/>
          </a:p>
        </p:txBody>
      </p:sp>
      <p:sp>
        <p:nvSpPr>
          <p:cNvPr id="65" name="Rounded Rectangle 9">
            <a:hlinkClick r:id="rId15" action="ppaction://hlinksldjump"/>
            <a:extLst>
              <a:ext uri="{FF2B5EF4-FFF2-40B4-BE49-F238E27FC236}">
                <a16:creationId xmlns:a16="http://schemas.microsoft.com/office/drawing/2014/main" id="{20BD002F-FCB5-454D-B90B-44496AA32D9F}"/>
              </a:ext>
            </a:extLst>
          </p:cNvPr>
          <p:cNvSpPr/>
          <p:nvPr/>
        </p:nvSpPr>
        <p:spPr>
          <a:xfrm>
            <a:off x="5342968" y="5086517"/>
            <a:ext cx="1403256" cy="105855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交</a:t>
            </a:r>
          </a:p>
        </p:txBody>
      </p:sp>
      <p:sp>
        <p:nvSpPr>
          <p:cNvPr id="66" name="Rounded Rectangle 9">
            <a:hlinkClick r:id="rId15" action="ppaction://hlinksldjump"/>
            <a:extLst>
              <a:ext uri="{FF2B5EF4-FFF2-40B4-BE49-F238E27FC236}">
                <a16:creationId xmlns:a16="http://schemas.microsoft.com/office/drawing/2014/main" id="{45412D98-C701-410D-B7A7-2B34D82D2359}"/>
              </a:ext>
            </a:extLst>
          </p:cNvPr>
          <p:cNvSpPr/>
          <p:nvPr/>
        </p:nvSpPr>
        <p:spPr>
          <a:xfrm>
            <a:off x="7195385" y="5093801"/>
            <a:ext cx="1546565" cy="102533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流</a:t>
            </a:r>
          </a:p>
        </p:txBody>
      </p:sp>
      <p:sp>
        <p:nvSpPr>
          <p:cNvPr id="67" name="Rounded Rectangle 9">
            <a:hlinkClick r:id="" action="ppaction://noaction"/>
            <a:extLst>
              <a:ext uri="{FF2B5EF4-FFF2-40B4-BE49-F238E27FC236}">
                <a16:creationId xmlns:a16="http://schemas.microsoft.com/office/drawing/2014/main" id="{05CCFAA1-B9A2-4393-928C-68DDFA5D4DF0}"/>
              </a:ext>
            </a:extLst>
          </p:cNvPr>
          <p:cNvSpPr/>
          <p:nvPr/>
        </p:nvSpPr>
        <p:spPr>
          <a:xfrm>
            <a:off x="9091785" y="5093800"/>
            <a:ext cx="1546565" cy="107840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周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F7612-9EE1-4808-A6E7-154410AFE464}"/>
              </a:ext>
            </a:extLst>
          </p:cNvPr>
          <p:cNvSpPr txBox="1"/>
          <p:nvPr/>
        </p:nvSpPr>
        <p:spPr>
          <a:xfrm>
            <a:off x="7330343" y="4466047"/>
            <a:ext cx="97218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⑭</a:t>
            </a:r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8A8EC-BEB2-4F7D-A382-F69E6ACF8812}"/>
              </a:ext>
            </a:extLst>
          </p:cNvPr>
          <p:cNvSpPr txBox="1"/>
          <p:nvPr/>
        </p:nvSpPr>
        <p:spPr>
          <a:xfrm>
            <a:off x="9417771" y="4497026"/>
            <a:ext cx="854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⑮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53364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3369595" y="939281"/>
            <a:ext cx="1517040" cy="106780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取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7241340" y="2910659"/>
            <a:ext cx="134486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安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5197397" y="920317"/>
            <a:ext cx="1564089" cy="106780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印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7089512" y="1002334"/>
            <a:ext cx="1610090" cy="1009655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象</a:t>
            </a:r>
          </a:p>
        </p:txBody>
      </p:sp>
      <p:sp>
        <p:nvSpPr>
          <p:cNvPr id="11" name="Rounded Rectangle 10">
            <a:hlinkClick r:id="rId6" action="ppaction://hlinksldjump"/>
          </p:cNvPr>
          <p:cNvSpPr/>
          <p:nvPr/>
        </p:nvSpPr>
        <p:spPr>
          <a:xfrm>
            <a:off x="8928653" y="994683"/>
            <a:ext cx="1564089" cy="989099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失</a:t>
            </a:r>
          </a:p>
        </p:txBody>
      </p:sp>
      <p:sp>
        <p:nvSpPr>
          <p:cNvPr id="16" name="Rounded Rectangle 15">
            <a:hlinkClick r:id="rId7" action="ppaction://hlinksldjump"/>
          </p:cNvPr>
          <p:cNvSpPr/>
          <p:nvPr/>
        </p:nvSpPr>
        <p:spPr>
          <a:xfrm>
            <a:off x="1450853" y="2935245"/>
            <a:ext cx="1467997" cy="106831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立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1458225" y="930396"/>
            <a:ext cx="1425754" cy="10772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受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524143" y="2918034"/>
            <a:ext cx="1403256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駐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5417979" y="2941892"/>
            <a:ext cx="1403257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車</a:t>
            </a:r>
          </a:p>
        </p:txBody>
      </p:sp>
      <p:sp>
        <p:nvSpPr>
          <p:cNvPr id="20" name="Rounded Rectangle 19">
            <a:hlinkClick r:id="rId10" action="ppaction://hlinksldjump"/>
          </p:cNvPr>
          <p:cNvSpPr/>
          <p:nvPr/>
        </p:nvSpPr>
        <p:spPr>
          <a:xfrm>
            <a:off x="3472293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家</a:t>
            </a:r>
          </a:p>
        </p:txBody>
      </p:sp>
      <p:sp>
        <p:nvSpPr>
          <p:cNvPr id="21" name="Rounded Rectangle 20">
            <a:hlinkClick r:id="rId11" action="ppaction://hlinksldjump"/>
          </p:cNvPr>
          <p:cNvSpPr/>
          <p:nvPr/>
        </p:nvSpPr>
        <p:spPr>
          <a:xfrm>
            <a:off x="9151646" y="2880705"/>
            <a:ext cx="1387590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全</a:t>
            </a:r>
          </a:p>
        </p:txBody>
      </p:sp>
      <p:sp>
        <p:nvSpPr>
          <p:cNvPr id="22" name="Rounded Rectangle 21">
            <a:hlinkClick r:id="rId12" action="ppaction://hlinksldjump"/>
          </p:cNvPr>
          <p:cNvSpPr/>
          <p:nvPr/>
        </p:nvSpPr>
        <p:spPr>
          <a:xfrm>
            <a:off x="1446857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1617692" y="332567"/>
            <a:ext cx="1001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①</a:t>
            </a:r>
            <a:endParaRPr lang="en-US" sz="3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3557907" y="340360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②</a:t>
            </a:r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5425333" y="321162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③</a:t>
            </a:r>
            <a:endParaRPr lang="en-US" sz="3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7344728" y="404447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④</a:t>
            </a:r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9056207" y="404447"/>
            <a:ext cx="102927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⑤</a:t>
            </a:r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704181" y="2388740"/>
            <a:ext cx="9660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⑥</a:t>
            </a:r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3699020" y="2326747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⑦</a:t>
            </a:r>
            <a:endParaRPr 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5604844" y="2354141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⑧</a:t>
            </a:r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7481721" y="231471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⑨</a:t>
            </a:r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9405994" y="227450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⑩</a:t>
            </a:r>
            <a:endParaRPr lang="en-US" sz="3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1735177" y="4474053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⑪</a:t>
            </a:r>
            <a:endParaRPr 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3594746" y="4455056"/>
            <a:ext cx="106432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⑫</a:t>
            </a:r>
            <a:endParaRPr lang="en-US" sz="3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85DA0-D41C-4FA1-82E9-11B4557D5709}"/>
              </a:ext>
            </a:extLst>
          </p:cNvPr>
          <p:cNvSpPr txBox="1"/>
          <p:nvPr/>
        </p:nvSpPr>
        <p:spPr>
          <a:xfrm>
            <a:off x="5405908" y="4466046"/>
            <a:ext cx="10222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⑬</a:t>
            </a:r>
            <a:endParaRPr lang="en-US" sz="3600"/>
          </a:p>
        </p:txBody>
      </p:sp>
      <p:sp>
        <p:nvSpPr>
          <p:cNvPr id="65" name="Rounded Rectangle 9">
            <a:hlinkClick r:id="rId13" action="ppaction://hlinksldjump"/>
            <a:extLst>
              <a:ext uri="{FF2B5EF4-FFF2-40B4-BE49-F238E27FC236}">
                <a16:creationId xmlns:a16="http://schemas.microsoft.com/office/drawing/2014/main" id="{20BD002F-FCB5-454D-B90B-44496AA32D9F}"/>
              </a:ext>
            </a:extLst>
          </p:cNvPr>
          <p:cNvSpPr/>
          <p:nvPr/>
        </p:nvSpPr>
        <p:spPr>
          <a:xfrm>
            <a:off x="5342968" y="5086517"/>
            <a:ext cx="1403256" cy="105855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写</a:t>
            </a:r>
          </a:p>
        </p:txBody>
      </p:sp>
      <p:sp>
        <p:nvSpPr>
          <p:cNvPr id="66" name="Rounded Rectangle 9">
            <a:hlinkClick r:id="rId13" action="ppaction://hlinksldjump"/>
            <a:extLst>
              <a:ext uri="{FF2B5EF4-FFF2-40B4-BE49-F238E27FC236}">
                <a16:creationId xmlns:a16="http://schemas.microsoft.com/office/drawing/2014/main" id="{45412D98-C701-410D-B7A7-2B34D82D2359}"/>
              </a:ext>
            </a:extLst>
          </p:cNvPr>
          <p:cNvSpPr/>
          <p:nvPr/>
        </p:nvSpPr>
        <p:spPr>
          <a:xfrm>
            <a:off x="7195385" y="5093801"/>
            <a:ext cx="1546565" cy="102533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真</a:t>
            </a:r>
          </a:p>
        </p:txBody>
      </p:sp>
      <p:sp>
        <p:nvSpPr>
          <p:cNvPr id="67" name="Rounded Rectangle 9">
            <a:hlinkClick r:id="rId14" action="ppaction://hlinksldjump"/>
            <a:extLst>
              <a:ext uri="{FF2B5EF4-FFF2-40B4-BE49-F238E27FC236}">
                <a16:creationId xmlns:a16="http://schemas.microsoft.com/office/drawing/2014/main" id="{05CCFAA1-B9A2-4393-928C-68DDFA5D4DF0}"/>
              </a:ext>
            </a:extLst>
          </p:cNvPr>
          <p:cNvSpPr/>
          <p:nvPr/>
        </p:nvSpPr>
        <p:spPr>
          <a:xfrm>
            <a:off x="9091785" y="5093800"/>
            <a:ext cx="1546565" cy="107840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F7612-9EE1-4808-A6E7-154410AFE464}"/>
              </a:ext>
            </a:extLst>
          </p:cNvPr>
          <p:cNvSpPr txBox="1"/>
          <p:nvPr/>
        </p:nvSpPr>
        <p:spPr>
          <a:xfrm>
            <a:off x="7330343" y="4466047"/>
            <a:ext cx="97218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⑭</a:t>
            </a:r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8A8EC-BEB2-4F7D-A382-F69E6ACF8812}"/>
              </a:ext>
            </a:extLst>
          </p:cNvPr>
          <p:cNvSpPr txBox="1"/>
          <p:nvPr/>
        </p:nvSpPr>
        <p:spPr>
          <a:xfrm>
            <a:off x="9417771" y="4497026"/>
            <a:ext cx="854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⑮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06085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3369595" y="939281"/>
            <a:ext cx="1517040" cy="106780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係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7241340" y="2910659"/>
            <a:ext cx="134486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信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5197397" y="920317"/>
            <a:ext cx="1564089" cy="106780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活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7089512" y="1002334"/>
            <a:ext cx="1610090" cy="1009655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用</a:t>
            </a:r>
          </a:p>
        </p:txBody>
      </p:sp>
      <p:sp>
        <p:nvSpPr>
          <p:cNvPr id="11" name="Rounded Rectangle 10">
            <a:hlinkClick r:id="rId6" action="ppaction://hlinksldjump"/>
          </p:cNvPr>
          <p:cNvSpPr/>
          <p:nvPr/>
        </p:nvSpPr>
        <p:spPr>
          <a:xfrm>
            <a:off x="8928653" y="994683"/>
            <a:ext cx="1564089" cy="989099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理</a:t>
            </a:r>
          </a:p>
        </p:txBody>
      </p:sp>
      <p:sp>
        <p:nvSpPr>
          <p:cNvPr id="16" name="Rounded Rectangle 15">
            <a:hlinkClick r:id="rId7" action="ppaction://hlinksldjump"/>
          </p:cNvPr>
          <p:cNvSpPr/>
          <p:nvPr/>
        </p:nvSpPr>
        <p:spPr>
          <a:xfrm>
            <a:off x="1450853" y="2935245"/>
            <a:ext cx="1467997" cy="106831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記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1458225" y="930396"/>
            <a:ext cx="1425754" cy="10772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関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524143" y="2918034"/>
            <a:ext cx="1403256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事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5417979" y="2941892"/>
            <a:ext cx="1403257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消</a:t>
            </a:r>
          </a:p>
        </p:txBody>
      </p:sp>
      <p:sp>
        <p:nvSpPr>
          <p:cNvPr id="20" name="Rounded Rectangle 19">
            <a:hlinkClick r:id="rId10" action="ppaction://hlinksldjump"/>
          </p:cNvPr>
          <p:cNvSpPr/>
          <p:nvPr/>
        </p:nvSpPr>
        <p:spPr>
          <a:xfrm>
            <a:off x="3472293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注</a:t>
            </a:r>
          </a:p>
        </p:txBody>
      </p:sp>
      <p:sp>
        <p:nvSpPr>
          <p:cNvPr id="21" name="Rounded Rectangle 20">
            <a:hlinkClick r:id="rId11" action="ppaction://hlinksldjump"/>
          </p:cNvPr>
          <p:cNvSpPr/>
          <p:nvPr/>
        </p:nvSpPr>
        <p:spPr>
          <a:xfrm>
            <a:off x="9151646" y="2880705"/>
            <a:ext cx="1387590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有</a:t>
            </a:r>
          </a:p>
        </p:txBody>
      </p:sp>
      <p:sp>
        <p:nvSpPr>
          <p:cNvPr id="22" name="Rounded Rectangle 21">
            <a:hlinkClick r:id="rId12" action="ppaction://hlinksldjump"/>
          </p:cNvPr>
          <p:cNvSpPr/>
          <p:nvPr/>
        </p:nvSpPr>
        <p:spPr>
          <a:xfrm>
            <a:off x="1446857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過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1617692" y="332567"/>
            <a:ext cx="1001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①</a:t>
            </a:r>
            <a:endParaRPr lang="en-US" sz="3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3557907" y="340360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②</a:t>
            </a:r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5425333" y="321162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③</a:t>
            </a:r>
            <a:endParaRPr lang="en-US" sz="3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7344728" y="404447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④</a:t>
            </a:r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9056207" y="404447"/>
            <a:ext cx="102927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⑤</a:t>
            </a:r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704181" y="2388740"/>
            <a:ext cx="9660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⑥</a:t>
            </a:r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3699020" y="2326747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⑦</a:t>
            </a:r>
            <a:endParaRPr 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5604844" y="2354141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⑧</a:t>
            </a:r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7481721" y="231471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⑨</a:t>
            </a:r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9405994" y="227450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⑩</a:t>
            </a:r>
            <a:endParaRPr lang="en-US" sz="3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1735177" y="4474053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⑪</a:t>
            </a:r>
            <a:endParaRPr 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3594746" y="4455056"/>
            <a:ext cx="106432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⑫</a:t>
            </a:r>
            <a:endParaRPr lang="en-US" sz="3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85DA0-D41C-4FA1-82E9-11B4557D5709}"/>
              </a:ext>
            </a:extLst>
          </p:cNvPr>
          <p:cNvSpPr txBox="1"/>
          <p:nvPr/>
        </p:nvSpPr>
        <p:spPr>
          <a:xfrm>
            <a:off x="5405908" y="4466046"/>
            <a:ext cx="10222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⑬</a:t>
            </a:r>
            <a:endParaRPr lang="en-US" sz="3600"/>
          </a:p>
        </p:txBody>
      </p:sp>
      <p:sp>
        <p:nvSpPr>
          <p:cNvPr id="65" name="Rounded Rectangle 9">
            <a:hlinkClick r:id="rId13" action="ppaction://hlinksldjump"/>
            <a:extLst>
              <a:ext uri="{FF2B5EF4-FFF2-40B4-BE49-F238E27FC236}">
                <a16:creationId xmlns:a16="http://schemas.microsoft.com/office/drawing/2014/main" id="{20BD002F-FCB5-454D-B90B-44496AA32D9F}"/>
              </a:ext>
            </a:extLst>
          </p:cNvPr>
          <p:cNvSpPr/>
          <p:nvPr/>
        </p:nvSpPr>
        <p:spPr>
          <a:xfrm>
            <a:off x="5342968" y="5086517"/>
            <a:ext cx="1403256" cy="105855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法</a:t>
            </a:r>
          </a:p>
        </p:txBody>
      </p:sp>
      <p:sp>
        <p:nvSpPr>
          <p:cNvPr id="66" name="Rounded Rectangle 9">
            <a:hlinkClick r:id="rId13" action="ppaction://hlinksldjump"/>
            <a:extLst>
              <a:ext uri="{FF2B5EF4-FFF2-40B4-BE49-F238E27FC236}">
                <a16:creationId xmlns:a16="http://schemas.microsoft.com/office/drawing/2014/main" id="{45412D98-C701-410D-B7A7-2B34D82D2359}"/>
              </a:ext>
            </a:extLst>
          </p:cNvPr>
          <p:cNvSpPr/>
          <p:nvPr/>
        </p:nvSpPr>
        <p:spPr>
          <a:xfrm>
            <a:off x="7195385" y="5093801"/>
            <a:ext cx="1546565" cy="102533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利</a:t>
            </a:r>
          </a:p>
        </p:txBody>
      </p:sp>
      <p:sp>
        <p:nvSpPr>
          <p:cNvPr id="67" name="Rounded Rectangle 9">
            <a:hlinkClick r:id="rId14" action="ppaction://hlinksldjump"/>
            <a:extLst>
              <a:ext uri="{FF2B5EF4-FFF2-40B4-BE49-F238E27FC236}">
                <a16:creationId xmlns:a16="http://schemas.microsoft.com/office/drawing/2014/main" id="{05CCFAA1-B9A2-4393-928C-68DDFA5D4DF0}"/>
              </a:ext>
            </a:extLst>
          </p:cNvPr>
          <p:cNvSpPr/>
          <p:nvPr/>
        </p:nvSpPr>
        <p:spPr>
          <a:xfrm>
            <a:off x="9091785" y="5093800"/>
            <a:ext cx="1546565" cy="107840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点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F7612-9EE1-4808-A6E7-154410AFE464}"/>
              </a:ext>
            </a:extLst>
          </p:cNvPr>
          <p:cNvSpPr txBox="1"/>
          <p:nvPr/>
        </p:nvSpPr>
        <p:spPr>
          <a:xfrm>
            <a:off x="7330343" y="4466047"/>
            <a:ext cx="97218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⑭</a:t>
            </a:r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8A8EC-BEB2-4F7D-A382-F69E6ACF8812}"/>
              </a:ext>
            </a:extLst>
          </p:cNvPr>
          <p:cNvSpPr txBox="1"/>
          <p:nvPr/>
        </p:nvSpPr>
        <p:spPr>
          <a:xfrm>
            <a:off x="9417771" y="4497026"/>
            <a:ext cx="854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⑮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1562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4340</TotalTime>
  <Words>166</Words>
  <Application>Microsoft Office PowerPoint</Application>
  <PresentationFormat>Widescreen</PresentationFormat>
  <Paragraphs>102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ＭＳ ゴシック</vt:lpstr>
      <vt:lpstr>NtMotoyaKyotai</vt:lpstr>
      <vt:lpstr>Arial</vt:lpstr>
      <vt:lpstr>Calibri</vt:lpstr>
      <vt:lpstr>Century Gothic</vt:lpstr>
      <vt:lpstr>Garamond</vt:lpstr>
      <vt:lpstr>Times New Roman</vt:lpstr>
      <vt:lpstr>Savon</vt:lpstr>
      <vt:lpstr>第1~3課 復習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日本の伝統文化</dc:title>
  <dc:creator>池田花恵</dc:creator>
  <cp:lastModifiedBy>Le Thi Kim Oanh (FE FPTU CT)</cp:lastModifiedBy>
  <cp:revision>168</cp:revision>
  <dcterms:created xsi:type="dcterms:W3CDTF">2016-04-27T15:17:16Z</dcterms:created>
  <dcterms:modified xsi:type="dcterms:W3CDTF">2021-09-14T12:52:42Z</dcterms:modified>
</cp:coreProperties>
</file>