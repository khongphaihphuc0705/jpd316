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563" r:id="rId3"/>
    <p:sldId id="5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796A5-5FD7-43C1-B11B-AD61022157B0}" v="2" dt="2021-09-14T12:57:38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3BD796A5-5FD7-43C1-B11B-AD61022157B0}"/>
    <pc:docChg chg="custSel addSld delSld modSld">
      <pc:chgData name="Le Thi Kim Oanh (FE FPTU CT)" userId="33772939-cd87-45c1-be61-e0648bc25a53" providerId="ADAL" clId="{3BD796A5-5FD7-43C1-B11B-AD61022157B0}" dt="2021-09-14T13:11:05.999" v="9" actId="47"/>
      <pc:docMkLst>
        <pc:docMk/>
      </pc:docMkLst>
      <pc:sldChg chg="del">
        <pc:chgData name="Le Thi Kim Oanh (FE FPTU CT)" userId="33772939-cd87-45c1-be61-e0648bc25a53" providerId="ADAL" clId="{3BD796A5-5FD7-43C1-B11B-AD61022157B0}" dt="2021-09-14T13:11:05.999" v="9" actId="47"/>
        <pc:sldMkLst>
          <pc:docMk/>
          <pc:sldMk cId="427404198" sldId="370"/>
        </pc:sldMkLst>
      </pc:sldChg>
      <pc:sldChg chg="del">
        <pc:chgData name="Le Thi Kim Oanh (FE FPTU CT)" userId="33772939-cd87-45c1-be61-e0648bc25a53" providerId="ADAL" clId="{3BD796A5-5FD7-43C1-B11B-AD61022157B0}" dt="2021-09-14T13:11:05.999" v="9" actId="47"/>
        <pc:sldMkLst>
          <pc:docMk/>
          <pc:sldMk cId="3450673402" sldId="454"/>
        </pc:sldMkLst>
      </pc:sldChg>
      <pc:sldChg chg="del">
        <pc:chgData name="Le Thi Kim Oanh (FE FPTU CT)" userId="33772939-cd87-45c1-be61-e0648bc25a53" providerId="ADAL" clId="{3BD796A5-5FD7-43C1-B11B-AD61022157B0}" dt="2021-09-13T11:32:28.930" v="0" actId="47"/>
        <pc:sldMkLst>
          <pc:docMk/>
          <pc:sldMk cId="888382770" sldId="460"/>
        </pc:sldMkLst>
      </pc:sldChg>
      <pc:sldChg chg="del">
        <pc:chgData name="Le Thi Kim Oanh (FE FPTU CT)" userId="33772939-cd87-45c1-be61-e0648bc25a53" providerId="ADAL" clId="{3BD796A5-5FD7-43C1-B11B-AD61022157B0}" dt="2021-09-14T13:11:05.999" v="9" actId="47"/>
        <pc:sldMkLst>
          <pc:docMk/>
          <pc:sldMk cId="3018015578" sldId="561"/>
        </pc:sldMkLst>
      </pc:sldChg>
      <pc:sldChg chg="del">
        <pc:chgData name="Le Thi Kim Oanh (FE FPTU CT)" userId="33772939-cd87-45c1-be61-e0648bc25a53" providerId="ADAL" clId="{3BD796A5-5FD7-43C1-B11B-AD61022157B0}" dt="2021-09-14T13:11:05.999" v="9" actId="47"/>
        <pc:sldMkLst>
          <pc:docMk/>
          <pc:sldMk cId="1213890815" sldId="562"/>
        </pc:sldMkLst>
      </pc:sldChg>
      <pc:sldChg chg="modSp mod">
        <pc:chgData name="Le Thi Kim Oanh (FE FPTU CT)" userId="33772939-cd87-45c1-be61-e0648bc25a53" providerId="ADAL" clId="{3BD796A5-5FD7-43C1-B11B-AD61022157B0}" dt="2021-09-13T11:32:35.899" v="3" actId="20577"/>
        <pc:sldMkLst>
          <pc:docMk/>
          <pc:sldMk cId="2743263029" sldId="563"/>
        </pc:sldMkLst>
        <pc:spChg chg="mod">
          <ac:chgData name="Le Thi Kim Oanh (FE FPTU CT)" userId="33772939-cd87-45c1-be61-e0648bc25a53" providerId="ADAL" clId="{3BD796A5-5FD7-43C1-B11B-AD61022157B0}" dt="2021-09-13T11:32:35.899" v="3" actId="20577"/>
          <ac:spMkLst>
            <pc:docMk/>
            <pc:sldMk cId="2743263029" sldId="563"/>
            <ac:spMk id="2" creationId="{5EF6DCCE-80F6-4D0D-97C7-067D35D1D426}"/>
          </ac:spMkLst>
        </pc:spChg>
      </pc:sldChg>
      <pc:sldChg chg="addSp modSp new mod setBg">
        <pc:chgData name="Le Thi Kim Oanh (FE FPTU CT)" userId="33772939-cd87-45c1-be61-e0648bc25a53" providerId="ADAL" clId="{3BD796A5-5FD7-43C1-B11B-AD61022157B0}" dt="2021-09-14T12:57:40.512" v="8" actId="26606"/>
        <pc:sldMkLst>
          <pc:docMk/>
          <pc:sldMk cId="1986371190" sldId="564"/>
        </pc:sldMkLst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8" creationId="{F3060C83-F051-4F0E-ABAD-AA0DFC48B218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10" creationId="{83C98ABE-055B-441F-B07E-44F97F083C39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12" creationId="{29FDB030-9B49-4CED-8CCD-4D99382388AC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14" creationId="{3783CA14-24A1-485C-8B30-D6A5D87987AD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16" creationId="{9A97C86A-04D6-40F7-AE84-31AB43E6A846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18" creationId="{FF9F2414-84E8-453E-B1F3-389FDE8192D9}"/>
          </ac:spMkLst>
        </pc:spChg>
        <pc:spChg chg="add">
          <ac:chgData name="Le Thi Kim Oanh (FE FPTU CT)" userId="33772939-cd87-45c1-be61-e0648bc25a53" providerId="ADAL" clId="{3BD796A5-5FD7-43C1-B11B-AD61022157B0}" dt="2021-09-14T12:57:40.512" v="8" actId="26606"/>
          <ac:spMkLst>
            <pc:docMk/>
            <pc:sldMk cId="1986371190" sldId="564"/>
            <ac:spMk id="20" creationId="{3ECA69A1-7536-43AC-85EF-C7106179F5ED}"/>
          </ac:spMkLst>
        </pc:spChg>
        <pc:picChg chg="add mod">
          <ac:chgData name="Le Thi Kim Oanh (FE FPTU CT)" userId="33772939-cd87-45c1-be61-e0648bc25a53" providerId="ADAL" clId="{3BD796A5-5FD7-43C1-B11B-AD61022157B0}" dt="2021-09-14T12:57:40.512" v="8" actId="26606"/>
          <ac:picMkLst>
            <pc:docMk/>
            <pc:sldMk cId="1986371190" sldId="564"/>
            <ac:picMk id="3" creationId="{0552550F-4AC3-41B5-97BD-B55204FBC722}"/>
          </ac:picMkLst>
        </pc:picChg>
      </pc:sldChg>
    </pc:docChg>
  </pc:docChgLst>
  <pc:docChgLst>
    <pc:chgData name="Oanh Le Thi Kim  (FE FPTU CT)" userId="33772939-cd87-45c1-be61-e0648bc25a53" providerId="ADAL" clId="{3BD796A5-5FD7-43C1-B11B-AD61022157B0}"/>
    <pc:docChg chg="addSld delSld modSld delSection modSection">
      <pc:chgData name="Oanh Le Thi Kim  (FE FPTU CT)" userId="33772939-cd87-45c1-be61-e0648bc25a53" providerId="ADAL" clId="{3BD796A5-5FD7-43C1-B11B-AD61022157B0}" dt="2021-08-21T11:47:01.302" v="2"/>
      <pc:docMkLst>
        <pc:docMk/>
      </pc:docMkLst>
      <pc:sldChg chg="add del">
        <pc:chgData name="Oanh Le Thi Kim  (FE FPTU CT)" userId="33772939-cd87-45c1-be61-e0648bc25a53" providerId="ADAL" clId="{3BD796A5-5FD7-43C1-B11B-AD61022157B0}" dt="2021-08-21T11:47:01.302" v="2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409901795" sldId="48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841483565" sldId="52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51877675" sldId="52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791423648" sldId="52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989141383" sldId="52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763642849" sldId="52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31976238" sldId="52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192506353" sldId="52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092057956" sldId="52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040785848" sldId="53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681659485" sldId="53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33174323" sldId="53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4256717469" sldId="53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837441371" sldId="53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010122261" sldId="53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02974804" sldId="53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693319192" sldId="53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430155440" sldId="53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615177685" sldId="54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770406131" sldId="54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752467374" sldId="54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081367690" sldId="54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398544092" sldId="54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4158076005" sldId="54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662556945" sldId="54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770987428" sldId="54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960468807" sldId="54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600793120" sldId="55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776055069" sldId="55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05453889" sldId="552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649587596" sldId="553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4250152740" sldId="55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677789189" sldId="55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629178545" sldId="55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891615596" sldId="55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667909617" sldId="55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161898313" sldId="55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58658810" sldId="56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292740812" sldId="564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1769920499" sldId="565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04785947" sldId="566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948741934" sldId="567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721525283" sldId="568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3566389117" sldId="569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4224009424" sldId="570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2234046126" sldId="571"/>
        </pc:sldMkLst>
      </pc:sldChg>
      <pc:sldChg chg="del">
        <pc:chgData name="Oanh Le Thi Kim  (FE FPTU CT)" userId="33772939-cd87-45c1-be61-e0648bc25a53" providerId="ADAL" clId="{3BD796A5-5FD7-43C1-B11B-AD61022157B0}" dt="2021-08-08T08:47:39.373" v="0" actId="47"/>
        <pc:sldMkLst>
          <pc:docMk/>
          <pc:sldMk cId="948520764" sldId="5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6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会話練習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2</a:t>
            </a:r>
            <a:r>
              <a:rPr lang="en-US" altLang="ja-JP" sz="5400" dirty="0">
                <a:solidFill>
                  <a:srgbClr val="A11D2B"/>
                </a:solidFill>
              </a:rPr>
              <a:t>1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74606" y="1672387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できる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(38)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26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552550F-4AC3-41B5-97BD-B55204FB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75249"/>
            <a:ext cx="10905066" cy="430750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7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6502</TotalTime>
  <Words>37</Words>
  <Application>Microsoft Office PowerPoint</Application>
  <PresentationFormat>Widescreen</PresentationFormat>
  <Paragraphs>13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第2課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2021-09-14T13:11:09Z</dcterms:modified>
</cp:coreProperties>
</file>