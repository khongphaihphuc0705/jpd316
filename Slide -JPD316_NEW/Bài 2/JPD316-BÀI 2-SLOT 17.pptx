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430" r:id="rId3"/>
    <p:sldId id="573" r:id="rId4"/>
    <p:sldId id="574" r:id="rId5"/>
    <p:sldId id="539" r:id="rId6"/>
    <p:sldId id="540" r:id="rId7"/>
    <p:sldId id="541" r:id="rId8"/>
    <p:sldId id="542" r:id="rId9"/>
    <p:sldId id="506" r:id="rId10"/>
    <p:sldId id="432" r:id="rId11"/>
    <p:sldId id="435" r:id="rId12"/>
    <p:sldId id="571" r:id="rId13"/>
    <p:sldId id="502" r:id="rId14"/>
    <p:sldId id="512" r:id="rId15"/>
    <p:sldId id="547" r:id="rId16"/>
    <p:sldId id="575" r:id="rId17"/>
    <p:sldId id="543" r:id="rId18"/>
    <p:sldId id="544" r:id="rId19"/>
    <p:sldId id="545" r:id="rId20"/>
    <p:sldId id="546" r:id="rId21"/>
    <p:sldId id="572" r:id="rId22"/>
    <p:sldId id="532" r:id="rId23"/>
    <p:sldId id="576" r:id="rId24"/>
    <p:sldId id="54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0F177-6BC7-47D6-A769-2E1955ACDCCF}" v="7" dt="2021-09-17T01:40:24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BBB0F177-6BC7-47D6-A769-2E1955ACDCCF}"/>
    <pc:docChg chg="undo custSel addSld modSld sldOrd">
      <pc:chgData name="Le Thi Kim Oanh (FE FPTU CT)" userId="33772939-cd87-45c1-be61-e0648bc25a53" providerId="ADAL" clId="{BBB0F177-6BC7-47D6-A769-2E1955ACDCCF}" dt="2021-09-17T01:40:27.378" v="151" actId="26606"/>
      <pc:docMkLst>
        <pc:docMk/>
      </pc:docMkLst>
      <pc:sldChg chg="addSp delSp modSp add mod ord">
        <pc:chgData name="Le Thi Kim Oanh (FE FPTU CT)" userId="33772939-cd87-45c1-be61-e0648bc25a53" providerId="ADAL" clId="{BBB0F177-6BC7-47D6-A769-2E1955ACDCCF}" dt="2021-09-13T11:26:29.031" v="145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BBB0F177-6BC7-47D6-A769-2E1955ACDCCF}" dt="2021-09-13T11:26:29.031" v="145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BBB0F177-6BC7-47D6-A769-2E1955ACDCCF}" dt="2021-09-13T11:24:28.114" v="115" actId="931"/>
          <ac:spMkLst>
            <pc:docMk/>
            <pc:sldMk cId="3766553441" sldId="532"/>
            <ac:spMk id="4" creationId="{E8FDA96C-ACFC-4ABE-9B5A-33BB8F3C5AC7}"/>
          </ac:spMkLst>
        </pc:spChg>
        <pc:picChg chg="del">
          <ac:chgData name="Le Thi Kim Oanh (FE FPTU CT)" userId="33772939-cd87-45c1-be61-e0648bc25a53" providerId="ADAL" clId="{BBB0F177-6BC7-47D6-A769-2E1955ACDCCF}" dt="2021-09-13T11:24:22.443" v="114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BBB0F177-6BC7-47D6-A769-2E1955ACDCCF}" dt="2021-09-13T11:25:05.793" v="130" actId="14100"/>
          <ac:picMkLst>
            <pc:docMk/>
            <pc:sldMk cId="3766553441" sldId="532"/>
            <ac:picMk id="7" creationId="{A67A4128-613F-40C2-A1EF-7436CCEDE119}"/>
          </ac:picMkLst>
        </pc:picChg>
      </pc:sldChg>
      <pc:sldChg chg="delSp modSp add mod ord">
        <pc:chgData name="Le Thi Kim Oanh (FE FPTU CT)" userId="33772939-cd87-45c1-be61-e0648bc25a53" providerId="ADAL" clId="{BBB0F177-6BC7-47D6-A769-2E1955ACDCCF}" dt="2021-09-13T11:23:08.501" v="107" actId="14100"/>
        <pc:sldMkLst>
          <pc:docMk/>
          <pc:sldMk cId="3144325832" sldId="573"/>
        </pc:sldMkLst>
        <pc:spChg chg="mod">
          <ac:chgData name="Le Thi Kim Oanh (FE FPTU CT)" userId="33772939-cd87-45c1-be61-e0648bc25a53" providerId="ADAL" clId="{BBB0F177-6BC7-47D6-A769-2E1955ACDCCF}" dt="2021-09-13T11:23:08.501" v="107" actId="14100"/>
          <ac:spMkLst>
            <pc:docMk/>
            <pc:sldMk cId="3144325832" sldId="573"/>
            <ac:spMk id="3" creationId="{00000000-0000-0000-0000-000000000000}"/>
          </ac:spMkLst>
        </pc:spChg>
        <pc:picChg chg="del">
          <ac:chgData name="Le Thi Kim Oanh (FE FPTU CT)" userId="33772939-cd87-45c1-be61-e0648bc25a53" providerId="ADAL" clId="{BBB0F177-6BC7-47D6-A769-2E1955ACDCCF}" dt="2021-09-13T11:21:08.657" v="1" actId="478"/>
          <ac:picMkLst>
            <pc:docMk/>
            <pc:sldMk cId="3144325832" sldId="573"/>
            <ac:picMk id="4098" creationId="{32C251D2-1C61-4118-AC38-BA746590CF87}"/>
          </ac:picMkLst>
        </pc:picChg>
      </pc:sldChg>
      <pc:sldChg chg="addSp modSp new mod ord setBg">
        <pc:chgData name="Le Thi Kim Oanh (FE FPTU CT)" userId="33772939-cd87-45c1-be61-e0648bc25a53" providerId="ADAL" clId="{BBB0F177-6BC7-47D6-A769-2E1955ACDCCF}" dt="2021-09-13T11:23:23.812" v="109"/>
        <pc:sldMkLst>
          <pc:docMk/>
          <pc:sldMk cId="2668402540" sldId="574"/>
        </pc:sldMkLst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8" creationId="{F3060C83-F051-4F0E-ABAD-AA0DFC48B218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10" creationId="{83C98ABE-055B-441F-B07E-44F97F083C39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12" creationId="{29FDB030-9B49-4CED-8CCD-4D99382388AC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14" creationId="{3783CA14-24A1-485C-8B30-D6A5D87987AD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16" creationId="{9A97C86A-04D6-40F7-AE84-31AB43E6A846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18" creationId="{FF9F2414-84E8-453E-B1F3-389FDE8192D9}"/>
          </ac:spMkLst>
        </pc:spChg>
        <pc:spChg chg="add">
          <ac:chgData name="Le Thi Kim Oanh (FE FPTU CT)" userId="33772939-cd87-45c1-be61-e0648bc25a53" providerId="ADAL" clId="{BBB0F177-6BC7-47D6-A769-2E1955ACDCCF}" dt="2021-09-13T11:22:47.279" v="101" actId="26606"/>
          <ac:spMkLst>
            <pc:docMk/>
            <pc:sldMk cId="2668402540" sldId="574"/>
            <ac:spMk id="20" creationId="{3ECA69A1-7536-43AC-85EF-C7106179F5ED}"/>
          </ac:spMkLst>
        </pc:spChg>
        <pc:picChg chg="add mod">
          <ac:chgData name="Le Thi Kim Oanh (FE FPTU CT)" userId="33772939-cd87-45c1-be61-e0648bc25a53" providerId="ADAL" clId="{BBB0F177-6BC7-47D6-A769-2E1955ACDCCF}" dt="2021-09-13T11:22:51.604" v="103" actId="1076"/>
          <ac:picMkLst>
            <pc:docMk/>
            <pc:sldMk cId="2668402540" sldId="574"/>
            <ac:picMk id="3" creationId="{777C5315-7F74-49FD-BC21-C84ACCEB3233}"/>
          </ac:picMkLst>
        </pc:picChg>
      </pc:sldChg>
      <pc:sldChg chg="addSp delSp modSp add mod ord">
        <pc:chgData name="Le Thi Kim Oanh (FE FPTU CT)" userId="33772939-cd87-45c1-be61-e0648bc25a53" providerId="ADAL" clId="{BBB0F177-6BC7-47D6-A769-2E1955ACDCCF}" dt="2021-09-13T11:26:22.796" v="142" actId="14100"/>
        <pc:sldMkLst>
          <pc:docMk/>
          <pc:sldMk cId="2946331315" sldId="575"/>
        </pc:sldMkLst>
        <pc:spChg chg="add del mod">
          <ac:chgData name="Le Thi Kim Oanh (FE FPTU CT)" userId="33772939-cd87-45c1-be61-e0648bc25a53" providerId="ADAL" clId="{BBB0F177-6BC7-47D6-A769-2E1955ACDCCF}" dt="2021-09-13T11:26:11.377" v="135" actId="931"/>
          <ac:spMkLst>
            <pc:docMk/>
            <pc:sldMk cId="2946331315" sldId="575"/>
            <ac:spMk id="4" creationId="{08E71711-13B5-4882-A618-985E6CD3D875}"/>
          </ac:spMkLst>
        </pc:spChg>
        <pc:picChg chg="add mod">
          <ac:chgData name="Le Thi Kim Oanh (FE FPTU CT)" userId="33772939-cd87-45c1-be61-e0648bc25a53" providerId="ADAL" clId="{BBB0F177-6BC7-47D6-A769-2E1955ACDCCF}" dt="2021-09-13T11:26:22.796" v="142" actId="14100"/>
          <ac:picMkLst>
            <pc:docMk/>
            <pc:sldMk cId="2946331315" sldId="575"/>
            <ac:picMk id="6" creationId="{C9A65694-2CB2-4AE4-8E49-55877813F8B0}"/>
          </ac:picMkLst>
        </pc:picChg>
        <pc:picChg chg="del">
          <ac:chgData name="Le Thi Kim Oanh (FE FPTU CT)" userId="33772939-cd87-45c1-be61-e0648bc25a53" providerId="ADAL" clId="{BBB0F177-6BC7-47D6-A769-2E1955ACDCCF}" dt="2021-09-13T11:25:16.075" v="134" actId="478"/>
          <ac:picMkLst>
            <pc:docMk/>
            <pc:sldMk cId="2946331315" sldId="575"/>
            <ac:picMk id="7" creationId="{A67A4128-613F-40C2-A1EF-7436CCEDE119}"/>
          </ac:picMkLst>
        </pc:picChg>
      </pc:sldChg>
      <pc:sldChg chg="addSp delSp modSp new mod setBg modClrScheme chgLayout">
        <pc:chgData name="Le Thi Kim Oanh (FE FPTU CT)" userId="33772939-cd87-45c1-be61-e0648bc25a53" providerId="ADAL" clId="{BBB0F177-6BC7-47D6-A769-2E1955ACDCCF}" dt="2021-09-17T01:40:27.378" v="151" actId="26606"/>
        <pc:sldMkLst>
          <pc:docMk/>
          <pc:sldMk cId="3967469913" sldId="576"/>
        </pc:sldMkLst>
        <pc:spChg chg="del">
          <ac:chgData name="Le Thi Kim Oanh (FE FPTU CT)" userId="33772939-cd87-45c1-be61-e0648bc25a53" providerId="ADAL" clId="{BBB0F177-6BC7-47D6-A769-2E1955ACDCCF}" dt="2021-09-17T01:39:09.377" v="147" actId="700"/>
          <ac:spMkLst>
            <pc:docMk/>
            <pc:sldMk cId="3967469913" sldId="576"/>
            <ac:spMk id="2" creationId="{1262EFD3-F73F-4EA6-A585-E68DF7FA7D87}"/>
          </ac:spMkLst>
        </pc:spChg>
        <pc:spChg chg="del">
          <ac:chgData name="Le Thi Kim Oanh (FE FPTU CT)" userId="33772939-cd87-45c1-be61-e0648bc25a53" providerId="ADAL" clId="{BBB0F177-6BC7-47D6-A769-2E1955ACDCCF}" dt="2021-09-17T01:39:09.377" v="147" actId="700"/>
          <ac:spMkLst>
            <pc:docMk/>
            <pc:sldMk cId="3967469913" sldId="576"/>
            <ac:spMk id="3" creationId="{64C9D223-0DAD-498B-9A1C-5027AA5327E3}"/>
          </ac:spMkLst>
        </pc:spChg>
        <pc:spChg chg="del">
          <ac:chgData name="Le Thi Kim Oanh (FE FPTU CT)" userId="33772939-cd87-45c1-be61-e0648bc25a53" providerId="ADAL" clId="{BBB0F177-6BC7-47D6-A769-2E1955ACDCCF}" dt="2021-09-17T01:39:09.377" v="147" actId="700"/>
          <ac:spMkLst>
            <pc:docMk/>
            <pc:sldMk cId="3967469913" sldId="576"/>
            <ac:spMk id="4" creationId="{1704715D-606A-4F08-B0BE-FF5137DDD865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11" creationId="{F3060C83-F051-4F0E-ABAD-AA0DFC48B218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BBB0F177-6BC7-47D6-A769-2E1955ACDCCF}" dt="2021-09-17T01:40:27.378" v="151" actId="26606"/>
          <ac:spMkLst>
            <pc:docMk/>
            <pc:sldMk cId="3967469913" sldId="576"/>
            <ac:spMk id="23" creationId="{3ECA69A1-7536-43AC-85EF-C7106179F5ED}"/>
          </ac:spMkLst>
        </pc:spChg>
        <pc:picChg chg="add mod">
          <ac:chgData name="Le Thi Kim Oanh (FE FPTU CT)" userId="33772939-cd87-45c1-be61-e0648bc25a53" providerId="ADAL" clId="{BBB0F177-6BC7-47D6-A769-2E1955ACDCCF}" dt="2021-09-17T01:40:27.378" v="151" actId="26606"/>
          <ac:picMkLst>
            <pc:docMk/>
            <pc:sldMk cId="3967469913" sldId="576"/>
            <ac:picMk id="6" creationId="{2D726685-5549-4CAD-8663-53B0EC976125}"/>
          </ac:picMkLst>
        </pc:picChg>
      </pc:sldChg>
    </pc:docChg>
  </pc:docChgLst>
  <pc:docChgLst>
    <pc:chgData name="Oanh Le Thi Kim  (FE FPTU CT)" userId="33772939-cd87-45c1-be61-e0648bc25a53" providerId="ADAL" clId="{BBB0F177-6BC7-47D6-A769-2E1955ACDCCF}"/>
    <pc:docChg chg="addSld delSld modSld delSection modSection">
      <pc:chgData name="Oanh Le Thi Kim  (FE FPTU CT)" userId="33772939-cd87-45c1-be61-e0648bc25a53" providerId="ADAL" clId="{BBB0F177-6BC7-47D6-A769-2E1955ACDCCF}" dt="2021-08-21T11:45:55.667" v="78" actId="404"/>
      <pc:docMkLst>
        <pc:docMk/>
      </pc:docMkLst>
      <pc:sldChg chg="add del">
        <pc:chgData name="Oanh Le Thi Kim  (FE FPTU CT)" userId="33772939-cd87-45c1-be61-e0648bc25a53" providerId="ADAL" clId="{BBB0F177-6BC7-47D6-A769-2E1955ACDCCF}" dt="2021-08-21T11:44:40.517" v="4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427404198" sldId="37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409901795" sldId="48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841483565" sldId="52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751877675" sldId="52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791423648" sldId="524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989141383" sldId="52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763642849" sldId="52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31976238" sldId="52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192506353" sldId="52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092057956" sldId="529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040785848" sldId="530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681659485" sldId="531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733174323" sldId="532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4256717469" sldId="534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837441371" sldId="53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010122261" sldId="53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02974804" sldId="53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693319192" sldId="538"/>
        </pc:sldMkLst>
      </pc:sldChg>
      <pc:sldChg chg="modSp mod">
        <pc:chgData name="Oanh Le Thi Kim  (FE FPTU CT)" userId="33772939-cd87-45c1-be61-e0648bc25a53" providerId="ADAL" clId="{BBB0F177-6BC7-47D6-A769-2E1955ACDCCF}" dt="2021-08-21T11:45:55.667" v="78" actId="404"/>
        <pc:sldMkLst>
          <pc:docMk/>
          <pc:sldMk cId="2081367690" sldId="543"/>
        </pc:sldMkLst>
        <pc:spChg chg="mod">
          <ac:chgData name="Oanh Le Thi Kim  (FE FPTU CT)" userId="33772939-cd87-45c1-be61-e0648bc25a53" providerId="ADAL" clId="{BBB0F177-6BC7-47D6-A769-2E1955ACDCCF}" dt="2021-08-21T11:45:55.667" v="78" actId="404"/>
          <ac:spMkLst>
            <pc:docMk/>
            <pc:sldMk cId="2081367690" sldId="543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1600793120" sldId="550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1776055069" sldId="551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05453889" sldId="552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649587596" sldId="553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4250152740" sldId="554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677789189" sldId="555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2629178545" sldId="556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2891615596" sldId="557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1667909617" sldId="558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161898313" sldId="559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58658810" sldId="560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3018015578" sldId="561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1213890815" sldId="562"/>
        </pc:sldMkLst>
      </pc:sldChg>
      <pc:sldChg chg="del">
        <pc:chgData name="Oanh Le Thi Kim  (FE FPTU CT)" userId="33772939-cd87-45c1-be61-e0648bc25a53" providerId="ADAL" clId="{BBB0F177-6BC7-47D6-A769-2E1955ACDCCF}" dt="2021-08-08T08:43:22.346" v="1" actId="47"/>
        <pc:sldMkLst>
          <pc:docMk/>
          <pc:sldMk cId="2743263029" sldId="563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292740812" sldId="564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1769920499" sldId="565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204785947" sldId="566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948741934" sldId="567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721525283" sldId="568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3566389117" sldId="569"/>
        </pc:sldMkLst>
      </pc:sldChg>
      <pc:sldChg chg="del">
        <pc:chgData name="Oanh Le Thi Kim  (FE FPTU CT)" userId="33772939-cd87-45c1-be61-e0648bc25a53" providerId="ADAL" clId="{BBB0F177-6BC7-47D6-A769-2E1955ACDCCF}" dt="2021-08-08T08:43:11.010" v="0" actId="47"/>
        <pc:sldMkLst>
          <pc:docMk/>
          <pc:sldMk cId="4224009424" sldId="5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6956AE-87DE-4027-B32E-49308C13431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AF579E-27E4-4D27-9E6B-9C56D0B2966A}">
      <dgm:prSet custT="1"/>
      <dgm:spPr/>
      <dgm:t>
        <a:bodyPr/>
        <a:lstStyle/>
        <a:p>
          <a:r>
            <a:rPr lang="ja-JP" sz="2400" b="0" i="0" dirty="0"/>
            <a:t>ジーンズやパンツを買うときに、サイズが合わなかったらどうしますか。</a:t>
          </a:r>
          <a:endParaRPr lang="en-US" sz="2400" dirty="0"/>
        </a:p>
      </dgm:t>
    </dgm:pt>
    <dgm:pt modelId="{193E020E-A679-4B13-8841-375546178D6A}" type="parTrans" cxnId="{39844759-3200-4B8C-84ED-3AC96FF5DBC5}">
      <dgm:prSet/>
      <dgm:spPr/>
      <dgm:t>
        <a:bodyPr/>
        <a:lstStyle/>
        <a:p>
          <a:endParaRPr lang="en-US"/>
        </a:p>
      </dgm:t>
    </dgm:pt>
    <dgm:pt modelId="{3C007BDA-E771-4A0D-99AC-90F29C5C6A86}" type="sibTrans" cxnId="{39844759-3200-4B8C-84ED-3AC96FF5DBC5}">
      <dgm:prSet/>
      <dgm:spPr/>
      <dgm:t>
        <a:bodyPr/>
        <a:lstStyle/>
        <a:p>
          <a:endParaRPr lang="en-US"/>
        </a:p>
      </dgm:t>
    </dgm:pt>
    <dgm:pt modelId="{8811641C-274F-4344-91E3-22EF6BBC77FE}">
      <dgm:prSet custT="1"/>
      <dgm:spPr/>
      <dgm:t>
        <a:bodyPr/>
        <a:lstStyle/>
        <a:p>
          <a:r>
            <a:rPr lang="ja-JP" sz="2400" b="0" i="0" dirty="0"/>
            <a:t>店の人にサイズ直しを頼んだことがありますか。うまく頼めましたか。</a:t>
          </a:r>
          <a:endParaRPr lang="en-US" sz="2400" dirty="0"/>
        </a:p>
      </dgm:t>
    </dgm:pt>
    <dgm:pt modelId="{C1B40B0A-DA81-4596-9BD3-6B44567F6731}" type="parTrans" cxnId="{853FF870-CC59-4C4B-A29A-5CA34EF21462}">
      <dgm:prSet/>
      <dgm:spPr/>
      <dgm:t>
        <a:bodyPr/>
        <a:lstStyle/>
        <a:p>
          <a:endParaRPr lang="en-US"/>
        </a:p>
      </dgm:t>
    </dgm:pt>
    <dgm:pt modelId="{A52C2DD6-8DB6-468D-B056-F9CD12BE641C}" type="sibTrans" cxnId="{853FF870-CC59-4C4B-A29A-5CA34EF21462}">
      <dgm:prSet/>
      <dgm:spPr/>
      <dgm:t>
        <a:bodyPr/>
        <a:lstStyle/>
        <a:p>
          <a:endParaRPr lang="en-US"/>
        </a:p>
      </dgm:t>
    </dgm:pt>
    <dgm:pt modelId="{39A02055-575B-4117-A7DA-3019B2132D81}" type="pres">
      <dgm:prSet presAssocID="{786956AE-87DE-4027-B32E-49308C1343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A03E82-545D-4E20-816C-96F445DCB49D}" type="pres">
      <dgm:prSet presAssocID="{80AF579E-27E4-4D27-9E6B-9C56D0B2966A}" presName="hierRoot1" presStyleCnt="0"/>
      <dgm:spPr/>
    </dgm:pt>
    <dgm:pt modelId="{EBEBCF06-9802-462D-BA04-C3009C25706F}" type="pres">
      <dgm:prSet presAssocID="{80AF579E-27E4-4D27-9E6B-9C56D0B2966A}" presName="composite" presStyleCnt="0"/>
      <dgm:spPr/>
    </dgm:pt>
    <dgm:pt modelId="{AA27B1E8-657B-4916-AE70-645F9C01028B}" type="pres">
      <dgm:prSet presAssocID="{80AF579E-27E4-4D27-9E6B-9C56D0B2966A}" presName="background" presStyleLbl="node0" presStyleIdx="0" presStyleCnt="2"/>
      <dgm:spPr/>
    </dgm:pt>
    <dgm:pt modelId="{E41CE8A8-996F-4F47-A303-689AEAFB0660}" type="pres">
      <dgm:prSet presAssocID="{80AF579E-27E4-4D27-9E6B-9C56D0B2966A}" presName="text" presStyleLbl="fgAcc0" presStyleIdx="0" presStyleCnt="2" custScaleX="109996" custScaleY="105372">
        <dgm:presLayoutVars>
          <dgm:chPref val="3"/>
        </dgm:presLayoutVars>
      </dgm:prSet>
      <dgm:spPr/>
    </dgm:pt>
    <dgm:pt modelId="{1C9EFDF1-2C35-4FE6-A4AD-9F6595C88613}" type="pres">
      <dgm:prSet presAssocID="{80AF579E-27E4-4D27-9E6B-9C56D0B2966A}" presName="hierChild2" presStyleCnt="0"/>
      <dgm:spPr/>
    </dgm:pt>
    <dgm:pt modelId="{8F965692-D5C6-4EDF-9A23-90912BDABE0F}" type="pres">
      <dgm:prSet presAssocID="{8811641C-274F-4344-91E3-22EF6BBC77FE}" presName="hierRoot1" presStyleCnt="0"/>
      <dgm:spPr/>
    </dgm:pt>
    <dgm:pt modelId="{29BA438C-C646-49D5-B59B-B4BA9C49FA1F}" type="pres">
      <dgm:prSet presAssocID="{8811641C-274F-4344-91E3-22EF6BBC77FE}" presName="composite" presStyleCnt="0"/>
      <dgm:spPr/>
    </dgm:pt>
    <dgm:pt modelId="{4B897D84-1D75-4707-A932-C29968703554}" type="pres">
      <dgm:prSet presAssocID="{8811641C-274F-4344-91E3-22EF6BBC77FE}" presName="background" presStyleLbl="node0" presStyleIdx="1" presStyleCnt="2"/>
      <dgm:spPr/>
    </dgm:pt>
    <dgm:pt modelId="{A8875D0F-F10E-4E0D-B088-458E6F748DA3}" type="pres">
      <dgm:prSet presAssocID="{8811641C-274F-4344-91E3-22EF6BBC77FE}" presName="text" presStyleLbl="fgAcc0" presStyleIdx="1" presStyleCnt="2">
        <dgm:presLayoutVars>
          <dgm:chPref val="3"/>
        </dgm:presLayoutVars>
      </dgm:prSet>
      <dgm:spPr/>
    </dgm:pt>
    <dgm:pt modelId="{3BBEA786-7227-4664-82CA-C06E1CBDEEEA}" type="pres">
      <dgm:prSet presAssocID="{8811641C-274F-4344-91E3-22EF6BBC77FE}" presName="hierChild2" presStyleCnt="0"/>
      <dgm:spPr/>
    </dgm:pt>
  </dgm:ptLst>
  <dgm:cxnLst>
    <dgm:cxn modelId="{85599B47-D2D1-479C-948C-4C01BC7E4D49}" type="presOf" srcId="{786956AE-87DE-4027-B32E-49308C134310}" destId="{39A02055-575B-4117-A7DA-3019B2132D81}" srcOrd="0" destOrd="0" presId="urn:microsoft.com/office/officeart/2005/8/layout/hierarchy1"/>
    <dgm:cxn modelId="{853FF870-CC59-4C4B-A29A-5CA34EF21462}" srcId="{786956AE-87DE-4027-B32E-49308C134310}" destId="{8811641C-274F-4344-91E3-22EF6BBC77FE}" srcOrd="1" destOrd="0" parTransId="{C1B40B0A-DA81-4596-9BD3-6B44567F6731}" sibTransId="{A52C2DD6-8DB6-468D-B056-F9CD12BE641C}"/>
    <dgm:cxn modelId="{39844759-3200-4B8C-84ED-3AC96FF5DBC5}" srcId="{786956AE-87DE-4027-B32E-49308C134310}" destId="{80AF579E-27E4-4D27-9E6B-9C56D0B2966A}" srcOrd="0" destOrd="0" parTransId="{193E020E-A679-4B13-8841-375546178D6A}" sibTransId="{3C007BDA-E771-4A0D-99AC-90F29C5C6A86}"/>
    <dgm:cxn modelId="{6C1F5FC8-B180-4CE6-B711-A1747686EBC3}" type="presOf" srcId="{80AF579E-27E4-4D27-9E6B-9C56D0B2966A}" destId="{E41CE8A8-996F-4F47-A303-689AEAFB0660}" srcOrd="0" destOrd="0" presId="urn:microsoft.com/office/officeart/2005/8/layout/hierarchy1"/>
    <dgm:cxn modelId="{284037E2-D76D-426B-99ED-1E81B68B073A}" type="presOf" srcId="{8811641C-274F-4344-91E3-22EF6BBC77FE}" destId="{A8875D0F-F10E-4E0D-B088-458E6F748DA3}" srcOrd="0" destOrd="0" presId="urn:microsoft.com/office/officeart/2005/8/layout/hierarchy1"/>
    <dgm:cxn modelId="{462AABFD-D7A5-457A-A654-CA1C72F36045}" type="presParOf" srcId="{39A02055-575B-4117-A7DA-3019B2132D81}" destId="{E1A03E82-545D-4E20-816C-96F445DCB49D}" srcOrd="0" destOrd="0" presId="urn:microsoft.com/office/officeart/2005/8/layout/hierarchy1"/>
    <dgm:cxn modelId="{B2264BB1-1839-47D9-8CD3-0D7A714AA409}" type="presParOf" srcId="{E1A03E82-545D-4E20-816C-96F445DCB49D}" destId="{EBEBCF06-9802-462D-BA04-C3009C25706F}" srcOrd="0" destOrd="0" presId="urn:microsoft.com/office/officeart/2005/8/layout/hierarchy1"/>
    <dgm:cxn modelId="{0748FDB3-30EE-4CC0-BA38-E551595E335F}" type="presParOf" srcId="{EBEBCF06-9802-462D-BA04-C3009C25706F}" destId="{AA27B1E8-657B-4916-AE70-645F9C01028B}" srcOrd="0" destOrd="0" presId="urn:microsoft.com/office/officeart/2005/8/layout/hierarchy1"/>
    <dgm:cxn modelId="{157BD02D-EBEF-4FAF-9701-DDB0FD3AB787}" type="presParOf" srcId="{EBEBCF06-9802-462D-BA04-C3009C25706F}" destId="{E41CE8A8-996F-4F47-A303-689AEAFB0660}" srcOrd="1" destOrd="0" presId="urn:microsoft.com/office/officeart/2005/8/layout/hierarchy1"/>
    <dgm:cxn modelId="{4001324D-6B88-4AF4-BD0D-CF2C424C0CA8}" type="presParOf" srcId="{E1A03E82-545D-4E20-816C-96F445DCB49D}" destId="{1C9EFDF1-2C35-4FE6-A4AD-9F6595C88613}" srcOrd="1" destOrd="0" presId="urn:microsoft.com/office/officeart/2005/8/layout/hierarchy1"/>
    <dgm:cxn modelId="{E845B10C-87FD-4C76-A4E8-CE3257F2DC60}" type="presParOf" srcId="{39A02055-575B-4117-A7DA-3019B2132D81}" destId="{8F965692-D5C6-4EDF-9A23-90912BDABE0F}" srcOrd="1" destOrd="0" presId="urn:microsoft.com/office/officeart/2005/8/layout/hierarchy1"/>
    <dgm:cxn modelId="{42CEE5C9-93F8-4AD8-931D-9A22C505F709}" type="presParOf" srcId="{8F965692-D5C6-4EDF-9A23-90912BDABE0F}" destId="{29BA438C-C646-49D5-B59B-B4BA9C49FA1F}" srcOrd="0" destOrd="0" presId="urn:microsoft.com/office/officeart/2005/8/layout/hierarchy1"/>
    <dgm:cxn modelId="{E49FFB33-CA7F-4D56-9107-8C21BA3F7D0D}" type="presParOf" srcId="{29BA438C-C646-49D5-B59B-B4BA9C49FA1F}" destId="{4B897D84-1D75-4707-A932-C29968703554}" srcOrd="0" destOrd="0" presId="urn:microsoft.com/office/officeart/2005/8/layout/hierarchy1"/>
    <dgm:cxn modelId="{EA4DA71A-CFC9-4CCB-B833-3AE127D470EF}" type="presParOf" srcId="{29BA438C-C646-49D5-B59B-B4BA9C49FA1F}" destId="{A8875D0F-F10E-4E0D-B088-458E6F748DA3}" srcOrd="1" destOrd="0" presId="urn:microsoft.com/office/officeart/2005/8/layout/hierarchy1"/>
    <dgm:cxn modelId="{837B7B79-355C-4714-AD3F-AB79473806BB}" type="presParOf" srcId="{8F965692-D5C6-4EDF-9A23-90912BDABE0F}" destId="{3BBEA786-7227-4664-82CA-C06E1CBDEE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7B1E8-657B-4916-AE70-645F9C01028B}">
      <dsp:nvSpPr>
        <dsp:cNvPr id="0" name=""/>
        <dsp:cNvSpPr/>
      </dsp:nvSpPr>
      <dsp:spPr>
        <a:xfrm>
          <a:off x="706" y="886875"/>
          <a:ext cx="3409504" cy="207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CE8A8-996F-4F47-A303-689AEAFB0660}">
      <dsp:nvSpPr>
        <dsp:cNvPr id="0" name=""/>
        <dsp:cNvSpPr/>
      </dsp:nvSpPr>
      <dsp:spPr>
        <a:xfrm>
          <a:off x="345113" y="1214062"/>
          <a:ext cx="3409504" cy="20740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400" b="0" i="0" kern="1200" dirty="0"/>
            <a:t>ジーンズやパンツを買うときに、サイズが合わなかったらどうしますか。</a:t>
          </a:r>
          <a:endParaRPr lang="en-US" sz="2400" kern="1200" dirty="0"/>
        </a:p>
      </dsp:txBody>
      <dsp:txXfrm>
        <a:off x="405859" y="1274808"/>
        <a:ext cx="3288012" cy="1952529"/>
      </dsp:txXfrm>
    </dsp:sp>
    <dsp:sp modelId="{4B897D84-1D75-4707-A932-C29968703554}">
      <dsp:nvSpPr>
        <dsp:cNvPr id="0" name=""/>
        <dsp:cNvSpPr/>
      </dsp:nvSpPr>
      <dsp:spPr>
        <a:xfrm>
          <a:off x="4099024" y="886875"/>
          <a:ext cx="3099661" cy="19682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75D0F-F10E-4E0D-B088-458E6F748DA3}">
      <dsp:nvSpPr>
        <dsp:cNvPr id="0" name=""/>
        <dsp:cNvSpPr/>
      </dsp:nvSpPr>
      <dsp:spPr>
        <a:xfrm>
          <a:off x="4443431" y="1214062"/>
          <a:ext cx="3099661" cy="19682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400" b="0" i="0" kern="1200" dirty="0"/>
            <a:t>店の人にサイズ直しを頼んだことがありますか。うまく頼めましたか。</a:t>
          </a:r>
          <a:endParaRPr lang="en-US" sz="2400" kern="1200" dirty="0"/>
        </a:p>
      </dsp:txBody>
      <dsp:txXfrm>
        <a:off x="4501080" y="1271711"/>
        <a:ext cx="2984363" cy="1852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6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58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4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裾を直して欲しいと言いました。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裾を短くしてもらえませんか。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いいえ。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２時間待たなければならない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33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５．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５時以降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６．４時ごろに受け取ることはできないでしょうか。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７．特別料金を払います。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８．特別料金をいただくことになっているんですが。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95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37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51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4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76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9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78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81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99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50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63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26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＊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55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0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12" Type="http://schemas.microsoft.com/office/2007/relationships/diagramDrawing" Target="../diagrams/drawing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3.png"/><Relationship Id="rId10" Type="http://schemas.openxmlformats.org/officeDocument/2006/relationships/diagramQuickStyle" Target="../diagrams/quickStyle1.xml"/><Relationship Id="rId4" Type="http://schemas.openxmlformats.org/officeDocument/2006/relationships/notesSlide" Target="../notesSlides/notesSlide4.xml"/><Relationship Id="rId9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56781" y="2658449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2929387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使ってみよう４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800" b="1" dirty="0">
                <a:solidFill>
                  <a:srgbClr val="5E9C53"/>
                </a:solidFill>
                <a:cs typeface="Arial" pitchFamily="34" charset="0"/>
              </a:rPr>
              <a:t>33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17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82735" y="1657918"/>
            <a:ext cx="50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cs typeface="Arial" pitchFamily="34" charset="0"/>
              </a:rPr>
              <a:t>こんなときどうする？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29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2500" y="4138881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732457" y="4417179"/>
            <a:ext cx="297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D9910B"/>
                </a:solidFill>
                <a:cs typeface="Arial" pitchFamily="34" charset="0"/>
              </a:rPr>
              <a:t>文法：</a:t>
            </a:r>
            <a:r>
              <a:rPr lang="en-US" altLang="ja-JP" sz="2400" b="1" dirty="0">
                <a:solidFill>
                  <a:srgbClr val="D9910B"/>
                </a:solidFill>
                <a:cs typeface="Arial" pitchFamily="34" charset="0"/>
              </a:rPr>
              <a:t>1.2</a:t>
            </a:r>
            <a:endParaRPr lang="ko-KR" altLang="en-US" sz="28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5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323454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en-US" altLang="ja-JP" sz="4000" b="1" dirty="0">
                <a:solidFill>
                  <a:srgbClr val="C00000"/>
                </a:solidFill>
              </a:rPr>
              <a:t>P29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51283" y="2201779"/>
            <a:ext cx="10311063" cy="3080084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ja-JP" altLang="en-US" sz="3200" b="1" i="0" dirty="0">
                <a:solidFill>
                  <a:srgbClr val="A11D2B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lang="en-US" altLang="ja-JP" sz="3200" b="1" i="0" dirty="0">
              <a:solidFill>
                <a:srgbClr val="A11D2B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ja-JP" sz="3200" b="1" i="0" dirty="0">
              <a:solidFill>
                <a:srgbClr val="A11D2B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ja-JP" sz="2800" b="1" i="0" dirty="0">
              <a:solidFill>
                <a:srgbClr val="A11D2B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店の人希望を伝えて依頼することができる</a:t>
            </a:r>
            <a:endParaRPr kumimoji="1" lang="en-US" altLang="ja-JP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2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document&#10;&#10;Description automatically generated with low confidence">
            <a:extLst>
              <a:ext uri="{FF2B5EF4-FFF2-40B4-BE49-F238E27FC236}">
                <a16:creationId xmlns:a16="http://schemas.microsoft.com/office/drawing/2014/main" id="{777C5315-7F74-49FD-BC21-C84ACCEB3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43" y="1201175"/>
            <a:ext cx="11288542" cy="491051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0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323454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en-US" altLang="ja-JP" sz="4000" b="1" dirty="0">
                <a:solidFill>
                  <a:srgbClr val="C00000"/>
                </a:solidFill>
              </a:rPr>
              <a:t>P29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4" y="2105526"/>
            <a:ext cx="5466736" cy="3441032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1" i="0" dirty="0">
                <a:solidFill>
                  <a:srgbClr val="A11D2B"/>
                </a:solidFill>
                <a:effectLst/>
                <a:latin typeface="Arial" panose="020B0604020202020204" pitchFamily="34" charset="0"/>
              </a:rPr>
              <a:t>店の人に服のサイズ直しを頼んでください。</a:t>
            </a:r>
            <a:endParaRPr kumimoji="1" lang="vi-VN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28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en-US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CD</a:t>
            </a:r>
            <a:r>
              <a:rPr kumimoji="1" lang="ja-JP" altLang="en-US" sz="2800" b="1" dirty="0">
                <a:solidFill>
                  <a:srgbClr val="A11D2B"/>
                </a:solidFill>
                <a:latin typeface="Arial" panose="020B0604020202020204" pitchFamily="34" charset="0"/>
              </a:rPr>
              <a:t>・</a:t>
            </a:r>
            <a:r>
              <a:rPr kumimoji="1" lang="vi-VN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A</a:t>
            </a:r>
            <a:r>
              <a:rPr kumimoji="1" lang="en-US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0</a:t>
            </a:r>
            <a:r>
              <a:rPr kumimoji="1" lang="ja-JP" altLang="en-US" sz="2800" b="1" dirty="0">
                <a:solidFill>
                  <a:srgbClr val="A11D2B"/>
                </a:solidFill>
                <a:latin typeface="Arial" panose="020B0604020202020204" pitchFamily="34" charset="0"/>
              </a:rPr>
              <a:t>７</a:t>
            </a:r>
            <a:endParaRPr kumimoji="1" lang="en-US" altLang="ja-JP" b="1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4098" name="Picture 2" descr="洋服・サイズの寸法について">
            <a:extLst>
              <a:ext uri="{FF2B5EF4-FFF2-40B4-BE49-F238E27FC236}">
                <a16:creationId xmlns:a16="http://schemas.microsoft.com/office/drawing/2014/main" id="{32C251D2-1C61-4118-AC38-BA746590C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232" y="2076954"/>
            <a:ext cx="5473916" cy="365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15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en-US" altLang="ja-JP" sz="4000" b="1" dirty="0">
                <a:solidFill>
                  <a:srgbClr val="C00000"/>
                </a:solidFill>
              </a:rPr>
              <a:t>P29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3" name="07 Track 7">
            <a:hlinkClick r:id="" action="ppaction://media"/>
            <a:extLst>
              <a:ext uri="{FF2B5EF4-FFF2-40B4-BE49-F238E27FC236}">
                <a16:creationId xmlns:a16="http://schemas.microsoft.com/office/drawing/2014/main" id="{4691B6C1-0A14-427D-B83D-7041811272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672459" y="191184"/>
            <a:ext cx="1890276" cy="1890276"/>
          </a:xfrm>
          <a:prstGeom prst="rect">
            <a:avLst/>
          </a:prstGeom>
        </p:spPr>
      </p:pic>
      <p:pic>
        <p:nvPicPr>
          <p:cNvPr id="5122" name="Picture 2" descr="ジーパン・ジーンズ・デニムのイラスト">
            <a:extLst>
              <a:ext uri="{FF2B5EF4-FFF2-40B4-BE49-F238E27FC236}">
                <a16:creationId xmlns:a16="http://schemas.microsoft.com/office/drawing/2014/main" id="{361B89D0-A0E5-438F-971F-47CF9EDF3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233" y="2612821"/>
            <a:ext cx="2857502" cy="285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124" name="Content Placeholder 2">
            <a:extLst>
              <a:ext uri="{FF2B5EF4-FFF2-40B4-BE49-F238E27FC236}">
                <a16:creationId xmlns:a16="http://schemas.microsoft.com/office/drawing/2014/main" id="{3863633C-1B46-4E42-9689-1DCDEE9434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882818"/>
              </p:ext>
            </p:extLst>
          </p:nvPr>
        </p:nvGraphicFramePr>
        <p:xfrm>
          <a:off x="445168" y="2093493"/>
          <a:ext cx="7543800" cy="4174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6151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9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937086"/>
            <a:ext cx="11209809" cy="403057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アンナさんはお店の人に何を頼みましたか。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頼むとき、何と言いましたか。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アンナさんはすぐに直したジーンズを受けるとることができますか。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お店の人はアンナさんにどのぐらい待つと言っていますか。</a:t>
            </a:r>
          </a:p>
          <a:p>
            <a:pPr marL="0" indent="0" algn="l">
              <a:buNone/>
            </a:pPr>
            <a:endParaRPr lang="ja-JP" altLang="en-US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07 Track 7">
            <a:hlinkClick r:id="" action="ppaction://media"/>
            <a:extLst>
              <a:ext uri="{FF2B5EF4-FFF2-40B4-BE49-F238E27FC236}">
                <a16:creationId xmlns:a16="http://schemas.microsoft.com/office/drawing/2014/main" id="{8340C855-6C32-4C91-9DE9-08C985838F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451852" y="391737"/>
            <a:ext cx="1110883" cy="111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0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9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2009274"/>
            <a:ext cx="10933470" cy="395839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vi-VN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お店の人は何時に受け取ることができると言いましたか。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6.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アンナさんはお店の人にどんなお願いをしましたか。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</a:t>
            </a:r>
            <a:r>
              <a:rPr lang="vi-VN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ズボンの裾を早く直してほしいお客さんはどうしますか。</a:t>
            </a: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vi-VN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お店の人はアンナさんに何と言っていまし たか。</a:t>
            </a:r>
          </a:p>
          <a:p>
            <a:pPr marL="0" indent="0" algn="l">
              <a:buNone/>
            </a:pPr>
            <a:endParaRPr lang="ja-JP" altLang="en-US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07 Track 7">
            <a:hlinkClick r:id="" action="ppaction://media"/>
            <a:extLst>
              <a:ext uri="{FF2B5EF4-FFF2-40B4-BE49-F238E27FC236}">
                <a16:creationId xmlns:a16="http://schemas.microsoft.com/office/drawing/2014/main" id="{8340C855-6C32-4C91-9DE9-08C985838F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451852" y="391737"/>
            <a:ext cx="1110883" cy="111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6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9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（ </a:t>
            </a:r>
            <a:r>
              <a:rPr lang="vi-VN" altLang="ja-JP" b="1" dirty="0">
                <a:solidFill>
                  <a:srgbClr val="FF0000"/>
                </a:solidFill>
              </a:rPr>
              <a:t>      </a:t>
            </a:r>
            <a:r>
              <a:rPr lang="ja-JP" altLang="en-US" b="1" dirty="0">
                <a:solidFill>
                  <a:srgbClr val="FF0000"/>
                </a:solidFill>
              </a:rPr>
              <a:t>）に入る言葉を選ら んでください。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4F3A26B-7A85-492B-AD04-079B47B78148}"/>
              </a:ext>
            </a:extLst>
          </p:cNvPr>
          <p:cNvSpPr txBox="1">
            <a:spLocks/>
          </p:cNvSpPr>
          <p:nvPr/>
        </p:nvSpPr>
        <p:spPr>
          <a:xfrm>
            <a:off x="9143999" y="2263304"/>
            <a:ext cx="2423805" cy="2731769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/>
              <a:t> </a:t>
            </a:r>
          </a:p>
          <a:p>
            <a:pPr marL="0" indent="0">
              <a:buNone/>
            </a:pPr>
            <a:r>
              <a:rPr lang="en-US" altLang="ja-JP" sz="2400" dirty="0"/>
              <a:t>A.</a:t>
            </a:r>
            <a:r>
              <a:rPr lang="ja-JP" altLang="en-US" sz="2400" dirty="0"/>
              <a:t> 試 着 して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Ｂ</a:t>
            </a:r>
            <a:r>
              <a:rPr lang="en-US" altLang="ja-JP" sz="2400" dirty="0"/>
              <a:t>.</a:t>
            </a:r>
            <a:r>
              <a:rPr lang="ja-JP" altLang="en-US" sz="2400" dirty="0"/>
              <a:t>受け 取る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Ｃ</a:t>
            </a:r>
            <a:r>
              <a:rPr lang="en-US" altLang="ja-JP" sz="2400" dirty="0"/>
              <a:t>.</a:t>
            </a:r>
            <a:r>
              <a:rPr lang="ja-JP" altLang="en-US" sz="2400" dirty="0"/>
              <a:t>延 期される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Ｄ</a:t>
            </a:r>
            <a:r>
              <a:rPr lang="en-US" altLang="ja-JP" sz="2400" dirty="0"/>
              <a:t>.</a:t>
            </a:r>
            <a:r>
              <a:rPr lang="ja-JP" altLang="en-US" sz="2400" dirty="0"/>
              <a:t>組 み立てた</a:t>
            </a:r>
            <a:endParaRPr lang="en-US" altLang="ja-JP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B426C7-75C6-4590-9ADF-607F314C8D70}"/>
              </a:ext>
            </a:extLst>
          </p:cNvPr>
          <p:cNvSpPr txBox="1"/>
          <p:nvPr/>
        </p:nvSpPr>
        <p:spPr>
          <a:xfrm>
            <a:off x="2911642" y="2345913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186CB1C-C5A5-4134-BCDD-534923F89FD3}"/>
              </a:ext>
            </a:extLst>
          </p:cNvPr>
          <p:cNvSpPr txBox="1">
            <a:spLocks/>
          </p:cNvSpPr>
          <p:nvPr/>
        </p:nvSpPr>
        <p:spPr>
          <a:xfrm>
            <a:off x="624195" y="1311443"/>
            <a:ext cx="8327300" cy="499310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800" dirty="0"/>
              <a:t>① 台風が近づいているため、試合は来週に（ ）。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服はやっぱり（ 　）から買ったほうがいいです。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③ 母から送ってもらった荷物を（　 ）ために郵 便局 へ行きました。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④ 昨日、新しい本棚 を買って、家で（ 　　）。</a:t>
            </a:r>
            <a:endParaRPr lang="vi-VN" altLang="ja-JP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93C22-0BED-4261-8186-C380E003893E}"/>
              </a:ext>
            </a:extLst>
          </p:cNvPr>
          <p:cNvSpPr txBox="1"/>
          <p:nvPr/>
        </p:nvSpPr>
        <p:spPr>
          <a:xfrm>
            <a:off x="3597441" y="2263304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39DE7-C093-475D-9842-98A0BE7DE3E5}"/>
              </a:ext>
            </a:extLst>
          </p:cNvPr>
          <p:cNvSpPr txBox="1"/>
          <p:nvPr/>
        </p:nvSpPr>
        <p:spPr>
          <a:xfrm>
            <a:off x="7125425" y="4751942"/>
            <a:ext cx="97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0C4C8-E80F-4030-9D32-C060D2AF9B67}"/>
              </a:ext>
            </a:extLst>
          </p:cNvPr>
          <p:cNvSpPr txBox="1"/>
          <p:nvPr/>
        </p:nvSpPr>
        <p:spPr>
          <a:xfrm>
            <a:off x="7793175" y="1311443"/>
            <a:ext cx="1067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DBADC-3B3D-4531-806C-E63517CBF4E7}"/>
              </a:ext>
            </a:extLst>
          </p:cNvPr>
          <p:cNvSpPr txBox="1"/>
          <p:nvPr/>
        </p:nvSpPr>
        <p:spPr>
          <a:xfrm>
            <a:off x="6138835" y="3346330"/>
            <a:ext cx="98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78350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1621971"/>
            <a:ext cx="10838011" cy="30583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400" b="1" dirty="0">
                <a:solidFill>
                  <a:srgbClr val="A11D2B"/>
                </a:solidFill>
              </a:rPr>
              <a:t>4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vi-VN" altLang="ja-JP" sz="4400" b="1" dirty="0">
                <a:solidFill>
                  <a:srgbClr val="A11D2B"/>
                </a:solidFill>
              </a:rPr>
              <a:t>            </a:t>
            </a:r>
            <a:r>
              <a:rPr lang="ja-JP" altLang="en-US" sz="4400" b="1" dirty="0">
                <a:solidFill>
                  <a:srgbClr val="A11D2B"/>
                </a:solidFill>
              </a:rPr>
              <a:t>文法</a:t>
            </a:r>
            <a:r>
              <a:rPr lang="vi-VN" altLang="ja-JP" sz="4400" b="1" dirty="0">
                <a:solidFill>
                  <a:srgbClr val="A11D2B"/>
                </a:solidFill>
              </a:rPr>
              <a:t>1.2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en-US" altLang="ja-JP" sz="4400" b="1" dirty="0">
                <a:solidFill>
                  <a:srgbClr val="A11D2B"/>
                </a:solidFill>
              </a:rPr>
              <a:t>33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2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C00000"/>
                </a:solidFill>
              </a:rPr>
              <a:t>～</a:t>
            </a:r>
            <a:r>
              <a:rPr lang="ja-JP" altLang="en-US" sz="2400" dirty="0"/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ということだ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10943610" cy="405464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</a:t>
            </a:r>
            <a:r>
              <a:rPr lang="ja-JP" altLang="en-US" sz="3200" dirty="0"/>
              <a:t>～という意味だ </a:t>
            </a:r>
            <a:endParaRPr lang="en-US" altLang="ja-JP" sz="3200" dirty="0"/>
          </a:p>
          <a:p>
            <a:pPr marL="0" indent="0" algn="ctr">
              <a:buNone/>
            </a:pPr>
            <a:r>
              <a:rPr lang="ja-JP" altLang="en-US" sz="3200" dirty="0"/>
              <a:t>＊「～ということですか」の形で、</a:t>
            </a:r>
            <a:r>
              <a:rPr lang="vi-VN" altLang="ja-JP" sz="3200" dirty="0"/>
              <a:t> </a:t>
            </a:r>
            <a:r>
              <a:rPr lang="ja-JP" altLang="en-US" sz="3200" dirty="0"/>
              <a:t>相 手の言ったことを確認するとき使う</a:t>
            </a:r>
            <a:endParaRPr lang="en-US" altLang="ja-JP" sz="3600" dirty="0"/>
          </a:p>
          <a:p>
            <a:pPr marL="0" indent="0" algn="ctr">
              <a:buNone/>
            </a:pPr>
            <a:r>
              <a:rPr lang="vi-VN" altLang="ja-JP" sz="2800" dirty="0"/>
              <a:t>Có nghĩa là ~</a:t>
            </a:r>
            <a:endParaRPr lang="en-US" altLang="ja-JP" sz="2800" dirty="0"/>
          </a:p>
          <a:p>
            <a:pPr algn="ctr"/>
            <a:endParaRPr lang="en-US" altLang="ja-JP" sz="2800" dirty="0"/>
          </a:p>
          <a:p>
            <a:pPr algn="ctr"/>
            <a:endParaRPr lang="en-US" altLang="ja-JP" sz="2800" dirty="0"/>
          </a:p>
          <a:p>
            <a:pPr algn="ctr"/>
            <a:endParaRPr lang="en-US" altLang="ja-JP" sz="2800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7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/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ということだ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6" y="1545779"/>
            <a:ext cx="5466734" cy="4947095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altLang="ja-JP" sz="2800" dirty="0"/>
              <a:t> </a:t>
            </a:r>
          </a:p>
          <a:p>
            <a:pPr marL="0" indent="0">
              <a:buNone/>
            </a:pPr>
            <a:r>
              <a:rPr lang="ja-JP" altLang="en-US" sz="2800" dirty="0"/>
              <a:t>先生</a:t>
            </a:r>
            <a:r>
              <a:rPr lang="vi-VN" altLang="ja-JP" sz="2800" dirty="0"/>
              <a:t>    </a:t>
            </a:r>
            <a:r>
              <a:rPr lang="ja-JP" altLang="en-US" sz="2800" dirty="0"/>
              <a:t>：試 験は７０点以上が合格です。Ａさんは７５点でした。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</a:t>
            </a:r>
            <a:r>
              <a:rPr lang="ja-JP" altLang="en-US" sz="2800" dirty="0"/>
              <a:t>学生Ａ：じゃ、</a:t>
            </a:r>
            <a:r>
              <a:rPr lang="vi-VN" altLang="ja-JP" sz="2800" dirty="0"/>
              <a:t>__________</a:t>
            </a:r>
            <a:r>
              <a:rPr lang="ja-JP" altLang="en-US" sz="2800" dirty="0"/>
              <a:t> ということですね！よかった</a:t>
            </a:r>
            <a:r>
              <a:rPr lang="en-US" altLang="ja-JP" sz="2800" dirty="0"/>
              <a:t>…</a:t>
            </a:r>
            <a:r>
              <a:rPr lang="ja-JP" altLang="en-US" sz="2800" dirty="0"/>
              <a:t>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AEFFC-1078-456A-932A-7E3971A3B113}"/>
              </a:ext>
            </a:extLst>
          </p:cNvPr>
          <p:cNvSpPr txBox="1"/>
          <p:nvPr/>
        </p:nvSpPr>
        <p:spPr>
          <a:xfrm>
            <a:off x="3745282" y="1929725"/>
            <a:ext cx="1277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</a:rPr>
              <a:t>　</a:t>
            </a:r>
            <a:endParaRPr lang="en-US" sz="2400" dirty="0">
              <a:solidFill>
                <a:srgbClr val="A11D2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33F3A-92B6-4254-8CB6-389CB4ABF728}"/>
              </a:ext>
            </a:extLst>
          </p:cNvPr>
          <p:cNvSpPr txBox="1"/>
          <p:nvPr/>
        </p:nvSpPr>
        <p:spPr>
          <a:xfrm>
            <a:off x="3313298" y="3284621"/>
            <a:ext cx="2141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旅行に行ける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6146" name="Picture 2" descr="旅行に行く若者のイラスト | かわいいフリー素材集 いらすとや">
            <a:extLst>
              <a:ext uri="{FF2B5EF4-FFF2-40B4-BE49-F238E27FC236}">
                <a16:creationId xmlns:a16="http://schemas.microsoft.com/office/drawing/2014/main" id="{56EB02E2-8CD1-4ADA-B27C-1AAC35AE4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523" y="1929725"/>
            <a:ext cx="3809102" cy="4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04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/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ということだ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6" y="1545779"/>
            <a:ext cx="5466734" cy="4626421"/>
          </a:xfrm>
          <a:solidFill>
            <a:srgbClr val="92D05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altLang="ja-JP" sz="2800" dirty="0"/>
              <a:t> </a:t>
            </a:r>
          </a:p>
          <a:p>
            <a:pPr marL="0" indent="0">
              <a:buNone/>
            </a:pPr>
            <a:r>
              <a:rPr lang="ja-JP" altLang="en-US" sz="2800" dirty="0"/>
              <a:t>　Ａ：Ｂさん、土曜日の食事会、来るよね。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</a:t>
            </a:r>
            <a:r>
              <a:rPr lang="ja-JP" altLang="en-US" sz="2800" dirty="0"/>
              <a:t>Ｂ：土曜日、ちょっと 忙しくて</a:t>
            </a:r>
            <a:r>
              <a:rPr lang="en-US" altLang="ja-JP" sz="2800" dirty="0"/>
              <a:t>…</a:t>
            </a:r>
            <a:r>
              <a:rPr lang="ja-JP" altLang="en-US" sz="2800" dirty="0"/>
              <a:t>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Ａ：</a:t>
            </a:r>
            <a:r>
              <a:rPr lang="vi-VN" altLang="ja-JP" sz="2800" dirty="0"/>
              <a:t>_________</a:t>
            </a:r>
            <a:r>
              <a:rPr lang="ja-JP" altLang="en-US" sz="2800" dirty="0"/>
              <a:t> ってこと？</a:t>
            </a:r>
            <a:endParaRPr lang="en-US" altLang="ja-JP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B9330-A1EF-4C44-8355-91895E3788E5}"/>
              </a:ext>
            </a:extLst>
          </p:cNvPr>
          <p:cNvSpPr txBox="1"/>
          <p:nvPr/>
        </p:nvSpPr>
        <p:spPr>
          <a:xfrm>
            <a:off x="1927566" y="3788493"/>
            <a:ext cx="1589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A11D2B"/>
                </a:solidFill>
                <a:highlight>
                  <a:srgbClr val="FFFF00"/>
                </a:highlight>
              </a:rPr>
              <a:t>こない</a:t>
            </a:r>
            <a:endParaRPr lang="en-US" sz="2400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7170" name="Picture 2" descr="食事会イラスト／無料イラストなら「イラストAC」">
            <a:extLst>
              <a:ext uri="{FF2B5EF4-FFF2-40B4-BE49-F238E27FC236}">
                <a16:creationId xmlns:a16="http://schemas.microsoft.com/office/drawing/2014/main" id="{19B6F229-17DA-4564-AE6B-E3512CBD8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79" y="1884382"/>
            <a:ext cx="5371077" cy="402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55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000" b="1" dirty="0">
                <a:solidFill>
                  <a:srgbClr val="C00000"/>
                </a:solidFill>
              </a:rPr>
              <a:t>～</a:t>
            </a:r>
            <a:r>
              <a:rPr lang="ja-JP" altLang="en-US" dirty="0"/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ということだ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6366152" cy="549281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駅のトイレの貼り紙 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dirty="0">
                <a:highlight>
                  <a:srgbClr val="FFFF00"/>
                </a:highlight>
              </a:rPr>
              <a:t>工事中につき、</a:t>
            </a:r>
            <a:r>
              <a:rPr lang="en-US" altLang="ja-JP" sz="2800" dirty="0">
                <a:highlight>
                  <a:srgbClr val="FFFF00"/>
                </a:highlight>
              </a:rPr>
              <a:t>12 </a:t>
            </a:r>
            <a:r>
              <a:rPr lang="ja-JP" altLang="en-US" sz="2800" dirty="0">
                <a:highlight>
                  <a:srgbClr val="FFFF00"/>
                </a:highlight>
              </a:rPr>
              <a:t>月 </a:t>
            </a:r>
            <a:r>
              <a:rPr lang="en-US" altLang="ja-JP" sz="2800" dirty="0">
                <a:highlight>
                  <a:srgbClr val="FFFF00"/>
                </a:highlight>
              </a:rPr>
              <a:t>5 </a:t>
            </a:r>
            <a:r>
              <a:rPr lang="ja-JP" altLang="en-US" sz="2800" dirty="0">
                <a:highlight>
                  <a:srgbClr val="FFFF00"/>
                </a:highlight>
              </a:rPr>
              <a:t>日まで使用禁止</a:t>
            </a:r>
            <a:r>
              <a:rPr lang="ja-JP" altLang="en-US" sz="2800" dirty="0"/>
              <a:t>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Ａ：えっ、じゃあ、</a:t>
            </a:r>
            <a:r>
              <a:rPr lang="vi-VN" altLang="ja-JP" sz="2800" dirty="0"/>
              <a:t>_________</a:t>
            </a:r>
            <a:r>
              <a:rPr lang="ja-JP" altLang="en-US" sz="2800" dirty="0"/>
              <a:t> ってこと？！ 不便！</a:t>
            </a:r>
            <a:endParaRPr lang="en-US" altLang="ja-JP" sz="2800" dirty="0"/>
          </a:p>
        </p:txBody>
      </p:sp>
      <p:pic>
        <p:nvPicPr>
          <p:cNvPr id="6146" name="Picture 2" descr="工事中につき 通行止 ご協力お願いしますの貼り紙 | フリー貼り紙のペラガミ.com">
            <a:extLst>
              <a:ext uri="{FF2B5EF4-FFF2-40B4-BE49-F238E27FC236}">
                <a16:creationId xmlns:a16="http://schemas.microsoft.com/office/drawing/2014/main" id="{38DDF3A8-4A29-46B2-97E2-D19BC0DB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557" y="1627422"/>
            <a:ext cx="4462742" cy="311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70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000" b="1" dirty="0">
                <a:solidFill>
                  <a:srgbClr val="C00000"/>
                </a:solidFill>
              </a:rPr>
              <a:t>～</a:t>
            </a:r>
            <a:r>
              <a:rPr lang="ja-JP" altLang="en-US" dirty="0"/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ということだ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063984" cy="549281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Ａ：あ～授業が終わった！ご飯食べに行くでしょう？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Ｂ：えっ？ご飯？今日はちょっと忙しくて</a:t>
            </a:r>
            <a:r>
              <a:rPr lang="en-US" altLang="ja-JP" sz="2800" dirty="0"/>
              <a:t>…</a:t>
            </a:r>
            <a:r>
              <a:rPr lang="ja-JP" altLang="en-US" sz="2800" dirty="0"/>
              <a:t>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Ａ：＿＿＿＿＿＿＿ っていうこと？約束 したじゃない。</a:t>
            </a:r>
            <a:endParaRPr lang="vi-VN" altLang="ja-JP" sz="2800" b="1" dirty="0">
              <a:solidFill>
                <a:srgbClr val="C00000"/>
              </a:solidFill>
            </a:endParaRPr>
          </a:p>
        </p:txBody>
      </p:sp>
      <p:pic>
        <p:nvPicPr>
          <p:cNvPr id="9218" name="Picture 2" descr="レストランのイラスト">
            <a:extLst>
              <a:ext uri="{FF2B5EF4-FFF2-40B4-BE49-F238E27FC236}">
                <a16:creationId xmlns:a16="http://schemas.microsoft.com/office/drawing/2014/main" id="{0905E568-BDAB-4853-A5C7-B91D01A38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18" y="1825792"/>
            <a:ext cx="3904247" cy="390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60EBDB-FED7-46EC-A64F-FCE3BFC1AB1F}"/>
              </a:ext>
            </a:extLst>
          </p:cNvPr>
          <p:cNvSpPr txBox="1"/>
          <p:nvPr/>
        </p:nvSpPr>
        <p:spPr>
          <a:xfrm>
            <a:off x="1750592" y="4319337"/>
            <a:ext cx="2412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行きたくない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7098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P33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C9A65694-2CB2-4AE4-8E49-55877813F8B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7" y="1780023"/>
            <a:ext cx="11316874" cy="4319988"/>
          </a:xfrm>
        </p:spPr>
      </p:pic>
    </p:spTree>
    <p:extLst>
      <p:ext uri="{BB962C8B-B14F-4D97-AF65-F5344CB8AC3E}">
        <p14:creationId xmlns:p14="http://schemas.microsoft.com/office/powerpoint/2010/main" val="294633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C00000"/>
                </a:solidFill>
              </a:rPr>
              <a:t>～</a:t>
            </a:r>
            <a:r>
              <a:rPr lang="ja-JP" altLang="en-US" sz="2400" dirty="0"/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でしょうか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405464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3600" dirty="0"/>
              <a:t>「ますか」「ですか」の丁寧な言い方</a:t>
            </a:r>
            <a:endParaRPr lang="vi-VN" altLang="ja-JP" sz="3600" dirty="0"/>
          </a:p>
          <a:p>
            <a:pPr marL="0" indent="0" algn="ctr">
              <a:buNone/>
            </a:pPr>
            <a:r>
              <a:rPr lang="vi-VN" altLang="ja-JP" sz="2800" dirty="0"/>
              <a:t>Cách nói lịch sự của Desu ka/ Masu ka</a:t>
            </a:r>
            <a:endParaRPr lang="en-US" altLang="ja-JP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26A8F9F-33CE-41FF-B7FD-7A4A236C9E50}"/>
              </a:ext>
            </a:extLst>
          </p:cNvPr>
          <p:cNvSpPr txBox="1">
            <a:spLocks/>
          </p:cNvSpPr>
          <p:nvPr/>
        </p:nvSpPr>
        <p:spPr>
          <a:xfrm>
            <a:off x="6990347" y="1949115"/>
            <a:ext cx="4584134" cy="3838071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3200" dirty="0"/>
              <a:t>普 通 形（ナＡ／Ｎ）＋でしょうか</a:t>
            </a:r>
            <a:endParaRPr lang="vi-VN" altLang="ja-JP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367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600" b="1">
                <a:solidFill>
                  <a:srgbClr val="C00000"/>
                </a:solidFill>
              </a:rPr>
              <a:t>～</a:t>
            </a:r>
            <a:r>
              <a:rPr lang="ja-JP" altLang="en-US" sz="4000"/>
              <a:t> </a:t>
            </a:r>
            <a:r>
              <a:rPr lang="ja-JP" altLang="en-US" sz="6000" b="1">
                <a:solidFill>
                  <a:srgbClr val="C00000"/>
                </a:solidFill>
              </a:rPr>
              <a:t>でしょうか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196331" cy="549281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Ａ ：この靴 の 修 理をお願いしたいん　ですが</a:t>
            </a:r>
            <a:r>
              <a:rPr lang="en-US" altLang="ja-JP" sz="2800" dirty="0"/>
              <a:t>……</a:t>
            </a:r>
            <a:r>
              <a:rPr lang="ja-JP" altLang="en-US" sz="2800" dirty="0"/>
              <a:t>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店員：はい。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Ａ ：どのくらい時間が</a:t>
            </a:r>
            <a:r>
              <a:rPr lang="en-US" altLang="ja-JP" sz="2800" dirty="0"/>
              <a:t>_______________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 店員：えー、</a:t>
            </a:r>
            <a:r>
              <a:rPr lang="en-US" altLang="ja-JP" sz="2800" dirty="0"/>
              <a:t>5 </a:t>
            </a:r>
            <a:r>
              <a:rPr lang="ja-JP" altLang="en-US" sz="2800" dirty="0"/>
              <a:t>分ぐらいでできますよ。 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4784558" y="3949852"/>
            <a:ext cx="2622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かかるでしょうか。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7170" name="Picture 2" descr="靴を修理している人のイラスト">
            <a:extLst>
              <a:ext uri="{FF2B5EF4-FFF2-40B4-BE49-F238E27FC236}">
                <a16:creationId xmlns:a16="http://schemas.microsoft.com/office/drawing/2014/main" id="{716FD3CF-897F-404C-A407-7D9709F41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264" y="1600276"/>
            <a:ext cx="3868153" cy="386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54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600" b="1">
                <a:solidFill>
                  <a:srgbClr val="C00000"/>
                </a:solidFill>
              </a:rPr>
              <a:t>～</a:t>
            </a:r>
            <a:r>
              <a:rPr lang="ja-JP" altLang="en-US" sz="4000"/>
              <a:t> </a:t>
            </a:r>
            <a:r>
              <a:rPr lang="ja-JP" altLang="en-US" sz="6000" b="1">
                <a:solidFill>
                  <a:srgbClr val="C00000"/>
                </a:solidFill>
              </a:rPr>
              <a:t>でしょうか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6864460" cy="549281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電話で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r>
              <a:rPr lang="ja-JP" altLang="en-US" sz="2800" dirty="0"/>
              <a:t>　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店員：はい、レストランさくらです。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　Ａ ：すみません、そちらへ行きたいんですが、駅からの道を教えて＿＿＿＿＿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＿＿＿＿＿＿＿＿＿＿。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815867" y="4464490"/>
            <a:ext cx="3503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もらえないでしょうか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8194" name="Picture 2" descr="ファミリーレストランのイラスト">
            <a:extLst>
              <a:ext uri="{FF2B5EF4-FFF2-40B4-BE49-F238E27FC236}">
                <a16:creationId xmlns:a16="http://schemas.microsoft.com/office/drawing/2014/main" id="{0C9FF6F2-2EA8-4F24-A456-3051361DC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539" y="1534801"/>
            <a:ext cx="3975662" cy="397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7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600" b="1">
                <a:solidFill>
                  <a:srgbClr val="C00000"/>
                </a:solidFill>
              </a:rPr>
              <a:t>～</a:t>
            </a:r>
            <a:r>
              <a:rPr lang="ja-JP" altLang="en-US" sz="4000"/>
              <a:t> </a:t>
            </a:r>
            <a:r>
              <a:rPr lang="ja-JP" altLang="en-US" sz="6000" b="1">
                <a:solidFill>
                  <a:srgbClr val="C00000"/>
                </a:solidFill>
              </a:rPr>
              <a:t>でしょうか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957" y="1521465"/>
            <a:ext cx="6039854" cy="447026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料理教室に電話をかける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r>
              <a:rPr lang="ja-JP" altLang="en-US" sz="2800" dirty="0"/>
              <a:t>　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 初めて参加 するんですが、何か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必要なものが＿＿＿＿＿＿＿。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983833" y="3958391"/>
            <a:ext cx="2634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あるでしょうか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8194" name="Picture 2" descr="料理教室】の画像素材(40101408) | イラスト素材ならイメージナビ">
            <a:extLst>
              <a:ext uri="{FF2B5EF4-FFF2-40B4-BE49-F238E27FC236}">
                <a16:creationId xmlns:a16="http://schemas.microsoft.com/office/drawing/2014/main" id="{AB945333-1C64-4B71-918F-7F087E1EB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40" y="1521465"/>
            <a:ext cx="4545063" cy="417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556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6600" b="1">
                <a:solidFill>
                  <a:srgbClr val="C00000"/>
                </a:solidFill>
              </a:rPr>
              <a:t>～</a:t>
            </a:r>
            <a:r>
              <a:rPr lang="ja-JP" altLang="en-US" sz="4000"/>
              <a:t> </a:t>
            </a:r>
            <a:r>
              <a:rPr lang="ja-JP" altLang="en-US" sz="6000" b="1">
                <a:solidFill>
                  <a:srgbClr val="C00000"/>
                </a:solidFill>
              </a:rPr>
              <a:t>でしょうか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653" y="1649442"/>
            <a:ext cx="7713689" cy="412683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>
                <a:solidFill>
                  <a:srgbClr val="FF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知らない人にアンケートをお願いする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vi-VN" altLang="ja-JP" sz="2800" dirty="0"/>
              <a:t>   </a:t>
            </a:r>
            <a:r>
              <a:rPr lang="ja-JP" altLang="en-US" sz="2800" dirty="0"/>
              <a:t>今、漢字学習 について調べているんです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が、アンケートをお願い＿＿＿＿＿＿＿＿＿。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324AF-8B15-4986-8D55-9E2635DECBFB}"/>
              </a:ext>
            </a:extLst>
          </p:cNvPr>
          <p:cNvSpPr txBox="1"/>
          <p:nvPr/>
        </p:nvSpPr>
        <p:spPr>
          <a:xfrm>
            <a:off x="4481038" y="3482027"/>
            <a:ext cx="417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できないあるでしょうか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9218" name="Picture 2" descr="イラスト】みんなの日本語17課 | にほんご教師ピック">
            <a:extLst>
              <a:ext uri="{FF2B5EF4-FFF2-40B4-BE49-F238E27FC236}">
                <a16:creationId xmlns:a16="http://schemas.microsoft.com/office/drawing/2014/main" id="{79CA119E-8831-454D-B324-0973A9E03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457" y="2597494"/>
            <a:ext cx="3151348" cy="22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20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P34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A67A4128-613F-40C2-A1EF-7436CCEDE11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530341"/>
            <a:ext cx="10943610" cy="4088405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2D726685-5549-4CAD-8663-53B0EC976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93350"/>
            <a:ext cx="10905066" cy="3871298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69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866274"/>
            <a:ext cx="11141242" cy="429635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店の人にやら書く希望を伝えるときに使える表現</a:t>
            </a: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―16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</a:t>
            </a:r>
            <a:r>
              <a:rPr lang="ja-JP" altLang="en-US" sz="2800" b="1" dirty="0">
                <a:solidFill>
                  <a:srgbClr val="A11D2B"/>
                </a:solidFill>
              </a:rPr>
              <a:t>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46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6507</TotalTime>
  <Words>1451</Words>
  <Application>Microsoft Office PowerPoint</Application>
  <PresentationFormat>Widescreen</PresentationFormat>
  <Paragraphs>179</Paragraphs>
  <Slides>24</Slides>
  <Notes>19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第2課</vt:lpstr>
      <vt:lpstr>PowerPoint Presentation</vt:lpstr>
      <vt:lpstr> こんなときどうする？　（P29）</vt:lpstr>
      <vt:lpstr>PowerPoint Presentation</vt:lpstr>
      <vt:lpstr> こんなときどうする？　（P29）</vt:lpstr>
      <vt:lpstr> こんなときどうする？　（P29）</vt:lpstr>
      <vt:lpstr>答えてみて　</vt:lpstr>
      <vt:lpstr>答えてみて　</vt:lpstr>
      <vt:lpstr>（       ）に入る言葉を選ら んでください。</vt:lpstr>
      <vt:lpstr>使ってみよう4              文法1.2（33ページ）</vt:lpstr>
      <vt:lpstr>～ ということだ</vt:lpstr>
      <vt:lpstr>～ ということだ</vt:lpstr>
      <vt:lpstr>～ ということだ</vt:lpstr>
      <vt:lpstr>～ ということだ</vt:lpstr>
      <vt:lpstr>～ ということだ</vt:lpstr>
      <vt:lpstr>例文（P33）</vt:lpstr>
      <vt:lpstr>～ でしょうか</vt:lpstr>
      <vt:lpstr>～ でしょうか</vt:lpstr>
      <vt:lpstr>～ でしょうか</vt:lpstr>
      <vt:lpstr>～ でしょうか</vt:lpstr>
      <vt:lpstr>～ でしょうか</vt:lpstr>
      <vt:lpstr>例文（P34）</vt:lpstr>
      <vt:lpstr>PowerPoint Presentation</vt:lpstr>
      <vt:lpstr>店の人にやら書く希望を伝えるときに使える表現（ワークブック―16ページ）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2021-09-17T01:40:32Z</dcterms:modified>
</cp:coreProperties>
</file>