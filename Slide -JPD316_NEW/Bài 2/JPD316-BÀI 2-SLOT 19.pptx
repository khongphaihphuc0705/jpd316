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454" r:id="rId3"/>
    <p:sldId id="370" r:id="rId4"/>
    <p:sldId id="561" r:id="rId5"/>
    <p:sldId id="5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5E9C53"/>
    <a:srgbClr val="D9910B"/>
    <a:srgbClr val="A11D2B"/>
    <a:srgbClr val="256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5E066D71-DEDF-4A7F-88F4-F762EC6F0D22}"/>
    <pc:docChg chg="delSld">
      <pc:chgData name="Le Thi Kim Oanh (FE FPTU CT)" userId="33772939-cd87-45c1-be61-e0648bc25a53" providerId="ADAL" clId="{5E066D71-DEDF-4A7F-88F4-F762EC6F0D22}" dt="2021-09-14T13:10:48.505" v="0" actId="47"/>
      <pc:docMkLst>
        <pc:docMk/>
      </pc:docMkLst>
      <pc:sldChg chg="del">
        <pc:chgData name="Le Thi Kim Oanh (FE FPTU CT)" userId="33772939-cd87-45c1-be61-e0648bc25a53" providerId="ADAL" clId="{5E066D71-DEDF-4A7F-88F4-F762EC6F0D22}" dt="2021-09-14T13:10:48.505" v="0" actId="47"/>
        <pc:sldMkLst>
          <pc:docMk/>
          <pc:sldMk cId="2743263029" sldId="563"/>
        </pc:sldMkLst>
      </pc:sldChg>
      <pc:sldChg chg="del">
        <pc:chgData name="Le Thi Kim Oanh (FE FPTU CT)" userId="33772939-cd87-45c1-be61-e0648bc25a53" providerId="ADAL" clId="{5E066D71-DEDF-4A7F-88F4-F762EC6F0D22}" dt="2021-09-14T13:10:48.505" v="0" actId="47"/>
        <pc:sldMkLst>
          <pc:docMk/>
          <pc:sldMk cId="1986371190" sldId="5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56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4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32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9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1404867"/>
            <a:ext cx="5530516" cy="11526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第</a:t>
            </a:r>
            <a:r>
              <a:rPr lang="en-US" altLang="ja-JP" sz="5400" b="1" dirty="0">
                <a:solidFill>
                  <a:srgbClr val="C00000"/>
                </a:solidFill>
              </a:rPr>
              <a:t>2</a:t>
            </a:r>
            <a:r>
              <a:rPr lang="ja-JP" altLang="en-US" sz="5400" b="1" dirty="0">
                <a:solidFill>
                  <a:srgbClr val="C00000"/>
                </a:solidFill>
              </a:rPr>
              <a:t>課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4446107"/>
            <a:ext cx="10806588" cy="1702030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FF0000"/>
                </a:solidFill>
              </a:rPr>
              <a:t>楽しい食事・上手な買いもの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9" y="186151"/>
            <a:ext cx="5130799" cy="538733"/>
          </a:xfrm>
          <a:prstGeom prst="rect">
            <a:avLst/>
          </a:prstGeom>
        </p:spPr>
      </p:pic>
      <p:pic>
        <p:nvPicPr>
          <p:cNvPr id="2" name="Picture 2" descr="デパート・百貨店のイラスト">
            <a:extLst>
              <a:ext uri="{FF2B5EF4-FFF2-40B4-BE49-F238E27FC236}">
                <a16:creationId xmlns:a16="http://schemas.microsoft.com/office/drawing/2014/main" id="{E73D8F75-929F-4554-85D6-EB82268D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8267" y="186151"/>
            <a:ext cx="4073805" cy="40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F1CC5-A7F7-490D-BDDC-7FCEE6297DE2}"/>
              </a:ext>
            </a:extLst>
          </p:cNvPr>
          <p:cNvSpPr txBox="1"/>
          <p:nvPr/>
        </p:nvSpPr>
        <p:spPr>
          <a:xfrm>
            <a:off x="5253789" y="6334288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OANHLTK18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02500" y="2899774"/>
            <a:ext cx="4021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やってみよう（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34</a:t>
            </a:r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）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19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02500" y="1675612"/>
            <a:ext cx="3680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やってみよう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32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507800" y="3869066"/>
            <a:ext cx="3807399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582461" y="4115185"/>
            <a:ext cx="3263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やってみよう（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35</a:t>
            </a:r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）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7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3" y="1665514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32</a:t>
            </a:r>
            <a:r>
              <a:rPr lang="ja-JP" altLang="en-US" sz="4000" b="1" dirty="0">
                <a:solidFill>
                  <a:srgbClr val="A11D2B"/>
                </a:solidFill>
              </a:rPr>
              <a:t>ページ）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3200" b="1" dirty="0">
                <a:solidFill>
                  <a:srgbClr val="A11D2B"/>
                </a:solidFill>
              </a:rPr>
              <a:t>友達が知りたいと思っているお店を聞いて情報を教えてましょう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04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3" y="1665514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34</a:t>
            </a:r>
            <a:r>
              <a:rPr lang="ja-JP" altLang="en-US" sz="4000" b="1" dirty="0">
                <a:solidFill>
                  <a:srgbClr val="A11D2B"/>
                </a:solidFill>
              </a:rPr>
              <a:t>ページ）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3200" b="1" dirty="0">
                <a:solidFill>
                  <a:srgbClr val="A11D2B"/>
                </a:solidFill>
              </a:rPr>
              <a:t>店の人に配達を頼みましょう。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01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3" y="1665514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35</a:t>
            </a:r>
            <a:r>
              <a:rPr lang="ja-JP" altLang="en-US" sz="4000" b="1" dirty="0">
                <a:solidFill>
                  <a:srgbClr val="A11D2B"/>
                </a:solidFill>
              </a:rPr>
              <a:t>ページ）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3200" b="1" dirty="0">
                <a:solidFill>
                  <a:srgbClr val="A11D2B"/>
                </a:solidFill>
              </a:rPr>
              <a:t>クラスで買い物エピソードを作りましょう。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89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6502</TotalTime>
  <Words>164</Words>
  <Application>Microsoft Office PowerPoint</Application>
  <PresentationFormat>Widescreen</PresentationFormat>
  <Paragraphs>23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第2課</vt:lpstr>
      <vt:lpstr>PowerPoint Presentation</vt:lpstr>
      <vt:lpstr>やってみよう（32ページ）  友達が知りたいと思っているお店を聞いて情報を教えてましょう</vt:lpstr>
      <vt:lpstr>やってみよう（34ページ）  店の人に配達を頼みましょう。</vt:lpstr>
      <vt:lpstr>やってみよう（35ページ）  クラスで買い物エピソードを作りましょう。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5</cp:revision>
  <dcterms:created xsi:type="dcterms:W3CDTF">2021-07-16T02:45:36Z</dcterms:created>
  <dcterms:modified xsi:type="dcterms:W3CDTF">2021-09-14T13:10:50Z</dcterms:modified>
</cp:coreProperties>
</file>