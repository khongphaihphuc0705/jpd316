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443" r:id="rId3"/>
    <p:sldId id="498" r:id="rId4"/>
    <p:sldId id="499" r:id="rId5"/>
    <p:sldId id="434" r:id="rId6"/>
    <p:sldId id="550" r:id="rId7"/>
    <p:sldId id="551" r:id="rId8"/>
    <p:sldId id="552" r:id="rId9"/>
    <p:sldId id="516" r:id="rId10"/>
    <p:sldId id="553" r:id="rId11"/>
    <p:sldId id="554" r:id="rId12"/>
    <p:sldId id="555" r:id="rId13"/>
    <p:sldId id="556" r:id="rId14"/>
    <p:sldId id="557" r:id="rId15"/>
    <p:sldId id="558" r:id="rId16"/>
    <p:sldId id="559" r:id="rId17"/>
    <p:sldId id="532" r:id="rId18"/>
    <p:sldId id="561" r:id="rId19"/>
    <p:sldId id="5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5E9C53"/>
    <a:srgbClr val="D9910B"/>
    <a:srgbClr val="A11D2B"/>
    <a:srgbClr val="256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4614C5-7D6F-43C3-88F1-E35BAC4D578E}" v="5" dt="2021-09-17T01:34:37.7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3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114614C5-7D6F-43C3-88F1-E35BAC4D578E}"/>
    <pc:docChg chg="custSel addSld modSld sldOrd">
      <pc:chgData name="Le Thi Kim Oanh (FE FPTU CT)" userId="33772939-cd87-45c1-be61-e0648bc25a53" providerId="ADAL" clId="{114614C5-7D6F-43C3-88F1-E35BAC4D578E}" dt="2021-09-17T01:40:46.501" v="197" actId="26606"/>
      <pc:docMkLst>
        <pc:docMk/>
      </pc:docMkLst>
      <pc:sldChg chg="modSp mod">
        <pc:chgData name="Le Thi Kim Oanh (FE FPTU CT)" userId="33772939-cd87-45c1-be61-e0648bc25a53" providerId="ADAL" clId="{114614C5-7D6F-43C3-88F1-E35BAC4D578E}" dt="2021-09-13T11:28:42.280" v="171" actId="207"/>
        <pc:sldMkLst>
          <pc:docMk/>
          <pc:sldMk cId="535750892" sldId="498"/>
        </pc:sldMkLst>
        <pc:spChg chg="mod">
          <ac:chgData name="Le Thi Kim Oanh (FE FPTU CT)" userId="33772939-cd87-45c1-be61-e0648bc25a53" providerId="ADAL" clId="{114614C5-7D6F-43C3-88F1-E35BAC4D578E}" dt="2021-09-13T11:28:42.280" v="171" actId="207"/>
          <ac:spMkLst>
            <pc:docMk/>
            <pc:sldMk cId="535750892" sldId="498"/>
            <ac:spMk id="3" creationId="{00000000-0000-0000-0000-000000000000}"/>
          </ac:spMkLst>
        </pc:spChg>
        <pc:picChg chg="mod">
          <ac:chgData name="Le Thi Kim Oanh (FE FPTU CT)" userId="33772939-cd87-45c1-be61-e0648bc25a53" providerId="ADAL" clId="{114614C5-7D6F-43C3-88F1-E35BAC4D578E}" dt="2021-09-13T11:28:27.060" v="168" actId="14100"/>
          <ac:picMkLst>
            <pc:docMk/>
            <pc:sldMk cId="535750892" sldId="498"/>
            <ac:picMk id="2050" creationId="{ED84E04A-FFF9-4B9F-A0F0-C26CFF0CF743}"/>
          </ac:picMkLst>
        </pc:picChg>
      </pc:sldChg>
      <pc:sldChg chg="addSp delSp modSp add mod ord">
        <pc:chgData name="Le Thi Kim Oanh (FE FPTU CT)" userId="33772939-cd87-45c1-be61-e0648bc25a53" providerId="ADAL" clId="{114614C5-7D6F-43C3-88F1-E35BAC4D578E}" dt="2021-09-13T11:30:30.202" v="187" actId="1076"/>
        <pc:sldMkLst>
          <pc:docMk/>
          <pc:sldMk cId="3766553441" sldId="532"/>
        </pc:sldMkLst>
        <pc:spChg chg="mod">
          <ac:chgData name="Le Thi Kim Oanh (FE FPTU CT)" userId="33772939-cd87-45c1-be61-e0648bc25a53" providerId="ADAL" clId="{114614C5-7D6F-43C3-88F1-E35BAC4D578E}" dt="2021-09-13T11:29:52.377" v="175" actId="20577"/>
          <ac:spMkLst>
            <pc:docMk/>
            <pc:sldMk cId="3766553441" sldId="53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114614C5-7D6F-43C3-88F1-E35BAC4D578E}" dt="2021-09-13T11:30:01.144" v="177" actId="931"/>
          <ac:spMkLst>
            <pc:docMk/>
            <pc:sldMk cId="3766553441" sldId="532"/>
            <ac:spMk id="4" creationId="{74ECBA78-183B-4580-B587-31820AB39729}"/>
          </ac:spMkLst>
        </pc:spChg>
        <pc:picChg chg="del">
          <ac:chgData name="Le Thi Kim Oanh (FE FPTU CT)" userId="33772939-cd87-45c1-be61-e0648bc25a53" providerId="ADAL" clId="{114614C5-7D6F-43C3-88F1-E35BAC4D578E}" dt="2021-09-13T11:29:54.470" v="176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114614C5-7D6F-43C3-88F1-E35BAC4D578E}" dt="2021-09-13T11:30:30.202" v="187" actId="1076"/>
          <ac:picMkLst>
            <pc:docMk/>
            <pc:sldMk cId="3766553441" sldId="532"/>
            <ac:picMk id="7" creationId="{CD172B38-EEDE-45EC-8565-135A1A362AFD}"/>
          </ac:picMkLst>
        </pc:picChg>
      </pc:sldChg>
      <pc:sldChg chg="addSp delSp modSp new mod setBg modClrScheme chgLayout">
        <pc:chgData name="Le Thi Kim Oanh (FE FPTU CT)" userId="33772939-cd87-45c1-be61-e0648bc25a53" providerId="ADAL" clId="{114614C5-7D6F-43C3-88F1-E35BAC4D578E}" dt="2021-09-17T01:40:46.501" v="197" actId="26606"/>
        <pc:sldMkLst>
          <pc:docMk/>
          <pc:sldMk cId="4021517742" sldId="561"/>
        </pc:sldMkLst>
        <pc:spChg chg="del">
          <ac:chgData name="Le Thi Kim Oanh (FE FPTU CT)" userId="33772939-cd87-45c1-be61-e0648bc25a53" providerId="ADAL" clId="{114614C5-7D6F-43C3-88F1-E35BAC4D578E}" dt="2021-09-17T01:32:33.545" v="189" actId="700"/>
          <ac:spMkLst>
            <pc:docMk/>
            <pc:sldMk cId="4021517742" sldId="561"/>
            <ac:spMk id="2" creationId="{3D7414D3-B92A-4EA1-9E8F-858B7C2E2D57}"/>
          </ac:spMkLst>
        </pc:spChg>
        <pc:spChg chg="del">
          <ac:chgData name="Le Thi Kim Oanh (FE FPTU CT)" userId="33772939-cd87-45c1-be61-e0648bc25a53" providerId="ADAL" clId="{114614C5-7D6F-43C3-88F1-E35BAC4D578E}" dt="2021-09-17T01:32:33.545" v="189" actId="700"/>
          <ac:spMkLst>
            <pc:docMk/>
            <pc:sldMk cId="4021517742" sldId="561"/>
            <ac:spMk id="3" creationId="{920DDED1-5F7A-45AF-B068-A45CEDE06273}"/>
          </ac:spMkLst>
        </pc:spChg>
        <pc:spChg chg="del">
          <ac:chgData name="Le Thi Kim Oanh (FE FPTU CT)" userId="33772939-cd87-45c1-be61-e0648bc25a53" providerId="ADAL" clId="{114614C5-7D6F-43C3-88F1-E35BAC4D578E}" dt="2021-09-17T01:32:33.545" v="189" actId="700"/>
          <ac:spMkLst>
            <pc:docMk/>
            <pc:sldMk cId="4021517742" sldId="561"/>
            <ac:spMk id="4" creationId="{3E311D9B-6C95-4C97-931C-F46857341C2B}"/>
          </ac:spMkLst>
        </pc:spChg>
        <pc:spChg chg="add">
          <ac:chgData name="Le Thi Kim Oanh (FE FPTU CT)" userId="33772939-cd87-45c1-be61-e0648bc25a53" providerId="ADAL" clId="{114614C5-7D6F-43C3-88F1-E35BAC4D578E}" dt="2021-09-17T01:40:46.501" v="197" actId="26606"/>
          <ac:spMkLst>
            <pc:docMk/>
            <pc:sldMk cId="4021517742" sldId="561"/>
            <ac:spMk id="11" creationId="{F3060C83-F051-4F0E-ABAD-AA0DFC48B218}"/>
          </ac:spMkLst>
        </pc:spChg>
        <pc:spChg chg="add">
          <ac:chgData name="Le Thi Kim Oanh (FE FPTU CT)" userId="33772939-cd87-45c1-be61-e0648bc25a53" providerId="ADAL" clId="{114614C5-7D6F-43C3-88F1-E35BAC4D578E}" dt="2021-09-17T01:40:46.501" v="197" actId="26606"/>
          <ac:spMkLst>
            <pc:docMk/>
            <pc:sldMk cId="4021517742" sldId="561"/>
            <ac:spMk id="13" creationId="{83C98ABE-055B-441F-B07E-44F97F083C39}"/>
          </ac:spMkLst>
        </pc:spChg>
        <pc:spChg chg="add">
          <ac:chgData name="Le Thi Kim Oanh (FE FPTU CT)" userId="33772939-cd87-45c1-be61-e0648bc25a53" providerId="ADAL" clId="{114614C5-7D6F-43C3-88F1-E35BAC4D578E}" dt="2021-09-17T01:40:46.501" v="197" actId="26606"/>
          <ac:spMkLst>
            <pc:docMk/>
            <pc:sldMk cId="4021517742" sldId="561"/>
            <ac:spMk id="15" creationId="{29FDB030-9B49-4CED-8CCD-4D99382388AC}"/>
          </ac:spMkLst>
        </pc:spChg>
        <pc:spChg chg="add">
          <ac:chgData name="Le Thi Kim Oanh (FE FPTU CT)" userId="33772939-cd87-45c1-be61-e0648bc25a53" providerId="ADAL" clId="{114614C5-7D6F-43C3-88F1-E35BAC4D578E}" dt="2021-09-17T01:40:46.501" v="197" actId="26606"/>
          <ac:spMkLst>
            <pc:docMk/>
            <pc:sldMk cId="4021517742" sldId="561"/>
            <ac:spMk id="17" creationId="{3783CA14-24A1-485C-8B30-D6A5D87987AD}"/>
          </ac:spMkLst>
        </pc:spChg>
        <pc:spChg chg="add">
          <ac:chgData name="Le Thi Kim Oanh (FE FPTU CT)" userId="33772939-cd87-45c1-be61-e0648bc25a53" providerId="ADAL" clId="{114614C5-7D6F-43C3-88F1-E35BAC4D578E}" dt="2021-09-17T01:40:46.501" v="197" actId="26606"/>
          <ac:spMkLst>
            <pc:docMk/>
            <pc:sldMk cId="4021517742" sldId="561"/>
            <ac:spMk id="19" creationId="{9A97C86A-04D6-40F7-AE84-31AB43E6A846}"/>
          </ac:spMkLst>
        </pc:spChg>
        <pc:spChg chg="add">
          <ac:chgData name="Le Thi Kim Oanh (FE FPTU CT)" userId="33772939-cd87-45c1-be61-e0648bc25a53" providerId="ADAL" clId="{114614C5-7D6F-43C3-88F1-E35BAC4D578E}" dt="2021-09-17T01:40:46.501" v="197" actId="26606"/>
          <ac:spMkLst>
            <pc:docMk/>
            <pc:sldMk cId="4021517742" sldId="561"/>
            <ac:spMk id="21" creationId="{FF9F2414-84E8-453E-B1F3-389FDE8192D9}"/>
          </ac:spMkLst>
        </pc:spChg>
        <pc:spChg chg="add">
          <ac:chgData name="Le Thi Kim Oanh (FE FPTU CT)" userId="33772939-cd87-45c1-be61-e0648bc25a53" providerId="ADAL" clId="{114614C5-7D6F-43C3-88F1-E35BAC4D578E}" dt="2021-09-17T01:40:46.501" v="197" actId="26606"/>
          <ac:spMkLst>
            <pc:docMk/>
            <pc:sldMk cId="4021517742" sldId="561"/>
            <ac:spMk id="23" creationId="{3ECA69A1-7536-43AC-85EF-C7106179F5ED}"/>
          </ac:spMkLst>
        </pc:spChg>
        <pc:picChg chg="add mod">
          <ac:chgData name="Le Thi Kim Oanh (FE FPTU CT)" userId="33772939-cd87-45c1-be61-e0648bc25a53" providerId="ADAL" clId="{114614C5-7D6F-43C3-88F1-E35BAC4D578E}" dt="2021-09-17T01:40:46.501" v="197" actId="26606"/>
          <ac:picMkLst>
            <pc:docMk/>
            <pc:sldMk cId="4021517742" sldId="561"/>
            <ac:picMk id="6" creationId="{298DE417-0E41-4759-A913-EA0681EA02B0}"/>
          </ac:picMkLst>
        </pc:picChg>
      </pc:sldChg>
    </pc:docChg>
  </pc:docChgLst>
  <pc:docChgLst>
    <pc:chgData name="Oanh Le Thi Kim  (FE FPTU CT)" userId="33772939-cd87-45c1-be61-e0648bc25a53" providerId="ADAL" clId="{114614C5-7D6F-43C3-88F1-E35BAC4D578E}"/>
    <pc:docChg chg="addSld delSld modSld delSection modSection">
      <pc:chgData name="Oanh Le Thi Kim  (FE FPTU CT)" userId="33772939-cd87-45c1-be61-e0648bc25a53" providerId="ADAL" clId="{114614C5-7D6F-43C3-88F1-E35BAC4D578E}" dt="2021-08-21T11:46:32.549" v="3"/>
      <pc:docMkLst>
        <pc:docMk/>
      </pc:docMkLst>
      <pc:sldChg chg="add del">
        <pc:chgData name="Oanh Le Thi Kim  (FE FPTU CT)" userId="33772939-cd87-45c1-be61-e0648bc25a53" providerId="ADAL" clId="{114614C5-7D6F-43C3-88F1-E35BAC4D578E}" dt="2021-08-21T11:46:32.549" v="3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114614C5-7D6F-43C3-88F1-E35BAC4D578E}" dt="2021-08-08T08:46:40.015" v="1" actId="47"/>
        <pc:sldMkLst>
          <pc:docMk/>
          <pc:sldMk cId="427404198" sldId="37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905524200" sldId="43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114614C5-7D6F-43C3-88F1-E35BAC4D578E}" dt="2021-08-08T08:46:40.015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114614C5-7D6F-43C3-88F1-E35BAC4D578E}" dt="2021-08-08T08:46:40.015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409901795" sldId="48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70069448" sldId="489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614729614" sldId="49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851419260" sldId="49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768076208" sldId="493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365964024" sldId="495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081556552" sldId="50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783505280" sldId="506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841483565" sldId="52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751877675" sldId="523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791423648" sldId="524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989141383" sldId="525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763642849" sldId="526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31976238" sldId="527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192506353" sldId="52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092057956" sldId="529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040785848" sldId="53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681659485" sldId="53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733174323" sldId="53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4256717469" sldId="534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837441371" sldId="535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010122261" sldId="536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02974804" sldId="537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693319192" sldId="53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430155440" sldId="539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615177685" sldId="54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770406131" sldId="54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752467374" sldId="542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081367690" sldId="543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398544092" sldId="544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4158076005" sldId="545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662556945" sldId="546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770987428" sldId="547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960468807" sldId="548"/>
        </pc:sldMkLst>
      </pc:sldChg>
      <pc:sldChg chg="del">
        <pc:chgData name="Oanh Le Thi Kim  (FE FPTU CT)" userId="33772939-cd87-45c1-be61-e0648bc25a53" providerId="ADAL" clId="{114614C5-7D6F-43C3-88F1-E35BAC4D578E}" dt="2021-08-08T08:46:40.015" v="1" actId="47"/>
        <pc:sldMkLst>
          <pc:docMk/>
          <pc:sldMk cId="3018015578" sldId="561"/>
        </pc:sldMkLst>
      </pc:sldChg>
      <pc:sldChg chg="del">
        <pc:chgData name="Oanh Le Thi Kim  (FE FPTU CT)" userId="33772939-cd87-45c1-be61-e0648bc25a53" providerId="ADAL" clId="{114614C5-7D6F-43C3-88F1-E35BAC4D578E}" dt="2021-08-08T08:46:40.015" v="1" actId="47"/>
        <pc:sldMkLst>
          <pc:docMk/>
          <pc:sldMk cId="1213890815" sldId="562"/>
        </pc:sldMkLst>
      </pc:sldChg>
      <pc:sldChg chg="del">
        <pc:chgData name="Oanh Le Thi Kim  (FE FPTU CT)" userId="33772939-cd87-45c1-be61-e0648bc25a53" providerId="ADAL" clId="{114614C5-7D6F-43C3-88F1-E35BAC4D578E}" dt="2021-08-08T08:46:40.015" v="1" actId="47"/>
        <pc:sldMkLst>
          <pc:docMk/>
          <pc:sldMk cId="2743263029" sldId="563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292740812" sldId="564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1769920499" sldId="565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04785947" sldId="566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948741934" sldId="567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721525283" sldId="568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3566389117" sldId="569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4224009424" sldId="570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2234046126" sldId="571"/>
        </pc:sldMkLst>
      </pc:sldChg>
      <pc:sldChg chg="del">
        <pc:chgData name="Oanh Le Thi Kim  (FE FPTU CT)" userId="33772939-cd87-45c1-be61-e0648bc25a53" providerId="ADAL" clId="{114614C5-7D6F-43C3-88F1-E35BAC4D578E}" dt="2021-08-08T08:46:32.605" v="0" actId="47"/>
        <pc:sldMkLst>
          <pc:docMk/>
          <pc:sldMk cId="948520764" sldId="5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47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84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dirty="0"/>
              <a:t>Cho SV trao đổi theo cặp và trình bày trước khi nghe CD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23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１．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とても楽しみにしていました。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２．雑誌で見たブランドの服の福袋です。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３．中にきっといいものが入っているはずだ。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４．高校生が着るようなデザイン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５．ルームメイトにあげました。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６．福袋を買った後で、他の人と中身を交換する人たちもいる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08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01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38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11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59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SV tự điền vào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76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62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072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26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57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82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45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91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1404867"/>
            <a:ext cx="5530516" cy="11526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第</a:t>
            </a:r>
            <a:r>
              <a:rPr lang="en-US" altLang="ja-JP" sz="5400" b="1" dirty="0">
                <a:solidFill>
                  <a:srgbClr val="C00000"/>
                </a:solidFill>
              </a:rPr>
              <a:t>2</a:t>
            </a:r>
            <a:r>
              <a:rPr lang="ja-JP" altLang="en-US" sz="5400" b="1" dirty="0">
                <a:solidFill>
                  <a:srgbClr val="C00000"/>
                </a:solidFill>
              </a:rPr>
              <a:t>課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4446107"/>
            <a:ext cx="10806588" cy="1702030"/>
          </a:xfr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ja-JP" altLang="en-US" sz="4800" b="1" dirty="0">
                <a:solidFill>
                  <a:srgbClr val="FF0000"/>
                </a:solidFill>
              </a:rPr>
              <a:t>楽しい食事・上手な買いもの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9" y="186151"/>
            <a:ext cx="5130799" cy="538733"/>
          </a:xfrm>
          <a:prstGeom prst="rect">
            <a:avLst/>
          </a:prstGeom>
        </p:spPr>
      </p:pic>
      <p:pic>
        <p:nvPicPr>
          <p:cNvPr id="2" name="Picture 2" descr="デパート・百貨店のイラスト">
            <a:extLst>
              <a:ext uri="{FF2B5EF4-FFF2-40B4-BE49-F238E27FC236}">
                <a16:creationId xmlns:a16="http://schemas.microsoft.com/office/drawing/2014/main" id="{E73D8F75-929F-4554-85D6-EB82268DF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8267" y="186151"/>
            <a:ext cx="4073805" cy="407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4F1CC5-A7F7-490D-BDDC-7FCEE6297DE2}"/>
              </a:ext>
            </a:extLst>
          </p:cNvPr>
          <p:cNvSpPr txBox="1"/>
          <p:nvPr/>
        </p:nvSpPr>
        <p:spPr>
          <a:xfrm>
            <a:off x="5253789" y="6334288"/>
            <a:ext cx="168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OANHLTK18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5" name="Right Arrow 32">
            <a:extLst>
              <a:ext uri="{FF2B5EF4-FFF2-40B4-BE49-F238E27FC236}">
                <a16:creationId xmlns:a16="http://schemas.microsoft.com/office/drawing/2014/main" id="{2429D96E-5F83-4BC8-AAF6-1C5FFF81E153}"/>
              </a:ext>
            </a:extLst>
          </p:cNvPr>
          <p:cNvSpPr/>
          <p:nvPr/>
        </p:nvSpPr>
        <p:spPr>
          <a:xfrm>
            <a:off x="3456781" y="2623642"/>
            <a:ext cx="4124825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256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dirty="0">
                <a:solidFill>
                  <a:srgbClr val="D9910B"/>
                </a:solidFill>
              </a:rPr>
              <a:t>CD</a:t>
            </a:r>
            <a:r>
              <a:rPr lang="ja-JP" altLang="en-US" sz="2400" dirty="0">
                <a:solidFill>
                  <a:srgbClr val="D9910B"/>
                </a:solidFill>
              </a:rPr>
              <a:t>：</a:t>
            </a:r>
            <a:r>
              <a:rPr lang="vi-VN" altLang="ja-JP" sz="2400" dirty="0">
                <a:solidFill>
                  <a:srgbClr val="D9910B"/>
                </a:solidFill>
              </a:rPr>
              <a:t>A</a:t>
            </a:r>
            <a:r>
              <a:rPr lang="en-US" altLang="ja-JP" sz="2400" dirty="0">
                <a:solidFill>
                  <a:srgbClr val="D9910B"/>
                </a:solidFill>
              </a:rPr>
              <a:t>08</a:t>
            </a:r>
            <a:endParaRPr lang="ko-KR" altLang="en-US" sz="2400" dirty="0">
              <a:solidFill>
                <a:srgbClr val="D9910B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02500" y="365825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8" y="3784096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5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</a:t>
            </a:r>
            <a:r>
              <a:rPr lang="en-US" altLang="ja-JP" sz="2800" b="1" dirty="0">
                <a:solidFill>
                  <a:srgbClr val="5E9C53"/>
                </a:solidFill>
                <a:cs typeface="Arial" pitchFamily="34" charset="0"/>
              </a:rPr>
              <a:t>35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18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502500" y="1675612"/>
            <a:ext cx="5094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solidFill>
                  <a:srgbClr val="1A1E3B"/>
                </a:solidFill>
                <a:highlight>
                  <a:srgbClr val="FFFF00"/>
                </a:highlight>
                <a:cs typeface="Arial" pitchFamily="34" charset="0"/>
              </a:rPr>
              <a:t>伝えてみよう</a:t>
            </a:r>
            <a:r>
              <a:rPr lang="vi-VN" altLang="ja-JP" sz="24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400" dirty="0">
                <a:solidFill>
                  <a:srgbClr val="1A1E3B"/>
                </a:solidFill>
                <a:cs typeface="Arial" pitchFamily="34" charset="0"/>
              </a:rPr>
              <a:t>29</a:t>
            </a:r>
            <a:r>
              <a:rPr lang="vi-VN" altLang="ja-JP" sz="24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C788273-1AEB-44E3-B90A-617F3F3462B9}"/>
              </a:ext>
            </a:extLst>
          </p:cNvPr>
          <p:cNvSpPr/>
          <p:nvPr/>
        </p:nvSpPr>
        <p:spPr>
          <a:xfrm>
            <a:off x="3502501" y="4655622"/>
            <a:ext cx="320310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1A1E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ACDDE-862D-4FD7-9D73-CD0CDD17E919}"/>
              </a:ext>
            </a:extLst>
          </p:cNvPr>
          <p:cNvSpPr txBox="1"/>
          <p:nvPr/>
        </p:nvSpPr>
        <p:spPr>
          <a:xfrm>
            <a:off x="3732457" y="4725241"/>
            <a:ext cx="2973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D9910B"/>
                </a:solidFill>
                <a:cs typeface="Arial" pitchFamily="34" charset="0"/>
              </a:rPr>
              <a:t>文法</a:t>
            </a:r>
            <a:r>
              <a:rPr lang="ja-JP" altLang="en-US" sz="2800" b="1" dirty="0">
                <a:solidFill>
                  <a:srgbClr val="D9910B"/>
                </a:solidFill>
                <a:cs typeface="Arial" pitchFamily="34" charset="0"/>
              </a:rPr>
              <a:t>：</a:t>
            </a:r>
            <a:r>
              <a:rPr lang="vi-VN" altLang="ja-JP" sz="2800" b="1" dirty="0">
                <a:solidFill>
                  <a:srgbClr val="D9910B"/>
                </a:solidFill>
                <a:cs typeface="Arial" pitchFamily="34" charset="0"/>
              </a:rPr>
              <a:t>1&amp;2</a:t>
            </a:r>
            <a:endParaRPr lang="ko-KR" altLang="en-US" sz="2800" b="1" dirty="0">
              <a:solidFill>
                <a:srgbClr val="D9910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34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811" y="271105"/>
            <a:ext cx="6328610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伝えてみよう</a:t>
            </a:r>
            <a:r>
              <a:rPr lang="vi-VN" altLang="ja-JP" sz="4000" b="1" dirty="0">
                <a:solidFill>
                  <a:srgbClr val="C00000"/>
                </a:solidFill>
              </a:rPr>
              <a:t>(29)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44504" y="2466475"/>
            <a:ext cx="6526317" cy="370572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en-US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1" lang="ja-JP" altLang="en-US" sz="3200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できること</a:t>
            </a:r>
            <a:endParaRPr kumimoji="1" lang="en-US" altLang="ja-JP" sz="3200" dirty="0">
              <a:solidFill>
                <a:srgbClr val="A11D2B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ja-JP" altLang="en-US" sz="2800" dirty="0">
                <a:solidFill>
                  <a:srgbClr val="A11D2B"/>
                </a:solidFill>
                <a:latin typeface="Arial" panose="020B0604020202020204" pitchFamily="34" charset="0"/>
              </a:rPr>
              <a:t>買い物についての経験談を周りの人と共有し、自分の買い物に役に立てることができる。</a:t>
            </a:r>
            <a:endParaRPr kumimoji="1" lang="en-US" altLang="ja-JP" sz="2800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わくわく！ふくぶくろ …(n5)Exciting lucky bags – free web magazine written in easy  Japanese language">
            <a:extLst>
              <a:ext uri="{FF2B5EF4-FFF2-40B4-BE49-F238E27FC236}">
                <a16:creationId xmlns:a16="http://schemas.microsoft.com/office/drawing/2014/main" id="{ED84E04A-FFF9-4B9F-A0F0-C26CFF0CF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821" y="2523290"/>
            <a:ext cx="4507831" cy="342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750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811" y="271105"/>
            <a:ext cx="6328610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伝えてみよう</a:t>
            </a:r>
            <a:r>
              <a:rPr lang="vi-VN" altLang="ja-JP" sz="4000" b="1" dirty="0">
                <a:solidFill>
                  <a:srgbClr val="C00000"/>
                </a:solidFill>
              </a:rPr>
              <a:t>(</a:t>
            </a:r>
            <a:r>
              <a:rPr lang="en-US" altLang="ja-JP" sz="4000" b="1" dirty="0">
                <a:solidFill>
                  <a:srgbClr val="C00000"/>
                </a:solidFill>
              </a:rPr>
              <a:t>29</a:t>
            </a:r>
            <a:r>
              <a:rPr lang="vi-VN" altLang="ja-JP" sz="4000" b="1" dirty="0">
                <a:solidFill>
                  <a:srgbClr val="C00000"/>
                </a:solidFill>
              </a:rPr>
              <a:t>)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13612" y="2501968"/>
            <a:ext cx="6328610" cy="2690060"/>
          </a:xfrm>
          <a:prstGeom prst="rect">
            <a:avLst/>
          </a:prstGeom>
          <a:solidFill>
            <a:srgbClr val="D9910B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よく買い物をしますか。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今までの買い物の中で、「いい買い物をしたなぁ」、「失敗した買い物だったなぁ」ということがありましたか。</a:t>
            </a: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買い物依存症のイラスト">
            <a:extLst>
              <a:ext uri="{FF2B5EF4-FFF2-40B4-BE49-F238E27FC236}">
                <a16:creationId xmlns:a16="http://schemas.microsoft.com/office/drawing/2014/main" id="{DEDD83D1-14F4-44BE-846A-0AC9BC02D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328" y="1341521"/>
            <a:ext cx="2690060" cy="269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たくさん買い物をする家族のイラスト（東南アジア人）">
            <a:extLst>
              <a:ext uri="{FF2B5EF4-FFF2-40B4-BE49-F238E27FC236}">
                <a16:creationId xmlns:a16="http://schemas.microsoft.com/office/drawing/2014/main" id="{BD309BE4-19E0-461B-BA1B-E920D4238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783" y="3825742"/>
            <a:ext cx="3014912" cy="301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2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5685" y="114695"/>
            <a:ext cx="5546557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伝えてみよう</a:t>
            </a:r>
            <a:r>
              <a:rPr lang="vi-VN" altLang="ja-JP" sz="4000" b="1" dirty="0">
                <a:solidFill>
                  <a:srgbClr val="C00000"/>
                </a:solidFill>
              </a:rPr>
              <a:t>(</a:t>
            </a:r>
            <a:r>
              <a:rPr lang="en-US" altLang="ja-JP" sz="4000" b="1" dirty="0">
                <a:solidFill>
                  <a:srgbClr val="C00000"/>
                </a:solidFill>
              </a:rPr>
              <a:t>29</a:t>
            </a:r>
            <a:r>
              <a:rPr lang="vi-VN" altLang="ja-JP" sz="4000" b="1" dirty="0">
                <a:solidFill>
                  <a:srgbClr val="C00000"/>
                </a:solidFill>
              </a:rPr>
              <a:t>)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06891" y="1528011"/>
            <a:ext cx="8368667" cy="4656221"/>
          </a:xfrm>
          <a:prstGeom prst="rect">
            <a:avLst/>
          </a:prstGeom>
          <a:solidFill>
            <a:srgbClr val="D9910B"/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ja-JP" alt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この人は福袋を買う前、どんな気持ちでしたか。</a:t>
            </a:r>
            <a:endParaRPr lang="en-US" altLang="ja-JP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この人が買った福袋はどんな福袋でしたか。</a:t>
            </a:r>
            <a:endParaRPr lang="en-US" altLang="ja-JP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この人は福袋を買ったとき、どう思いましたか</a:t>
            </a:r>
            <a:endParaRPr lang="en-US" altLang="ja-JP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en-US" altLang="ja-JP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中に入っていた服はどんな服でしたか。</a:t>
            </a:r>
            <a:endParaRPr lang="en-US" altLang="ja-JP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この人は買った服をどうしましたか。</a:t>
            </a:r>
            <a:endParaRPr lang="en-US" altLang="ja-JP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endParaRPr lang="ja-JP" altLang="en-US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この人は日本人の友達からどんな話を聞きましたか。</a:t>
            </a:r>
          </a:p>
          <a:p>
            <a:pPr marL="0" indent="0">
              <a:buNone/>
            </a:pPr>
            <a:endParaRPr kumimoji="1" lang="en-US" altLang="ja-JP" sz="2800" dirty="0">
              <a:solidFill>
                <a:srgbClr val="000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pic>
        <p:nvPicPr>
          <p:cNvPr id="1026" name="Picture 2" descr="福袋を持った女性のイラスト">
            <a:extLst>
              <a:ext uri="{FF2B5EF4-FFF2-40B4-BE49-F238E27FC236}">
                <a16:creationId xmlns:a16="http://schemas.microsoft.com/office/drawing/2014/main" id="{D089BE8A-68E4-46D1-9034-36115C58F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510" y="1528011"/>
            <a:ext cx="2888179" cy="2888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D43C94-6339-4534-9F4B-5E3605F84BF7}"/>
              </a:ext>
            </a:extLst>
          </p:cNvPr>
          <p:cNvSpPr txBox="1"/>
          <p:nvPr/>
        </p:nvSpPr>
        <p:spPr>
          <a:xfrm>
            <a:off x="9257299" y="4620804"/>
            <a:ext cx="2514599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highlight>
                  <a:srgbClr val="FFFF00"/>
                </a:highlight>
              </a:rPr>
              <a:t>ふくぶくろ</a:t>
            </a:r>
            <a:endParaRPr lang="en-US" sz="2800" dirty="0">
              <a:highlight>
                <a:srgbClr val="FFFF00"/>
              </a:highlight>
            </a:endParaRPr>
          </a:p>
        </p:txBody>
      </p:sp>
      <p:pic>
        <p:nvPicPr>
          <p:cNvPr id="5" name="08 Track 8">
            <a:hlinkClick r:id="" action="ppaction://media"/>
            <a:extLst>
              <a:ext uri="{FF2B5EF4-FFF2-40B4-BE49-F238E27FC236}">
                <a16:creationId xmlns:a16="http://schemas.microsoft.com/office/drawing/2014/main" id="{5C05195C-70C5-438F-9ED6-502795F92B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14021" y="218634"/>
            <a:ext cx="986590" cy="98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3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9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800" b="1" dirty="0">
                <a:solidFill>
                  <a:srgbClr val="C00000"/>
                </a:solidFill>
              </a:rPr>
              <a:t> </a:t>
            </a:r>
            <a:r>
              <a:rPr lang="ja-JP" altLang="en-US" sz="4400" b="1" dirty="0">
                <a:solidFill>
                  <a:srgbClr val="C00000"/>
                </a:solidFill>
              </a:rPr>
              <a:t>はずだ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405464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（理由があって）～だと強く思っている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＊話している人の行動 には使わない</a:t>
            </a:r>
            <a:endParaRPr lang="en-US" altLang="ja-JP" sz="2400" dirty="0"/>
          </a:p>
          <a:p>
            <a:pPr marL="0" indent="0">
              <a:buNone/>
            </a:pPr>
            <a:r>
              <a:rPr lang="vi-VN" altLang="ja-JP" sz="2800" b="1" dirty="0">
                <a:solidFill>
                  <a:srgbClr val="A11D2B"/>
                </a:solidFill>
              </a:rPr>
              <a:t>Cho rằng, nghĩ rằng (nhất định là)</a:t>
            </a:r>
            <a:endParaRPr lang="en-US" altLang="ja-JP" sz="28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26A8F9F-33CE-41FF-B7FD-7A4A236C9E50}"/>
              </a:ext>
            </a:extLst>
          </p:cNvPr>
          <p:cNvSpPr txBox="1">
            <a:spLocks/>
          </p:cNvSpPr>
          <p:nvPr/>
        </p:nvSpPr>
        <p:spPr>
          <a:xfrm>
            <a:off x="6424864" y="1828801"/>
            <a:ext cx="5149618" cy="3958386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普通形 </a:t>
            </a:r>
            <a:r>
              <a:rPr lang="vi-VN" altLang="ja-JP" sz="2800" dirty="0"/>
              <a:t>(</a:t>
            </a:r>
            <a:r>
              <a:rPr lang="ja-JP" altLang="en-US" sz="2800" dirty="0"/>
              <a:t>ナＡな・ナＡである／Ｎの・Ｎである）＋はずだ</a:t>
            </a:r>
            <a:endParaRPr lang="vi-VN" altLang="ja-JP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793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8000" b="1" dirty="0">
                <a:solidFill>
                  <a:srgbClr val="C00000"/>
                </a:solidFill>
              </a:rPr>
              <a:t>～</a:t>
            </a:r>
            <a:r>
              <a:rPr lang="ja-JP" altLang="en-US" sz="7200" b="1" dirty="0">
                <a:solidFill>
                  <a:srgbClr val="C00000"/>
                </a:solidFill>
              </a:rPr>
              <a:t> </a:t>
            </a:r>
            <a:r>
              <a:rPr lang="ja-JP" altLang="en-US" sz="6600" b="1" dirty="0">
                <a:solidFill>
                  <a:srgbClr val="C00000"/>
                </a:solidFill>
              </a:rPr>
              <a:t>はずだ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174052"/>
            <a:ext cx="7184300" cy="549281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b="1" dirty="0">
                <a:solidFill>
                  <a:srgbClr val="C0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学校で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  <a:endParaRPr lang="vi-VN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Ａ：木村さんはいますか。 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Ｂ：ここに木村さんのかばんがあるから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、</a:t>
            </a:r>
            <a:r>
              <a:rPr lang="vi-VN" altLang="ja-JP" sz="2800" dirty="0"/>
              <a:t>_________</a:t>
            </a:r>
            <a:r>
              <a:rPr lang="ja-JP" altLang="en-US" sz="2800" dirty="0"/>
              <a:t>はずだよ。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Ａ：だれか、韓 国 語を話せる人はいない？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Ｂ：田中さんは韓国に留学していたから、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韓 国 語 が＿＿＿＿＿＿はずだよ。</a:t>
            </a: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1491918" y="2583858"/>
            <a:ext cx="107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いる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145A4-74F5-46D8-86E8-7215F6F80A07}"/>
              </a:ext>
            </a:extLst>
          </p:cNvPr>
          <p:cNvSpPr txBox="1"/>
          <p:nvPr/>
        </p:nvSpPr>
        <p:spPr>
          <a:xfrm>
            <a:off x="2860064" y="5222283"/>
            <a:ext cx="1356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上手な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3074" name="Picture 2" descr="授業中の学生のイラスト">
            <a:extLst>
              <a:ext uri="{FF2B5EF4-FFF2-40B4-BE49-F238E27FC236}">
                <a16:creationId xmlns:a16="http://schemas.microsoft.com/office/drawing/2014/main" id="{0F9333E8-D8ED-4CD4-A0DC-5519F138F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113" y="2268439"/>
            <a:ext cx="3311692" cy="331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05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8000" b="1" dirty="0">
                <a:solidFill>
                  <a:srgbClr val="C00000"/>
                </a:solidFill>
              </a:rPr>
              <a:t>～</a:t>
            </a:r>
            <a:r>
              <a:rPr lang="ja-JP" altLang="en-US" sz="7200" b="1" dirty="0">
                <a:solidFill>
                  <a:srgbClr val="C00000"/>
                </a:solidFill>
              </a:rPr>
              <a:t> </a:t>
            </a:r>
            <a:r>
              <a:rPr lang="ja-JP" altLang="en-US" sz="6600" b="1" dirty="0">
                <a:solidFill>
                  <a:srgbClr val="C00000"/>
                </a:solidFill>
              </a:rPr>
              <a:t>はずだ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4" y="1174052"/>
            <a:ext cx="6799289" cy="549281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b="1" dirty="0">
                <a:solidFill>
                  <a:srgbClr val="C0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ルームメイトと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r>
              <a:rPr lang="ja-JP" altLang="en-US" sz="2800" dirty="0"/>
              <a:t>Ａ： リンさんはパーティーに来るかな？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 ぜったい行きたいって言っていたから、＿＿＿＿＿はずだよ。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Ａ：明日、何時に家を出ればいいかな。 東京駅に </a:t>
            </a:r>
            <a:r>
              <a:rPr lang="en-US" altLang="ja-JP" sz="2800" dirty="0"/>
              <a:t>11 </a:t>
            </a:r>
            <a:r>
              <a:rPr lang="ja-JP" altLang="en-US" sz="2800" dirty="0"/>
              <a:t>時の約束やだよね。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Ｂ：うん。９時に出れば、＿＿＿＿＿ はずだよ。</a:t>
            </a:r>
            <a:endParaRPr lang="vi-VN" altLang="ja-JP" sz="2800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2036623" y="2494321"/>
            <a:ext cx="107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来る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145A4-74F5-46D8-86E8-7215F6F80A07}"/>
              </a:ext>
            </a:extLst>
          </p:cNvPr>
          <p:cNvSpPr txBox="1"/>
          <p:nvPr/>
        </p:nvSpPr>
        <p:spPr>
          <a:xfrm>
            <a:off x="5294320" y="4749952"/>
            <a:ext cx="1623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>
                <a:highlight>
                  <a:srgbClr val="FFFF00"/>
                </a:highlight>
              </a:rPr>
              <a:t>間に合う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4098" name="Picture 2" descr="そのダウンタイムを楽しむ女性のルームメイトのイラストのイラスト素材・ベクタ - Image 29214447.">
            <a:extLst>
              <a:ext uri="{FF2B5EF4-FFF2-40B4-BE49-F238E27FC236}">
                <a16:creationId xmlns:a16="http://schemas.microsoft.com/office/drawing/2014/main" id="{2244ED5C-5C94-4EB8-89D6-BB816D31B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6" y="2013118"/>
            <a:ext cx="4679044" cy="338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5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400" b="1" dirty="0">
                <a:solidFill>
                  <a:srgbClr val="C00000"/>
                </a:solidFill>
              </a:rPr>
              <a:t>はずだ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1895" y="1179097"/>
            <a:ext cx="10845910" cy="5221704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① 高いし、人が多いし、このレストランの料理</a:t>
            </a:r>
            <a:r>
              <a:rPr lang="vi-VN" altLang="ja-JP" sz="2800" dirty="0"/>
              <a:t>_______________</a:t>
            </a:r>
            <a:r>
              <a:rPr lang="ja-JP" altLang="en-US" sz="2800" dirty="0"/>
              <a:t>。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②今日は日曜日だから、銀行は＿＿＿＿＿＿＿＿＿＿＿＿。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③田中さんは東京大学を卒業したから、＿＿＿＿＿＿＿＿。</a:t>
            </a:r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1C553-1EE0-4159-9D8A-9A0EC12ABA15}"/>
              </a:ext>
            </a:extLst>
          </p:cNvPr>
          <p:cNvSpPr txBox="1"/>
          <p:nvPr/>
        </p:nvSpPr>
        <p:spPr>
          <a:xfrm>
            <a:off x="8566488" y="1561193"/>
            <a:ext cx="2586786" cy="46166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FFFF00"/>
                </a:highlight>
              </a:rPr>
              <a:t>美味しいはずだ</a:t>
            </a:r>
            <a:endParaRPr lang="en-US" altLang="ja-JP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B0FA3-6454-4EE2-8624-6416D0482E28}"/>
              </a:ext>
            </a:extLst>
          </p:cNvPr>
          <p:cNvSpPr txBox="1"/>
          <p:nvPr/>
        </p:nvSpPr>
        <p:spPr>
          <a:xfrm>
            <a:off x="6213029" y="3006476"/>
            <a:ext cx="3140239" cy="46166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FFFF00"/>
                </a:highlight>
              </a:rPr>
              <a:t>しまっているはずだ</a:t>
            </a:r>
            <a:endParaRPr lang="en-US" altLang="ja-JP" sz="2400" b="1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345CE-8A15-4478-9351-02C36B794C66}"/>
              </a:ext>
            </a:extLst>
          </p:cNvPr>
          <p:cNvSpPr txBox="1"/>
          <p:nvPr/>
        </p:nvSpPr>
        <p:spPr>
          <a:xfrm>
            <a:off x="7471616" y="4591673"/>
            <a:ext cx="2586786" cy="46166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highlight>
                  <a:srgbClr val="FFFF00"/>
                </a:highlight>
              </a:rPr>
              <a:t>頭がいいはずだ</a:t>
            </a:r>
            <a:endParaRPr lang="en-US" altLang="ja-JP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0374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8000" b="1" dirty="0">
                <a:solidFill>
                  <a:srgbClr val="C00000"/>
                </a:solidFill>
              </a:rPr>
              <a:t>～</a:t>
            </a:r>
            <a:r>
              <a:rPr lang="ja-JP" altLang="en-US" sz="7200" b="1" dirty="0">
                <a:solidFill>
                  <a:srgbClr val="C00000"/>
                </a:solidFill>
              </a:rPr>
              <a:t> </a:t>
            </a:r>
            <a:r>
              <a:rPr lang="ja-JP" altLang="en-US" sz="6600" b="1" dirty="0">
                <a:solidFill>
                  <a:srgbClr val="C00000"/>
                </a:solidFill>
              </a:rPr>
              <a:t>はずだ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4" y="1174052"/>
            <a:ext cx="11082531" cy="535909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b="1" dirty="0">
                <a:solidFill>
                  <a:srgbClr val="C00000"/>
                </a:solidFill>
              </a:rPr>
              <a:t>〈</a:t>
            </a:r>
            <a:r>
              <a:rPr lang="ja-JP" altLang="en-US" sz="2800" b="1" dirty="0">
                <a:solidFill>
                  <a:srgbClr val="C00000"/>
                </a:solidFill>
              </a:rPr>
              <a:t>会社で</a:t>
            </a:r>
            <a:r>
              <a:rPr lang="en-US" altLang="ja-JP" sz="2800" b="1" dirty="0">
                <a:solidFill>
                  <a:srgbClr val="C00000"/>
                </a:solidFill>
              </a:rPr>
              <a:t>〉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Ａ：高橋さんがどこにいるか知ってる？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Ｂ：高橋さんなら、今日は＿＿＿＿＿＿ はずですよ。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Ａ：だれに写真を撮ってもらおうか。 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Ｂ：Ｃさんがいいんじゃない。写真が趣味だって言っていたし、よく撮っている から、</a:t>
            </a:r>
            <a:r>
              <a:rPr lang="vi-VN" altLang="ja-JP" sz="2800" dirty="0"/>
              <a:t>_______</a:t>
            </a:r>
            <a:r>
              <a:rPr lang="ja-JP" altLang="en-US" sz="2800" dirty="0"/>
              <a:t>はずだよ。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649587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72" y="413252"/>
            <a:ext cx="10943610" cy="814745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800" b="1" dirty="0">
                <a:solidFill>
                  <a:srgbClr val="C00000"/>
                </a:solidFill>
              </a:rPr>
              <a:t> </a:t>
            </a:r>
            <a:r>
              <a:rPr lang="ja-JP" altLang="en-US" sz="5400" b="1" dirty="0">
                <a:solidFill>
                  <a:srgbClr val="C00000"/>
                </a:solidFill>
              </a:rPr>
              <a:t>向 け</a:t>
            </a:r>
            <a:endParaRPr lang="en-US" sz="5400" b="1" dirty="0">
              <a:solidFill>
                <a:srgbClr val="C0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405464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～のために、～に合わせて（＋作られている）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Hướng tới, dành cho...</a:t>
            </a:r>
            <a:r>
              <a:rPr lang="ja-JP" altLang="en-US" sz="2800" dirty="0"/>
              <a:t> </a:t>
            </a:r>
            <a:endParaRPr lang="en-US" altLang="ja-JP" sz="28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526A8F9F-33CE-41FF-B7FD-7A4A236C9E50}"/>
              </a:ext>
            </a:extLst>
          </p:cNvPr>
          <p:cNvSpPr txBox="1">
            <a:spLocks/>
          </p:cNvSpPr>
          <p:nvPr/>
        </p:nvSpPr>
        <p:spPr>
          <a:xfrm>
            <a:off x="6424864" y="1828800"/>
            <a:ext cx="5149618" cy="3958386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Ｎ＋</a:t>
            </a:r>
            <a:r>
              <a:rPr lang="ja-JP" altLang="en-US" sz="2800" dirty="0"/>
              <a:t>向 む け</a:t>
            </a:r>
            <a:endParaRPr lang="vi-VN" altLang="ja-JP" sz="48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152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800" b="1" dirty="0">
                <a:solidFill>
                  <a:srgbClr val="C00000"/>
                </a:solidFill>
              </a:rPr>
              <a:t> </a:t>
            </a:r>
            <a:r>
              <a:rPr lang="ja-JP" altLang="en-US" sz="5400" b="1" dirty="0">
                <a:solidFill>
                  <a:srgbClr val="C00000"/>
                </a:solidFill>
              </a:rPr>
              <a:t>向 け</a:t>
            </a:r>
            <a:endParaRPr lang="en-US" sz="2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174052"/>
            <a:ext cx="7124142" cy="549281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① 「できる日本語」という本は </a:t>
            </a:r>
            <a:r>
              <a:rPr lang="vi-VN" altLang="ja-JP" sz="2800" dirty="0"/>
              <a:t>_______</a:t>
            </a:r>
            <a:r>
              <a:rPr lang="ja-JP" altLang="en-US" sz="2800" dirty="0"/>
              <a:t>向けです。 </a:t>
            </a:r>
            <a:endParaRPr lang="vi-VN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② この辞書は＿＿＿＿＿向けなので、わかりやすいことばで説明 してある。</a:t>
            </a:r>
            <a:endParaRPr lang="vi-VN" altLang="ja-JP" sz="2800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2036623" y="2494321"/>
            <a:ext cx="107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145A4-74F5-46D8-86E8-7215F6F80A07}"/>
              </a:ext>
            </a:extLst>
          </p:cNvPr>
          <p:cNvSpPr txBox="1"/>
          <p:nvPr/>
        </p:nvSpPr>
        <p:spPr>
          <a:xfrm>
            <a:off x="5763948" y="1561585"/>
            <a:ext cx="135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対話力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5122" name="Picture 2" descr="できる日本語 中級 本冊|世界の日本語教育に貢献するにほんごの凡人社">
            <a:extLst>
              <a:ext uri="{FF2B5EF4-FFF2-40B4-BE49-F238E27FC236}">
                <a16:creationId xmlns:a16="http://schemas.microsoft.com/office/drawing/2014/main" id="{8A980036-FF14-4C6C-93AF-5626C391A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864" y="1174052"/>
            <a:ext cx="2206513" cy="294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辞書の無料イラスト | フリーイラスト素材集 ジャパクリップ">
            <a:extLst>
              <a:ext uri="{FF2B5EF4-FFF2-40B4-BE49-F238E27FC236}">
                <a16:creationId xmlns:a16="http://schemas.microsoft.com/office/drawing/2014/main" id="{1B7DB0C8-B4FD-449E-AE94-E98A2E23A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158" y="4260918"/>
            <a:ext cx="2297663" cy="229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B4E768-B719-4E6A-9188-27EEE60801C0}"/>
              </a:ext>
            </a:extLst>
          </p:cNvPr>
          <p:cNvSpPr txBox="1"/>
          <p:nvPr/>
        </p:nvSpPr>
        <p:spPr>
          <a:xfrm>
            <a:off x="3115453" y="4030085"/>
            <a:ext cx="1261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子供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778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800" b="1" dirty="0">
                <a:solidFill>
                  <a:srgbClr val="C00000"/>
                </a:solidFill>
              </a:rPr>
              <a:t> </a:t>
            </a:r>
            <a:r>
              <a:rPr lang="ja-JP" altLang="en-US" sz="5400" b="1" dirty="0">
                <a:solidFill>
                  <a:srgbClr val="C00000"/>
                </a:solidFill>
              </a:rPr>
              <a:t>向 け</a:t>
            </a:r>
            <a:endParaRPr lang="en-US" sz="2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4" y="1174052"/>
            <a:ext cx="11094564" cy="5298937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400" dirty="0"/>
              <a:t>③</a:t>
            </a:r>
            <a:r>
              <a:rPr lang="ja-JP" altLang="en-US" sz="2800" dirty="0"/>
              <a:t>この漫画 は＿＿＿＿＿ 向けですが、＿＿＿＿＿＿＿ が見ても十分おもしろいです。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④ 大学のまわりには学生向けに、＿＿＿＿ お店が多いです。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⑤ このスマートフォンはお年寄り向けだから＿＿＿＿＿＿＿＿＿＿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2036623" y="2494321"/>
            <a:ext cx="107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145A4-74F5-46D8-86E8-7215F6F80A07}"/>
              </a:ext>
            </a:extLst>
          </p:cNvPr>
          <p:cNvSpPr txBox="1"/>
          <p:nvPr/>
        </p:nvSpPr>
        <p:spPr>
          <a:xfrm>
            <a:off x="7471611" y="1609029"/>
            <a:ext cx="135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大人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4E768-B719-4E6A-9188-27EEE60801C0}"/>
              </a:ext>
            </a:extLst>
          </p:cNvPr>
          <p:cNvSpPr txBox="1"/>
          <p:nvPr/>
        </p:nvSpPr>
        <p:spPr>
          <a:xfrm>
            <a:off x="3259832" y="1561585"/>
            <a:ext cx="1261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子供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64EEE-35EE-4325-B691-A5A5CB0B8B97}"/>
              </a:ext>
            </a:extLst>
          </p:cNvPr>
          <p:cNvSpPr txBox="1"/>
          <p:nvPr/>
        </p:nvSpPr>
        <p:spPr>
          <a:xfrm>
            <a:off x="5991001" y="2967336"/>
            <a:ext cx="1480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便利な</a:t>
            </a:r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75F0E-E13A-44EC-BE6D-464C7E8C3571}"/>
              </a:ext>
            </a:extLst>
          </p:cNvPr>
          <p:cNvSpPr txBox="1"/>
          <p:nvPr/>
        </p:nvSpPr>
        <p:spPr>
          <a:xfrm>
            <a:off x="7988968" y="4041009"/>
            <a:ext cx="3729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静かで、緑が多いですね。</a:t>
            </a:r>
            <a:endParaRPr lang="en-US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2917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800" b="1" dirty="0">
                <a:solidFill>
                  <a:srgbClr val="C00000"/>
                </a:solidFill>
              </a:rPr>
              <a:t> </a:t>
            </a:r>
            <a:r>
              <a:rPr lang="ja-JP" altLang="en-US" sz="5400" b="1" dirty="0">
                <a:solidFill>
                  <a:srgbClr val="C00000"/>
                </a:solidFill>
              </a:rPr>
              <a:t>向 け</a:t>
            </a:r>
            <a:endParaRPr lang="en-US" sz="2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589128"/>
            <a:ext cx="5471805" cy="404765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vi-VN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3200" dirty="0"/>
              <a:t>デザインはすごくいいんだけど、＿＿＿＿＿＿財布なので、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ちょっと・・・。</a:t>
            </a:r>
            <a:endParaRPr lang="vi-VN" altLang="ja-JP" sz="4000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2036623" y="2494321"/>
            <a:ext cx="107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145A4-74F5-46D8-86E8-7215F6F80A07}"/>
              </a:ext>
            </a:extLst>
          </p:cNvPr>
          <p:cNvSpPr txBox="1"/>
          <p:nvPr/>
        </p:nvSpPr>
        <p:spPr>
          <a:xfrm>
            <a:off x="1561374" y="2955986"/>
            <a:ext cx="2538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highlight>
                  <a:srgbClr val="FFFF00"/>
                </a:highlight>
              </a:rPr>
              <a:t>女性向けの</a:t>
            </a:r>
            <a:endParaRPr lang="en-US" sz="2400" dirty="0">
              <a:highlight>
                <a:srgbClr val="FFFF00"/>
              </a:highlight>
            </a:endParaRPr>
          </a:p>
        </p:txBody>
      </p:sp>
      <p:pic>
        <p:nvPicPr>
          <p:cNvPr id="7170" name="Picture 2" descr="長財布｜大人の逸品公式通販｜小学館の総合通販サイトPAL SHOP | 小学館の総合通販サイトPAL-SHOP">
            <a:extLst>
              <a:ext uri="{FF2B5EF4-FFF2-40B4-BE49-F238E27FC236}">
                <a16:creationId xmlns:a16="http://schemas.microsoft.com/office/drawing/2014/main" id="{EE445204-7512-4884-872A-E1AC40700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180" y="1704263"/>
            <a:ext cx="3939620" cy="393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61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800" b="1" dirty="0">
                <a:solidFill>
                  <a:srgbClr val="C00000"/>
                </a:solidFill>
              </a:rPr>
              <a:t> </a:t>
            </a:r>
            <a:r>
              <a:rPr lang="ja-JP" altLang="en-US" sz="5400" b="1" dirty="0">
                <a:solidFill>
                  <a:srgbClr val="C00000"/>
                </a:solidFill>
              </a:rPr>
              <a:t>向 け</a:t>
            </a:r>
            <a:endParaRPr lang="en-US" sz="2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649286"/>
            <a:ext cx="7340710" cy="406571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vi-VN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3600" dirty="0"/>
              <a:t>この新聞は経済の情報が多いので、</a:t>
            </a:r>
            <a:endParaRPr lang="en-US" altLang="ja-JP" sz="3600" dirty="0"/>
          </a:p>
          <a:p>
            <a:pPr marL="0" indent="0">
              <a:buNone/>
            </a:pP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＿＿＿＿＿＿＿＿＿だ。</a:t>
            </a:r>
            <a:endParaRPr lang="vi-VN" altLang="ja-JP" sz="6000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D50C3-FEB2-4EF3-9123-7E4DBBA8D426}"/>
              </a:ext>
            </a:extLst>
          </p:cNvPr>
          <p:cNvSpPr txBox="1"/>
          <p:nvPr/>
        </p:nvSpPr>
        <p:spPr>
          <a:xfrm>
            <a:off x="2036623" y="2494321"/>
            <a:ext cx="107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145A4-74F5-46D8-86E8-7215F6F80A07}"/>
              </a:ext>
            </a:extLst>
          </p:cNvPr>
          <p:cNvSpPr txBox="1"/>
          <p:nvPr/>
        </p:nvSpPr>
        <p:spPr>
          <a:xfrm>
            <a:off x="767290" y="3801021"/>
            <a:ext cx="3541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highlight>
                  <a:srgbClr val="FFFF00"/>
                </a:highlight>
              </a:rPr>
              <a:t>ビジネスマン向け</a:t>
            </a:r>
            <a:endParaRPr lang="en-US" sz="2800" dirty="0">
              <a:highlight>
                <a:srgbClr val="FFFF00"/>
              </a:highlight>
            </a:endParaRPr>
          </a:p>
        </p:txBody>
      </p:sp>
      <p:pic>
        <p:nvPicPr>
          <p:cNvPr id="8196" name="Picture 4" descr="ビジネスマン・男性（00598）｜無料イラスト素材DECORUTO">
            <a:extLst>
              <a:ext uri="{FF2B5EF4-FFF2-40B4-BE49-F238E27FC236}">
                <a16:creationId xmlns:a16="http://schemas.microsoft.com/office/drawing/2014/main" id="{A433260A-5F6C-4A84-AC61-89E66914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202" y="1911233"/>
            <a:ext cx="3659388" cy="365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90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5400" b="1" dirty="0">
                <a:solidFill>
                  <a:srgbClr val="C00000"/>
                </a:solidFill>
              </a:rPr>
              <a:t>～</a:t>
            </a:r>
            <a:r>
              <a:rPr lang="ja-JP" altLang="en-US" sz="4800" b="1" dirty="0">
                <a:solidFill>
                  <a:srgbClr val="C00000"/>
                </a:solidFill>
              </a:rPr>
              <a:t> </a:t>
            </a:r>
            <a:r>
              <a:rPr lang="ja-JP" altLang="en-US" sz="5400" b="1" dirty="0">
                <a:solidFill>
                  <a:srgbClr val="C00000"/>
                </a:solidFill>
              </a:rPr>
              <a:t>向 け</a:t>
            </a:r>
            <a:endParaRPr lang="en-US" sz="28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4" y="1576138"/>
            <a:ext cx="7761815" cy="370019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800" dirty="0"/>
              <a:t> </a:t>
            </a:r>
            <a:endParaRPr lang="vi-VN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3600" dirty="0"/>
              <a:t>この料理は＿＿＿＿＿＿＿＿＿＿</a:t>
            </a:r>
            <a:endParaRPr lang="en-US" altLang="ja-JP" sz="3600" dirty="0"/>
          </a:p>
          <a:p>
            <a:pPr marL="0" indent="0">
              <a:buNone/>
            </a:pPr>
            <a:r>
              <a:rPr lang="ja-JP" altLang="en-US" sz="3600" dirty="0"/>
              <a:t>作られている。</a:t>
            </a:r>
            <a:endParaRPr lang="vi-VN" altLang="ja-JP" sz="88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145A4-74F5-46D8-86E8-7215F6F80A07}"/>
              </a:ext>
            </a:extLst>
          </p:cNvPr>
          <p:cNvSpPr txBox="1"/>
          <p:nvPr/>
        </p:nvSpPr>
        <p:spPr>
          <a:xfrm>
            <a:off x="2620153" y="2609895"/>
            <a:ext cx="5765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highlight>
                  <a:srgbClr val="FFFF00"/>
                </a:highlight>
              </a:rPr>
              <a:t>ダイエットをしている人向けに</a:t>
            </a:r>
            <a:endParaRPr lang="en-US" sz="2800" dirty="0">
              <a:highlight>
                <a:srgbClr val="FFFF00"/>
              </a:highlight>
            </a:endParaRPr>
          </a:p>
        </p:txBody>
      </p:sp>
      <p:pic>
        <p:nvPicPr>
          <p:cNvPr id="9218" name="Picture 2" descr="料理研究家のイラスト">
            <a:extLst>
              <a:ext uri="{FF2B5EF4-FFF2-40B4-BE49-F238E27FC236}">
                <a16:creationId xmlns:a16="http://schemas.microsoft.com/office/drawing/2014/main" id="{122CA293-BEBC-4865-A54B-749A6053C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000" y="1798241"/>
            <a:ext cx="3700189" cy="370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89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P35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CD172B38-EEDE-45EC-8565-135A1A362AF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11" y="1405866"/>
            <a:ext cx="10162714" cy="5087008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298DE417-0E41-4759-A913-EA0681EA0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820502"/>
            <a:ext cx="10905066" cy="3216994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17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866274"/>
            <a:ext cx="11141242" cy="429635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経験したときの気持ちを伝える表現</a:t>
            </a:r>
            <a:br>
              <a:rPr lang="en-US" altLang="ja-JP" sz="4400" b="1" dirty="0">
                <a:solidFill>
                  <a:srgbClr val="A11D2B"/>
                </a:solidFill>
              </a:rPr>
            </a:br>
            <a:r>
              <a:rPr lang="ja-JP" altLang="en-US" sz="32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3200" b="1" dirty="0">
                <a:solidFill>
                  <a:srgbClr val="A11D2B"/>
                </a:solidFill>
              </a:rPr>
              <a:t>―17</a:t>
            </a:r>
            <a:r>
              <a:rPr lang="ja-JP" altLang="en-US" sz="3200" b="1" dirty="0">
                <a:solidFill>
                  <a:srgbClr val="A11D2B"/>
                </a:solidFill>
              </a:rPr>
              <a:t>ページ）</a:t>
            </a:r>
            <a:r>
              <a:rPr lang="ja-JP" altLang="en-US" sz="2800" b="1" dirty="0">
                <a:solidFill>
                  <a:srgbClr val="A11D2B"/>
                </a:solidFill>
              </a:rPr>
              <a:t>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58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6507</TotalTime>
  <Words>1379</Words>
  <Application>Microsoft Office PowerPoint</Application>
  <PresentationFormat>Widescreen</PresentationFormat>
  <Paragraphs>167</Paragraphs>
  <Slides>19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第2課</vt:lpstr>
      <vt:lpstr>PowerPoint Presentation</vt:lpstr>
      <vt:lpstr> 伝えてみよう(29)</vt:lpstr>
      <vt:lpstr> 伝えてみよう(29)</vt:lpstr>
      <vt:lpstr> 伝えてみよう(29)</vt:lpstr>
      <vt:lpstr>～ はずだ</vt:lpstr>
      <vt:lpstr>～ はずだ</vt:lpstr>
      <vt:lpstr>～ はずだ</vt:lpstr>
      <vt:lpstr>～はずだ</vt:lpstr>
      <vt:lpstr>～ はずだ</vt:lpstr>
      <vt:lpstr>～ 向 け</vt:lpstr>
      <vt:lpstr>～ 向 け</vt:lpstr>
      <vt:lpstr>～ 向 け</vt:lpstr>
      <vt:lpstr>～ 向 け</vt:lpstr>
      <vt:lpstr>～ 向 け</vt:lpstr>
      <vt:lpstr>～ 向 け</vt:lpstr>
      <vt:lpstr>例文（P35）</vt:lpstr>
      <vt:lpstr>PowerPoint Presentation</vt:lpstr>
      <vt:lpstr>経験したときの気持ちを伝える表現 （ワークブック―17ページ）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4</cp:revision>
  <dcterms:created xsi:type="dcterms:W3CDTF">2021-07-16T02:45:36Z</dcterms:created>
  <dcterms:modified xsi:type="dcterms:W3CDTF">2021-09-17T01:40:48Z</dcterms:modified>
</cp:coreProperties>
</file>