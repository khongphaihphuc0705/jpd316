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460" r:id="rId3"/>
    <p:sldId id="335" r:id="rId4"/>
    <p:sldId id="363" r:id="rId5"/>
    <p:sldId id="526" r:id="rId6"/>
    <p:sldId id="519" r:id="rId7"/>
    <p:sldId id="518" r:id="rId8"/>
    <p:sldId id="520" r:id="rId9"/>
    <p:sldId id="521" r:id="rId10"/>
    <p:sldId id="359" r:id="rId11"/>
    <p:sldId id="522" r:id="rId12"/>
    <p:sldId id="523" r:id="rId13"/>
    <p:sldId id="524" r:id="rId14"/>
    <p:sldId id="525" r:id="rId15"/>
    <p:sldId id="527" r:id="rId16"/>
    <p:sldId id="52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E3B"/>
    <a:srgbClr val="5E9C53"/>
    <a:srgbClr val="D9910B"/>
    <a:srgbClr val="A11D2B"/>
    <a:srgbClr val="2567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20A4C5-850B-4F5E-9C66-82A27D275667}" v="711" dt="2021-09-13T11:31:38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82603" autoAdjust="0"/>
  </p:normalViewPr>
  <p:slideViewPr>
    <p:cSldViewPr snapToGrid="0" showGuides="1">
      <p:cViewPr varScale="1">
        <p:scale>
          <a:sx n="53" d="100"/>
          <a:sy n="53" d="100"/>
        </p:scale>
        <p:origin x="372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Thi Kim Oanh (FE FPTU CT)" userId="33772939-cd87-45c1-be61-e0648bc25a53" providerId="ADAL" clId="{0520A4C5-850B-4F5E-9C66-82A27D275667}"/>
    <pc:docChg chg="undo custSel addSld delSld modSld sldOrd">
      <pc:chgData name="Le Thi Kim Oanh (FE FPTU CT)" userId="33772939-cd87-45c1-be61-e0648bc25a53" providerId="ADAL" clId="{0520A4C5-850B-4F5E-9C66-82A27D275667}" dt="2021-09-13T11:31:40.290" v="1025" actId="962"/>
      <pc:docMkLst>
        <pc:docMk/>
      </pc:docMkLst>
      <pc:sldChg chg="modSp add mod">
        <pc:chgData name="Le Thi Kim Oanh (FE FPTU CT)" userId="33772939-cd87-45c1-be61-e0648bc25a53" providerId="ADAL" clId="{0520A4C5-850B-4F5E-9C66-82A27D275667}" dt="2021-09-12T03:05:14.564" v="56" actId="403"/>
        <pc:sldMkLst>
          <pc:docMk/>
          <pc:sldMk cId="2002009058" sldId="335"/>
        </pc:sldMkLst>
        <pc:spChg chg="mod">
          <ac:chgData name="Le Thi Kim Oanh (FE FPTU CT)" userId="33772939-cd87-45c1-be61-e0648bc25a53" providerId="ADAL" clId="{0520A4C5-850B-4F5E-9C66-82A27D275667}" dt="2021-09-12T03:05:04.662" v="53" actId="14100"/>
          <ac:spMkLst>
            <pc:docMk/>
            <pc:sldMk cId="2002009058" sldId="335"/>
            <ac:spMk id="8" creationId="{886FE98E-F50F-4D70-9056-58B30A09147C}"/>
          </ac:spMkLst>
        </pc:spChg>
        <pc:spChg chg="mod">
          <ac:chgData name="Le Thi Kim Oanh (FE FPTU CT)" userId="33772939-cd87-45c1-be61-e0648bc25a53" providerId="ADAL" clId="{0520A4C5-850B-4F5E-9C66-82A27D275667}" dt="2021-09-12T03:05:14.564" v="56" actId="403"/>
          <ac:spMkLst>
            <pc:docMk/>
            <pc:sldMk cId="2002009058" sldId="335"/>
            <ac:spMk id="9" creationId="{1D250FC1-744B-4E14-B388-E489C89F2C7C}"/>
          </ac:spMkLst>
        </pc:spChg>
        <pc:spChg chg="mod">
          <ac:chgData name="Le Thi Kim Oanh (FE FPTU CT)" userId="33772939-cd87-45c1-be61-e0648bc25a53" providerId="ADAL" clId="{0520A4C5-850B-4F5E-9C66-82A27D275667}" dt="2021-09-12T03:04:31.334" v="15" actId="207"/>
          <ac:spMkLst>
            <pc:docMk/>
            <pc:sldMk cId="2002009058" sldId="335"/>
            <ac:spMk id="12" creationId="{D445F4E3-AD2B-4AE0-86B9-BBD810A0A3D3}"/>
          </ac:spMkLst>
        </pc:spChg>
      </pc:sldChg>
      <pc:sldChg chg="modSp add mod">
        <pc:chgData name="Le Thi Kim Oanh (FE FPTU CT)" userId="33772939-cd87-45c1-be61-e0648bc25a53" providerId="ADAL" clId="{0520A4C5-850B-4F5E-9C66-82A27D275667}" dt="2021-09-12T05:37:42.999" v="741" actId="403"/>
        <pc:sldMkLst>
          <pc:docMk/>
          <pc:sldMk cId="2251449390" sldId="359"/>
        </pc:sldMkLst>
        <pc:spChg chg="mod">
          <ac:chgData name="Le Thi Kim Oanh (FE FPTU CT)" userId="33772939-cd87-45c1-be61-e0648bc25a53" providerId="ADAL" clId="{0520A4C5-850B-4F5E-9C66-82A27D275667}" dt="2021-09-12T05:17:25.635" v="341" actId="20577"/>
          <ac:spMkLst>
            <pc:docMk/>
            <pc:sldMk cId="2251449390" sldId="359"/>
            <ac:spMk id="3" creationId="{D63A84A6-4BEB-42CF-B9ED-DCC404042875}"/>
          </ac:spMkLst>
        </pc:spChg>
        <pc:spChg chg="mod">
          <ac:chgData name="Le Thi Kim Oanh (FE FPTU CT)" userId="33772939-cd87-45c1-be61-e0648bc25a53" providerId="ADAL" clId="{0520A4C5-850B-4F5E-9C66-82A27D275667}" dt="2021-09-12T05:37:42.999" v="741" actId="403"/>
          <ac:spMkLst>
            <pc:docMk/>
            <pc:sldMk cId="2251449390" sldId="359"/>
            <ac:spMk id="8" creationId="{886FE98E-F50F-4D70-9056-58B30A09147C}"/>
          </ac:spMkLst>
        </pc:spChg>
        <pc:spChg chg="mod">
          <ac:chgData name="Le Thi Kim Oanh (FE FPTU CT)" userId="33772939-cd87-45c1-be61-e0648bc25a53" providerId="ADAL" clId="{0520A4C5-850B-4F5E-9C66-82A27D275667}" dt="2021-09-12T05:17:05.388" v="289" actId="20577"/>
          <ac:spMkLst>
            <pc:docMk/>
            <pc:sldMk cId="2251449390" sldId="359"/>
            <ac:spMk id="12" creationId="{D445F4E3-AD2B-4AE0-86B9-BBD810A0A3D3}"/>
          </ac:spMkLst>
        </pc:spChg>
      </pc:sldChg>
      <pc:sldChg chg="modSp add mod">
        <pc:chgData name="Le Thi Kim Oanh (FE FPTU CT)" userId="33772939-cd87-45c1-be61-e0648bc25a53" providerId="ADAL" clId="{0520A4C5-850B-4F5E-9C66-82A27D275667}" dt="2021-09-12T05:16:26.048" v="281"/>
        <pc:sldMkLst>
          <pc:docMk/>
          <pc:sldMk cId="1255160623" sldId="363"/>
        </pc:sldMkLst>
        <pc:graphicFrameChg chg="mod modGraphic">
          <ac:chgData name="Le Thi Kim Oanh (FE FPTU CT)" userId="33772939-cd87-45c1-be61-e0648bc25a53" providerId="ADAL" clId="{0520A4C5-850B-4F5E-9C66-82A27D275667}" dt="2021-09-12T05:16:26.048" v="281"/>
          <ac:graphicFrameMkLst>
            <pc:docMk/>
            <pc:sldMk cId="1255160623" sldId="363"/>
            <ac:graphicFrameMk id="3" creationId="{75932E45-BF81-43F0-8C80-F62E61CAFCB4}"/>
          </ac:graphicFrameMkLst>
        </pc:graphicFrameChg>
      </pc:sldChg>
      <pc:sldChg chg="del">
        <pc:chgData name="Le Thi Kim Oanh (FE FPTU CT)" userId="33772939-cd87-45c1-be61-e0648bc25a53" providerId="ADAL" clId="{0520A4C5-850B-4F5E-9C66-82A27D275667}" dt="2021-09-12T03:03:05.717" v="1" actId="47"/>
        <pc:sldMkLst>
          <pc:docMk/>
          <pc:sldMk cId="427404198" sldId="370"/>
        </pc:sldMkLst>
      </pc:sldChg>
      <pc:sldChg chg="del">
        <pc:chgData name="Le Thi Kim Oanh (FE FPTU CT)" userId="33772939-cd87-45c1-be61-e0648bc25a53" providerId="ADAL" clId="{0520A4C5-850B-4F5E-9C66-82A27D275667}" dt="2021-09-12T03:03:04.937" v="0" actId="47"/>
        <pc:sldMkLst>
          <pc:docMk/>
          <pc:sldMk cId="3450673402" sldId="454"/>
        </pc:sldMkLst>
      </pc:sldChg>
      <pc:sldChg chg="modSp mod">
        <pc:chgData name="Le Thi Kim Oanh (FE FPTU CT)" userId="33772939-cd87-45c1-be61-e0648bc25a53" providerId="ADAL" clId="{0520A4C5-850B-4F5E-9C66-82A27D275667}" dt="2021-09-12T03:03:20.931" v="7" actId="20577"/>
        <pc:sldMkLst>
          <pc:docMk/>
          <pc:sldMk cId="888382770" sldId="460"/>
        </pc:sldMkLst>
        <pc:spChg chg="mod">
          <ac:chgData name="Le Thi Kim Oanh (FE FPTU CT)" userId="33772939-cd87-45c1-be61-e0648bc25a53" providerId="ADAL" clId="{0520A4C5-850B-4F5E-9C66-82A27D275667}" dt="2021-09-12T03:03:20.931" v="7" actId="20577"/>
          <ac:spMkLst>
            <pc:docMk/>
            <pc:sldMk cId="888382770" sldId="460"/>
            <ac:spMk id="34" creationId="{01D98E79-DCBD-40D8-91C0-33E95A32483A}"/>
          </ac:spMkLst>
        </pc:spChg>
      </pc:sldChg>
      <pc:sldChg chg="addSp delSp modSp add mod setBg">
        <pc:chgData name="Le Thi Kim Oanh (FE FPTU CT)" userId="33772939-cd87-45c1-be61-e0648bc25a53" providerId="ADAL" clId="{0520A4C5-850B-4F5E-9C66-82A27D275667}" dt="2021-09-13T11:31:13.494" v="1015" actId="26606"/>
        <pc:sldMkLst>
          <pc:docMk/>
          <pc:sldMk cId="1429999141" sldId="518"/>
        </pc:sldMkLst>
        <pc:spChg chg="del mod">
          <ac:chgData name="Le Thi Kim Oanh (FE FPTU CT)" userId="33772939-cd87-45c1-be61-e0648bc25a53" providerId="ADAL" clId="{0520A4C5-850B-4F5E-9C66-82A27D275667}" dt="2021-09-12T04:11:51.456" v="69" actId="478"/>
          <ac:spMkLst>
            <pc:docMk/>
            <pc:sldMk cId="1429999141" sldId="518"/>
            <ac:spMk id="4" creationId="{33A49A2B-263B-4D00-8E84-EBB65862FEAA}"/>
          </ac:spMkLst>
        </pc:spChg>
        <pc:spChg chg="mod ord">
          <ac:chgData name="Le Thi Kim Oanh (FE FPTU CT)" userId="33772939-cd87-45c1-be61-e0648bc25a53" providerId="ADAL" clId="{0520A4C5-850B-4F5E-9C66-82A27D275667}" dt="2021-09-13T11:31:13.494" v="1015" actId="26606"/>
          <ac:spMkLst>
            <pc:docMk/>
            <pc:sldMk cId="1429999141" sldId="518"/>
            <ac:spMk id="16" creationId="{A579B8B8-D585-4527-B99D-627C3114C10C}"/>
          </ac:spMkLst>
        </pc:spChg>
        <pc:spChg chg="add del">
          <ac:chgData name="Le Thi Kim Oanh (FE FPTU CT)" userId="33772939-cd87-45c1-be61-e0648bc25a53" providerId="ADAL" clId="{0520A4C5-850B-4F5E-9C66-82A27D275667}" dt="2021-09-12T04:17:31.736" v="84" actId="26606"/>
          <ac:spMkLst>
            <pc:docMk/>
            <pc:sldMk cId="1429999141" sldId="518"/>
            <ac:spMk id="21" creationId="{42A4FC2C-047E-45A5-965D-8E1E3BF09BC6}"/>
          </ac:spMkLst>
        </pc:spChg>
        <pc:spChg chg="add del">
          <ac:chgData name="Le Thi Kim Oanh (FE FPTU CT)" userId="33772939-cd87-45c1-be61-e0648bc25a53" providerId="ADAL" clId="{0520A4C5-850B-4F5E-9C66-82A27D275667}" dt="2021-09-13T11:31:13.494" v="1015" actId="26606"/>
          <ac:spMkLst>
            <pc:docMk/>
            <pc:sldMk cId="1429999141" sldId="518"/>
            <ac:spMk id="23" creationId="{83C98ABE-055B-441F-B07E-44F97F083C39}"/>
          </ac:spMkLst>
        </pc:spChg>
        <pc:spChg chg="add del">
          <ac:chgData name="Le Thi Kim Oanh (FE FPTU CT)" userId="33772939-cd87-45c1-be61-e0648bc25a53" providerId="ADAL" clId="{0520A4C5-850B-4F5E-9C66-82A27D275667}" dt="2021-09-13T11:31:13.494" v="1015" actId="26606"/>
          <ac:spMkLst>
            <pc:docMk/>
            <pc:sldMk cId="1429999141" sldId="518"/>
            <ac:spMk id="24" creationId="{F3060C83-F051-4F0E-ABAD-AA0DFC48B218}"/>
          </ac:spMkLst>
        </pc:spChg>
        <pc:spChg chg="add del">
          <ac:chgData name="Le Thi Kim Oanh (FE FPTU CT)" userId="33772939-cd87-45c1-be61-e0648bc25a53" providerId="ADAL" clId="{0520A4C5-850B-4F5E-9C66-82A27D275667}" dt="2021-09-13T11:31:13.494" v="1015" actId="26606"/>
          <ac:spMkLst>
            <pc:docMk/>
            <pc:sldMk cId="1429999141" sldId="518"/>
            <ac:spMk id="25" creationId="{29FDB030-9B49-4CED-8CCD-4D99382388AC}"/>
          </ac:spMkLst>
        </pc:spChg>
        <pc:spChg chg="add del">
          <ac:chgData name="Le Thi Kim Oanh (FE FPTU CT)" userId="33772939-cd87-45c1-be61-e0648bc25a53" providerId="ADAL" clId="{0520A4C5-850B-4F5E-9C66-82A27D275667}" dt="2021-09-13T11:31:13.494" v="1015" actId="26606"/>
          <ac:spMkLst>
            <pc:docMk/>
            <pc:sldMk cId="1429999141" sldId="518"/>
            <ac:spMk id="27" creationId="{3783CA14-24A1-485C-8B30-D6A5D87987AD}"/>
          </ac:spMkLst>
        </pc:spChg>
        <pc:spChg chg="add del">
          <ac:chgData name="Le Thi Kim Oanh (FE FPTU CT)" userId="33772939-cd87-45c1-be61-e0648bc25a53" providerId="ADAL" clId="{0520A4C5-850B-4F5E-9C66-82A27D275667}" dt="2021-09-13T11:31:13.494" v="1015" actId="26606"/>
          <ac:spMkLst>
            <pc:docMk/>
            <pc:sldMk cId="1429999141" sldId="518"/>
            <ac:spMk id="29" creationId="{9A97C86A-04D6-40F7-AE84-31AB43E6A846}"/>
          </ac:spMkLst>
        </pc:spChg>
        <pc:spChg chg="add del">
          <ac:chgData name="Le Thi Kim Oanh (FE FPTU CT)" userId="33772939-cd87-45c1-be61-e0648bc25a53" providerId="ADAL" clId="{0520A4C5-850B-4F5E-9C66-82A27D275667}" dt="2021-09-13T11:31:13.494" v="1015" actId="26606"/>
          <ac:spMkLst>
            <pc:docMk/>
            <pc:sldMk cId="1429999141" sldId="518"/>
            <ac:spMk id="31" creationId="{FF9F2414-84E8-453E-B1F3-389FDE8192D9}"/>
          </ac:spMkLst>
        </pc:spChg>
        <pc:spChg chg="add del">
          <ac:chgData name="Le Thi Kim Oanh (FE FPTU CT)" userId="33772939-cd87-45c1-be61-e0648bc25a53" providerId="ADAL" clId="{0520A4C5-850B-4F5E-9C66-82A27D275667}" dt="2021-09-13T11:31:13.494" v="1015" actId="26606"/>
          <ac:spMkLst>
            <pc:docMk/>
            <pc:sldMk cId="1429999141" sldId="518"/>
            <ac:spMk id="33" creationId="{3ECA69A1-7536-43AC-85EF-C7106179F5ED}"/>
          </ac:spMkLst>
        </pc:spChg>
        <pc:spChg chg="add">
          <ac:chgData name="Le Thi Kim Oanh (FE FPTU CT)" userId="33772939-cd87-45c1-be61-e0648bc25a53" providerId="ADAL" clId="{0520A4C5-850B-4F5E-9C66-82A27D275667}" dt="2021-09-13T11:31:13.494" v="1015" actId="26606"/>
          <ac:spMkLst>
            <pc:docMk/>
            <pc:sldMk cId="1429999141" sldId="518"/>
            <ac:spMk id="38" creationId="{32BC26D8-82FB-445E-AA49-62A77D7C1EE0}"/>
          </ac:spMkLst>
        </pc:spChg>
        <pc:spChg chg="add">
          <ac:chgData name="Le Thi Kim Oanh (FE FPTU CT)" userId="33772939-cd87-45c1-be61-e0648bc25a53" providerId="ADAL" clId="{0520A4C5-850B-4F5E-9C66-82A27D275667}" dt="2021-09-13T11:31:13.494" v="1015" actId="26606"/>
          <ac:spMkLst>
            <pc:docMk/>
            <pc:sldMk cId="1429999141" sldId="518"/>
            <ac:spMk id="40" creationId="{CB44330D-EA18-4254-AA95-EB49948539B8}"/>
          </ac:spMkLst>
        </pc:spChg>
        <pc:picChg chg="del">
          <ac:chgData name="Le Thi Kim Oanh (FE FPTU CT)" userId="33772939-cd87-45c1-be61-e0648bc25a53" providerId="ADAL" clId="{0520A4C5-850B-4F5E-9C66-82A27D275667}" dt="2021-09-12T03:05:29.291" v="58" actId="478"/>
          <ac:picMkLst>
            <pc:docMk/>
            <pc:sldMk cId="1429999141" sldId="518"/>
            <ac:picMk id="3" creationId="{03047A1A-B032-4D41-AA14-AFF1B653FA1C}"/>
          </ac:picMkLst>
        </pc:picChg>
        <pc:picChg chg="add mod">
          <ac:chgData name="Le Thi Kim Oanh (FE FPTU CT)" userId="33772939-cd87-45c1-be61-e0648bc25a53" providerId="ADAL" clId="{0520A4C5-850B-4F5E-9C66-82A27D275667}" dt="2021-09-13T11:31:13.494" v="1015" actId="26606"/>
          <ac:picMkLst>
            <pc:docMk/>
            <pc:sldMk cId="1429999141" sldId="518"/>
            <ac:picMk id="3" creationId="{D867DFA6-C588-4AA8-BCE2-1FBE9ABC1180}"/>
          </ac:picMkLst>
        </pc:picChg>
        <pc:picChg chg="add del mod">
          <ac:chgData name="Le Thi Kim Oanh (FE FPTU CT)" userId="33772939-cd87-45c1-be61-e0648bc25a53" providerId="ADAL" clId="{0520A4C5-850B-4F5E-9C66-82A27D275667}" dt="2021-09-13T11:31:02.248" v="1009" actId="478"/>
          <ac:picMkLst>
            <pc:docMk/>
            <pc:sldMk cId="1429999141" sldId="518"/>
            <ac:picMk id="5" creationId="{1A5F87F4-9F3F-4687-AA72-DA8374E5AEDF}"/>
          </ac:picMkLst>
        </pc:picChg>
      </pc:sldChg>
      <pc:sldChg chg="addSp delSp modSp add mod ord setBg">
        <pc:chgData name="Le Thi Kim Oanh (FE FPTU CT)" userId="33772939-cd87-45c1-be61-e0648bc25a53" providerId="ADAL" clId="{0520A4C5-850B-4F5E-9C66-82A27D275667}" dt="2021-09-13T11:30:58.619" v="1008" actId="26606"/>
        <pc:sldMkLst>
          <pc:docMk/>
          <pc:sldMk cId="1043637414" sldId="519"/>
        </pc:sldMkLst>
        <pc:spChg chg="del">
          <ac:chgData name="Le Thi Kim Oanh (FE FPTU CT)" userId="33772939-cd87-45c1-be61-e0648bc25a53" providerId="ADAL" clId="{0520A4C5-850B-4F5E-9C66-82A27D275667}" dt="2021-09-12T04:10:26.811" v="61" actId="478"/>
          <ac:spMkLst>
            <pc:docMk/>
            <pc:sldMk cId="1043637414" sldId="519"/>
            <ac:spMk id="4" creationId="{33A49A2B-263B-4D00-8E84-EBB65862FEAA}"/>
          </ac:spMkLst>
        </pc:spChg>
        <pc:spChg chg="mod ord">
          <ac:chgData name="Le Thi Kim Oanh (FE FPTU CT)" userId="33772939-cd87-45c1-be61-e0648bc25a53" providerId="ADAL" clId="{0520A4C5-850B-4F5E-9C66-82A27D275667}" dt="2021-09-13T11:30:58.619" v="1008" actId="26606"/>
          <ac:spMkLst>
            <pc:docMk/>
            <pc:sldMk cId="1043637414" sldId="519"/>
            <ac:spMk id="16" creationId="{A579B8B8-D585-4527-B99D-627C3114C10C}"/>
          </ac:spMkLst>
        </pc:spChg>
        <pc:spChg chg="add del">
          <ac:chgData name="Le Thi Kim Oanh (FE FPTU CT)" userId="33772939-cd87-45c1-be61-e0648bc25a53" providerId="ADAL" clId="{0520A4C5-850B-4F5E-9C66-82A27D275667}" dt="2021-09-13T11:30:58.619" v="1008" actId="26606"/>
          <ac:spMkLst>
            <pc:docMk/>
            <pc:sldMk cId="1043637414" sldId="519"/>
            <ac:spMk id="21" creationId="{42A4FC2C-047E-45A5-965D-8E1E3BF09BC6}"/>
          </ac:spMkLst>
        </pc:spChg>
        <pc:spChg chg="add">
          <ac:chgData name="Le Thi Kim Oanh (FE FPTU CT)" userId="33772939-cd87-45c1-be61-e0648bc25a53" providerId="ADAL" clId="{0520A4C5-850B-4F5E-9C66-82A27D275667}" dt="2021-09-13T11:30:58.619" v="1008" actId="26606"/>
          <ac:spMkLst>
            <pc:docMk/>
            <pc:sldMk cId="1043637414" sldId="519"/>
            <ac:spMk id="26" creationId="{42A4FC2C-047E-45A5-965D-8E1E3BF09BC6}"/>
          </ac:spMkLst>
        </pc:spChg>
        <pc:picChg chg="add del mod">
          <ac:chgData name="Le Thi Kim Oanh (FE FPTU CT)" userId="33772939-cd87-45c1-be61-e0648bc25a53" providerId="ADAL" clId="{0520A4C5-850B-4F5E-9C66-82A27D275667}" dt="2021-09-13T11:30:49.101" v="1004" actId="478"/>
          <ac:picMkLst>
            <pc:docMk/>
            <pc:sldMk cId="1043637414" sldId="519"/>
            <ac:picMk id="3" creationId="{ACF92DB1-E267-4249-866D-33FE544A4789}"/>
          </ac:picMkLst>
        </pc:picChg>
        <pc:picChg chg="add mod">
          <ac:chgData name="Le Thi Kim Oanh (FE FPTU CT)" userId="33772939-cd87-45c1-be61-e0648bc25a53" providerId="ADAL" clId="{0520A4C5-850B-4F5E-9C66-82A27D275667}" dt="2021-09-13T11:30:58.619" v="1008" actId="26606"/>
          <ac:picMkLst>
            <pc:docMk/>
            <pc:sldMk cId="1043637414" sldId="519"/>
            <ac:picMk id="4" creationId="{33EDF3ED-4A8E-4139-A92C-FC3132A82D3D}"/>
          </ac:picMkLst>
        </pc:picChg>
      </pc:sldChg>
      <pc:sldChg chg="addSp delSp modSp add mod setBg">
        <pc:chgData name="Le Thi Kim Oanh (FE FPTU CT)" userId="33772939-cd87-45c1-be61-e0648bc25a53" providerId="ADAL" clId="{0520A4C5-850B-4F5E-9C66-82A27D275667}" dt="2021-09-13T11:31:27.222" v="1020" actId="26606"/>
        <pc:sldMkLst>
          <pc:docMk/>
          <pc:sldMk cId="1417298894" sldId="520"/>
        </pc:sldMkLst>
        <pc:spChg chg="mod ord">
          <ac:chgData name="Le Thi Kim Oanh (FE FPTU CT)" userId="33772939-cd87-45c1-be61-e0648bc25a53" providerId="ADAL" clId="{0520A4C5-850B-4F5E-9C66-82A27D275667}" dt="2021-09-13T11:31:27.222" v="1020" actId="26606"/>
          <ac:spMkLst>
            <pc:docMk/>
            <pc:sldMk cId="1417298894" sldId="520"/>
            <ac:spMk id="16" creationId="{A579B8B8-D585-4527-B99D-627C3114C10C}"/>
          </ac:spMkLst>
        </pc:spChg>
        <pc:spChg chg="add del">
          <ac:chgData name="Le Thi Kim Oanh (FE FPTU CT)" userId="33772939-cd87-45c1-be61-e0648bc25a53" providerId="ADAL" clId="{0520A4C5-850B-4F5E-9C66-82A27D275667}" dt="2021-09-13T11:31:27.222" v="1020" actId="26606"/>
          <ac:spMkLst>
            <pc:docMk/>
            <pc:sldMk cId="1417298894" sldId="520"/>
            <ac:spMk id="21" creationId="{F3060C83-F051-4F0E-ABAD-AA0DFC48B218}"/>
          </ac:spMkLst>
        </pc:spChg>
        <pc:spChg chg="add del">
          <ac:chgData name="Le Thi Kim Oanh (FE FPTU CT)" userId="33772939-cd87-45c1-be61-e0648bc25a53" providerId="ADAL" clId="{0520A4C5-850B-4F5E-9C66-82A27D275667}" dt="2021-09-13T11:31:27.222" v="1020" actId="26606"/>
          <ac:spMkLst>
            <pc:docMk/>
            <pc:sldMk cId="1417298894" sldId="520"/>
            <ac:spMk id="23" creationId="{83C98ABE-055B-441F-B07E-44F97F083C39}"/>
          </ac:spMkLst>
        </pc:spChg>
        <pc:spChg chg="add del">
          <ac:chgData name="Le Thi Kim Oanh (FE FPTU CT)" userId="33772939-cd87-45c1-be61-e0648bc25a53" providerId="ADAL" clId="{0520A4C5-850B-4F5E-9C66-82A27D275667}" dt="2021-09-13T11:31:27.222" v="1020" actId="26606"/>
          <ac:spMkLst>
            <pc:docMk/>
            <pc:sldMk cId="1417298894" sldId="520"/>
            <ac:spMk id="25" creationId="{29FDB030-9B49-4CED-8CCD-4D99382388AC}"/>
          </ac:spMkLst>
        </pc:spChg>
        <pc:spChg chg="add del">
          <ac:chgData name="Le Thi Kim Oanh (FE FPTU CT)" userId="33772939-cd87-45c1-be61-e0648bc25a53" providerId="ADAL" clId="{0520A4C5-850B-4F5E-9C66-82A27D275667}" dt="2021-09-13T11:31:27.222" v="1020" actId="26606"/>
          <ac:spMkLst>
            <pc:docMk/>
            <pc:sldMk cId="1417298894" sldId="520"/>
            <ac:spMk id="27" creationId="{3783CA14-24A1-485C-8B30-D6A5D87987AD}"/>
          </ac:spMkLst>
        </pc:spChg>
        <pc:spChg chg="add del">
          <ac:chgData name="Le Thi Kim Oanh (FE FPTU CT)" userId="33772939-cd87-45c1-be61-e0648bc25a53" providerId="ADAL" clId="{0520A4C5-850B-4F5E-9C66-82A27D275667}" dt="2021-09-13T11:31:27.222" v="1020" actId="26606"/>
          <ac:spMkLst>
            <pc:docMk/>
            <pc:sldMk cId="1417298894" sldId="520"/>
            <ac:spMk id="29" creationId="{9A97C86A-04D6-40F7-AE84-31AB43E6A846}"/>
          </ac:spMkLst>
        </pc:spChg>
        <pc:spChg chg="add del">
          <ac:chgData name="Le Thi Kim Oanh (FE FPTU CT)" userId="33772939-cd87-45c1-be61-e0648bc25a53" providerId="ADAL" clId="{0520A4C5-850B-4F5E-9C66-82A27D275667}" dt="2021-09-13T11:31:27.222" v="1020" actId="26606"/>
          <ac:spMkLst>
            <pc:docMk/>
            <pc:sldMk cId="1417298894" sldId="520"/>
            <ac:spMk id="31" creationId="{FF9F2414-84E8-453E-B1F3-389FDE8192D9}"/>
          </ac:spMkLst>
        </pc:spChg>
        <pc:spChg chg="add del">
          <ac:chgData name="Le Thi Kim Oanh (FE FPTU CT)" userId="33772939-cd87-45c1-be61-e0648bc25a53" providerId="ADAL" clId="{0520A4C5-850B-4F5E-9C66-82A27D275667}" dt="2021-09-13T11:31:27.222" v="1020" actId="26606"/>
          <ac:spMkLst>
            <pc:docMk/>
            <pc:sldMk cId="1417298894" sldId="520"/>
            <ac:spMk id="33" creationId="{3ECA69A1-7536-43AC-85EF-C7106179F5ED}"/>
          </ac:spMkLst>
        </pc:spChg>
        <pc:spChg chg="add">
          <ac:chgData name="Le Thi Kim Oanh (FE FPTU CT)" userId="33772939-cd87-45c1-be61-e0648bc25a53" providerId="ADAL" clId="{0520A4C5-850B-4F5E-9C66-82A27D275667}" dt="2021-09-13T11:31:27.222" v="1020" actId="26606"/>
          <ac:spMkLst>
            <pc:docMk/>
            <pc:sldMk cId="1417298894" sldId="520"/>
            <ac:spMk id="38" creationId="{32BC26D8-82FB-445E-AA49-62A77D7C1EE0}"/>
          </ac:spMkLst>
        </pc:spChg>
        <pc:spChg chg="add">
          <ac:chgData name="Le Thi Kim Oanh (FE FPTU CT)" userId="33772939-cd87-45c1-be61-e0648bc25a53" providerId="ADAL" clId="{0520A4C5-850B-4F5E-9C66-82A27D275667}" dt="2021-09-13T11:31:27.222" v="1020" actId="26606"/>
          <ac:spMkLst>
            <pc:docMk/>
            <pc:sldMk cId="1417298894" sldId="520"/>
            <ac:spMk id="40" creationId="{CB44330D-EA18-4254-AA95-EB49948539B8}"/>
          </ac:spMkLst>
        </pc:spChg>
        <pc:picChg chg="add del mod">
          <ac:chgData name="Le Thi Kim Oanh (FE FPTU CT)" userId="33772939-cd87-45c1-be61-e0648bc25a53" providerId="ADAL" clId="{0520A4C5-850B-4F5E-9C66-82A27D275667}" dt="2021-09-13T11:31:16.583" v="1016" actId="478"/>
          <ac:picMkLst>
            <pc:docMk/>
            <pc:sldMk cId="1417298894" sldId="520"/>
            <ac:picMk id="3" creationId="{9506E15D-4125-45F9-A0D1-041CA84D2E4A}"/>
          </ac:picMkLst>
        </pc:picChg>
        <pc:picChg chg="add mod">
          <ac:chgData name="Le Thi Kim Oanh (FE FPTU CT)" userId="33772939-cd87-45c1-be61-e0648bc25a53" providerId="ADAL" clId="{0520A4C5-850B-4F5E-9C66-82A27D275667}" dt="2021-09-13T11:31:27.222" v="1020" actId="26606"/>
          <ac:picMkLst>
            <pc:docMk/>
            <pc:sldMk cId="1417298894" sldId="520"/>
            <ac:picMk id="4" creationId="{EF2B1423-ADEC-44E7-B0ED-FA7B543E3DBA}"/>
          </ac:picMkLst>
        </pc:picChg>
      </pc:sldChg>
      <pc:sldChg chg="addSp delSp modSp add mod setBg">
        <pc:chgData name="Le Thi Kim Oanh (FE FPTU CT)" userId="33772939-cd87-45c1-be61-e0648bc25a53" providerId="ADAL" clId="{0520A4C5-850B-4F5E-9C66-82A27D275667}" dt="2021-09-13T11:31:40.290" v="1025" actId="962"/>
        <pc:sldMkLst>
          <pc:docMk/>
          <pc:sldMk cId="311275057" sldId="521"/>
        </pc:sldMkLst>
        <pc:spChg chg="mod ord">
          <ac:chgData name="Le Thi Kim Oanh (FE FPTU CT)" userId="33772939-cd87-45c1-be61-e0648bc25a53" providerId="ADAL" clId="{0520A4C5-850B-4F5E-9C66-82A27D275667}" dt="2021-09-13T11:31:40.102" v="1023" actId="26606"/>
          <ac:spMkLst>
            <pc:docMk/>
            <pc:sldMk cId="311275057" sldId="521"/>
            <ac:spMk id="16" creationId="{A579B8B8-D585-4527-B99D-627C3114C10C}"/>
          </ac:spMkLst>
        </pc:spChg>
        <pc:spChg chg="add del">
          <ac:chgData name="Le Thi Kim Oanh (FE FPTU CT)" userId="33772939-cd87-45c1-be61-e0648bc25a53" providerId="ADAL" clId="{0520A4C5-850B-4F5E-9C66-82A27D275667}" dt="2021-09-13T11:31:40.102" v="1023" actId="26606"/>
          <ac:spMkLst>
            <pc:docMk/>
            <pc:sldMk cId="311275057" sldId="521"/>
            <ac:spMk id="21" creationId="{F3060C83-F051-4F0E-ABAD-AA0DFC48B218}"/>
          </ac:spMkLst>
        </pc:spChg>
        <pc:spChg chg="add del">
          <ac:chgData name="Le Thi Kim Oanh (FE FPTU CT)" userId="33772939-cd87-45c1-be61-e0648bc25a53" providerId="ADAL" clId="{0520A4C5-850B-4F5E-9C66-82A27D275667}" dt="2021-09-13T11:31:40.102" v="1023" actId="26606"/>
          <ac:spMkLst>
            <pc:docMk/>
            <pc:sldMk cId="311275057" sldId="521"/>
            <ac:spMk id="23" creationId="{83C98ABE-055B-441F-B07E-44F97F083C39}"/>
          </ac:spMkLst>
        </pc:spChg>
        <pc:spChg chg="add del">
          <ac:chgData name="Le Thi Kim Oanh (FE FPTU CT)" userId="33772939-cd87-45c1-be61-e0648bc25a53" providerId="ADAL" clId="{0520A4C5-850B-4F5E-9C66-82A27D275667}" dt="2021-09-13T11:31:40.102" v="1023" actId="26606"/>
          <ac:spMkLst>
            <pc:docMk/>
            <pc:sldMk cId="311275057" sldId="521"/>
            <ac:spMk id="25" creationId="{29FDB030-9B49-4CED-8CCD-4D99382388AC}"/>
          </ac:spMkLst>
        </pc:spChg>
        <pc:spChg chg="add del">
          <ac:chgData name="Le Thi Kim Oanh (FE FPTU CT)" userId="33772939-cd87-45c1-be61-e0648bc25a53" providerId="ADAL" clId="{0520A4C5-850B-4F5E-9C66-82A27D275667}" dt="2021-09-13T11:31:40.102" v="1023" actId="26606"/>
          <ac:spMkLst>
            <pc:docMk/>
            <pc:sldMk cId="311275057" sldId="521"/>
            <ac:spMk id="27" creationId="{3783CA14-24A1-485C-8B30-D6A5D87987AD}"/>
          </ac:spMkLst>
        </pc:spChg>
        <pc:spChg chg="add del">
          <ac:chgData name="Le Thi Kim Oanh (FE FPTU CT)" userId="33772939-cd87-45c1-be61-e0648bc25a53" providerId="ADAL" clId="{0520A4C5-850B-4F5E-9C66-82A27D275667}" dt="2021-09-13T11:31:40.102" v="1023" actId="26606"/>
          <ac:spMkLst>
            <pc:docMk/>
            <pc:sldMk cId="311275057" sldId="521"/>
            <ac:spMk id="29" creationId="{9A97C86A-04D6-40F7-AE84-31AB43E6A846}"/>
          </ac:spMkLst>
        </pc:spChg>
        <pc:spChg chg="add del">
          <ac:chgData name="Le Thi Kim Oanh (FE FPTU CT)" userId="33772939-cd87-45c1-be61-e0648bc25a53" providerId="ADAL" clId="{0520A4C5-850B-4F5E-9C66-82A27D275667}" dt="2021-09-13T11:31:40.102" v="1023" actId="26606"/>
          <ac:spMkLst>
            <pc:docMk/>
            <pc:sldMk cId="311275057" sldId="521"/>
            <ac:spMk id="31" creationId="{FF9F2414-84E8-453E-B1F3-389FDE8192D9}"/>
          </ac:spMkLst>
        </pc:spChg>
        <pc:spChg chg="add del">
          <ac:chgData name="Le Thi Kim Oanh (FE FPTU CT)" userId="33772939-cd87-45c1-be61-e0648bc25a53" providerId="ADAL" clId="{0520A4C5-850B-4F5E-9C66-82A27D275667}" dt="2021-09-13T11:31:40.102" v="1023" actId="26606"/>
          <ac:spMkLst>
            <pc:docMk/>
            <pc:sldMk cId="311275057" sldId="521"/>
            <ac:spMk id="33" creationId="{3ECA69A1-7536-43AC-85EF-C7106179F5ED}"/>
          </ac:spMkLst>
        </pc:spChg>
        <pc:spChg chg="add">
          <ac:chgData name="Le Thi Kim Oanh (FE FPTU CT)" userId="33772939-cd87-45c1-be61-e0648bc25a53" providerId="ADAL" clId="{0520A4C5-850B-4F5E-9C66-82A27D275667}" dt="2021-09-13T11:31:40.102" v="1023" actId="26606"/>
          <ac:spMkLst>
            <pc:docMk/>
            <pc:sldMk cId="311275057" sldId="521"/>
            <ac:spMk id="38" creationId="{32BC26D8-82FB-445E-AA49-62A77D7C1EE0}"/>
          </ac:spMkLst>
        </pc:spChg>
        <pc:spChg chg="add">
          <ac:chgData name="Le Thi Kim Oanh (FE FPTU CT)" userId="33772939-cd87-45c1-be61-e0648bc25a53" providerId="ADAL" clId="{0520A4C5-850B-4F5E-9C66-82A27D275667}" dt="2021-09-13T11:31:40.102" v="1023" actId="26606"/>
          <ac:spMkLst>
            <pc:docMk/>
            <pc:sldMk cId="311275057" sldId="521"/>
            <ac:spMk id="40" creationId="{CB44330D-EA18-4254-AA95-EB49948539B8}"/>
          </ac:spMkLst>
        </pc:spChg>
        <pc:picChg chg="add del mod">
          <ac:chgData name="Le Thi Kim Oanh (FE FPTU CT)" userId="33772939-cd87-45c1-be61-e0648bc25a53" providerId="ADAL" clId="{0520A4C5-850B-4F5E-9C66-82A27D275667}" dt="2021-09-13T11:31:30.984" v="1021" actId="478"/>
          <ac:picMkLst>
            <pc:docMk/>
            <pc:sldMk cId="311275057" sldId="521"/>
            <ac:picMk id="3" creationId="{2068DA5F-787F-48B6-98EC-0015C5CC69CC}"/>
          </ac:picMkLst>
        </pc:picChg>
        <pc:picChg chg="add mod">
          <ac:chgData name="Le Thi Kim Oanh (FE FPTU CT)" userId="33772939-cd87-45c1-be61-e0648bc25a53" providerId="ADAL" clId="{0520A4C5-850B-4F5E-9C66-82A27D275667}" dt="2021-09-13T11:31:40.290" v="1025" actId="962"/>
          <ac:picMkLst>
            <pc:docMk/>
            <pc:sldMk cId="311275057" sldId="521"/>
            <ac:picMk id="4" creationId="{AABEB0A6-3B1A-4785-B66E-9657F1BB0CEA}"/>
          </ac:picMkLst>
        </pc:picChg>
      </pc:sldChg>
      <pc:sldChg chg="modSp add del mod">
        <pc:chgData name="Le Thi Kim Oanh (FE FPTU CT)" userId="33772939-cd87-45c1-be61-e0648bc25a53" providerId="ADAL" clId="{0520A4C5-850B-4F5E-9C66-82A27D275667}" dt="2021-09-12T05:16:38.220" v="282" actId="47"/>
        <pc:sldMkLst>
          <pc:docMk/>
          <pc:sldMk cId="1633660045" sldId="522"/>
        </pc:sldMkLst>
        <pc:graphicFrameChg chg="modGraphic">
          <ac:chgData name="Le Thi Kim Oanh (FE FPTU CT)" userId="33772939-cd87-45c1-be61-e0648bc25a53" providerId="ADAL" clId="{0520A4C5-850B-4F5E-9C66-82A27D275667}" dt="2021-09-12T05:16:10.366" v="269" actId="6549"/>
          <ac:graphicFrameMkLst>
            <pc:docMk/>
            <pc:sldMk cId="1633660045" sldId="522"/>
            <ac:graphicFrameMk id="3" creationId="{75932E45-BF81-43F0-8C80-F62E61CAFCB4}"/>
          </ac:graphicFrameMkLst>
        </pc:graphicFrameChg>
      </pc:sldChg>
      <pc:sldChg chg="addSp modSp add modAnim">
        <pc:chgData name="Le Thi Kim Oanh (FE FPTU CT)" userId="33772939-cd87-45c1-be61-e0648bc25a53" providerId="ADAL" clId="{0520A4C5-850B-4F5E-9C66-82A27D275667}" dt="2021-09-12T05:41:18.809" v="981" actId="20577"/>
        <pc:sldMkLst>
          <pc:docMk/>
          <pc:sldMk cId="1856998546" sldId="522"/>
        </pc:sldMkLst>
        <pc:spChg chg="mod">
          <ac:chgData name="Le Thi Kim Oanh (FE FPTU CT)" userId="33772939-cd87-45c1-be61-e0648bc25a53" providerId="ADAL" clId="{0520A4C5-850B-4F5E-9C66-82A27D275667}" dt="2021-09-12T05:18:15.123" v="450" actId="20577"/>
          <ac:spMkLst>
            <pc:docMk/>
            <pc:sldMk cId="1856998546" sldId="522"/>
            <ac:spMk id="3" creationId="{D63A84A6-4BEB-42CF-B9ED-DCC404042875}"/>
          </ac:spMkLst>
        </pc:spChg>
        <pc:spChg chg="mod">
          <ac:chgData name="Le Thi Kim Oanh (FE FPTU CT)" userId="33772939-cd87-45c1-be61-e0648bc25a53" providerId="ADAL" clId="{0520A4C5-850B-4F5E-9C66-82A27D275667}" dt="2021-09-12T05:17:35.029" v="346" actId="20577"/>
          <ac:spMkLst>
            <pc:docMk/>
            <pc:sldMk cId="1856998546" sldId="522"/>
            <ac:spMk id="9" creationId="{1D250FC1-744B-4E14-B388-E489C89F2C7C}"/>
          </ac:spMkLst>
        </pc:spChg>
        <pc:spChg chg="add mod">
          <ac:chgData name="Le Thi Kim Oanh (FE FPTU CT)" userId="33772939-cd87-45c1-be61-e0648bc25a53" providerId="ADAL" clId="{0520A4C5-850B-4F5E-9C66-82A27D275667}" dt="2021-09-12T05:41:18.809" v="981" actId="20577"/>
          <ac:spMkLst>
            <pc:docMk/>
            <pc:sldMk cId="1856998546" sldId="522"/>
            <ac:spMk id="10" creationId="{25DD83E3-3AA3-4146-9256-BB3E48C32437}"/>
          </ac:spMkLst>
        </pc:spChg>
      </pc:sldChg>
      <pc:sldChg chg="delSp modSp add mod delAnim modNotesTx">
        <pc:chgData name="Le Thi Kim Oanh (FE FPTU CT)" userId="33772939-cd87-45c1-be61-e0648bc25a53" providerId="ADAL" clId="{0520A4C5-850B-4F5E-9C66-82A27D275667}" dt="2021-09-12T05:20:32.197" v="578" actId="403"/>
        <pc:sldMkLst>
          <pc:docMk/>
          <pc:sldMk cId="2762624565" sldId="523"/>
        </pc:sldMkLst>
        <pc:spChg chg="mod">
          <ac:chgData name="Le Thi Kim Oanh (FE FPTU CT)" userId="33772939-cd87-45c1-be61-e0648bc25a53" providerId="ADAL" clId="{0520A4C5-850B-4F5E-9C66-82A27D275667}" dt="2021-09-12T05:20:32.197" v="578" actId="403"/>
          <ac:spMkLst>
            <pc:docMk/>
            <pc:sldMk cId="2762624565" sldId="523"/>
            <ac:spMk id="3" creationId="{D63A84A6-4BEB-42CF-B9ED-DCC404042875}"/>
          </ac:spMkLst>
        </pc:spChg>
        <pc:spChg chg="del">
          <ac:chgData name="Le Thi Kim Oanh (FE FPTU CT)" userId="33772939-cd87-45c1-be61-e0648bc25a53" providerId="ADAL" clId="{0520A4C5-850B-4F5E-9C66-82A27D275667}" dt="2021-09-12T05:19:13.794" v="517" actId="478"/>
          <ac:spMkLst>
            <pc:docMk/>
            <pc:sldMk cId="2762624565" sldId="523"/>
            <ac:spMk id="4" creationId="{8F3FC872-E277-4E59-9DB9-36043F093097}"/>
          </ac:spMkLst>
        </pc:spChg>
        <pc:spChg chg="del">
          <ac:chgData name="Le Thi Kim Oanh (FE FPTU CT)" userId="33772939-cd87-45c1-be61-e0648bc25a53" providerId="ADAL" clId="{0520A4C5-850B-4F5E-9C66-82A27D275667}" dt="2021-09-12T05:19:19.663" v="519" actId="478"/>
          <ac:spMkLst>
            <pc:docMk/>
            <pc:sldMk cId="2762624565" sldId="523"/>
            <ac:spMk id="8" creationId="{886FE98E-F50F-4D70-9056-58B30A09147C}"/>
          </ac:spMkLst>
        </pc:spChg>
        <pc:spChg chg="del">
          <ac:chgData name="Le Thi Kim Oanh (FE FPTU CT)" userId="33772939-cd87-45c1-be61-e0648bc25a53" providerId="ADAL" clId="{0520A4C5-850B-4F5E-9C66-82A27D275667}" dt="2021-09-12T05:18:37.529" v="454" actId="478"/>
          <ac:spMkLst>
            <pc:docMk/>
            <pc:sldMk cId="2762624565" sldId="523"/>
            <ac:spMk id="9" creationId="{1D250FC1-744B-4E14-B388-E489C89F2C7C}"/>
          </ac:spMkLst>
        </pc:spChg>
        <pc:spChg chg="del">
          <ac:chgData name="Le Thi Kim Oanh (FE FPTU CT)" userId="33772939-cd87-45c1-be61-e0648bc25a53" providerId="ADAL" clId="{0520A4C5-850B-4F5E-9C66-82A27D275667}" dt="2021-09-12T05:19:17.416" v="518" actId="478"/>
          <ac:spMkLst>
            <pc:docMk/>
            <pc:sldMk cId="2762624565" sldId="523"/>
            <ac:spMk id="10" creationId="{25DD83E3-3AA3-4146-9256-BB3E48C32437}"/>
          </ac:spMkLst>
        </pc:spChg>
        <pc:spChg chg="mod">
          <ac:chgData name="Le Thi Kim Oanh (FE FPTU CT)" userId="33772939-cd87-45c1-be61-e0648bc25a53" providerId="ADAL" clId="{0520A4C5-850B-4F5E-9C66-82A27D275667}" dt="2021-09-12T05:20:25.684" v="575" actId="14100"/>
          <ac:spMkLst>
            <pc:docMk/>
            <pc:sldMk cId="2762624565" sldId="523"/>
            <ac:spMk id="12" creationId="{D445F4E3-AD2B-4AE0-86B9-BBD810A0A3D3}"/>
          </ac:spMkLst>
        </pc:spChg>
      </pc:sldChg>
      <pc:sldChg chg="delSp modSp add mod delAnim">
        <pc:chgData name="Le Thi Kim Oanh (FE FPTU CT)" userId="33772939-cd87-45c1-be61-e0648bc25a53" providerId="ADAL" clId="{0520A4C5-850B-4F5E-9C66-82A27D275667}" dt="2021-09-12T05:21:14.768" v="598" actId="14100"/>
        <pc:sldMkLst>
          <pc:docMk/>
          <pc:sldMk cId="2260760781" sldId="524"/>
        </pc:sldMkLst>
        <pc:spChg chg="del">
          <ac:chgData name="Le Thi Kim Oanh (FE FPTU CT)" userId="33772939-cd87-45c1-be61-e0648bc25a53" providerId="ADAL" clId="{0520A4C5-850B-4F5E-9C66-82A27D275667}" dt="2021-09-12T05:21:04.953" v="580" actId="478"/>
          <ac:spMkLst>
            <pc:docMk/>
            <pc:sldMk cId="2260760781" sldId="524"/>
            <ac:spMk id="3" creationId="{D63A84A6-4BEB-42CF-B9ED-DCC404042875}"/>
          </ac:spMkLst>
        </pc:spChg>
        <pc:spChg chg="mod">
          <ac:chgData name="Le Thi Kim Oanh (FE FPTU CT)" userId="33772939-cd87-45c1-be61-e0648bc25a53" providerId="ADAL" clId="{0520A4C5-850B-4F5E-9C66-82A27D275667}" dt="2021-09-12T05:21:14.768" v="598" actId="14100"/>
          <ac:spMkLst>
            <pc:docMk/>
            <pc:sldMk cId="2260760781" sldId="524"/>
            <ac:spMk id="12" creationId="{D445F4E3-AD2B-4AE0-86B9-BBD810A0A3D3}"/>
          </ac:spMkLst>
        </pc:spChg>
      </pc:sldChg>
      <pc:sldChg chg="addSp delSp modSp add mod">
        <pc:chgData name="Le Thi Kim Oanh (FE FPTU CT)" userId="33772939-cd87-45c1-be61-e0648bc25a53" providerId="ADAL" clId="{0520A4C5-850B-4F5E-9C66-82A27D275667}" dt="2021-09-12T05:24:58.991" v="645" actId="1076"/>
        <pc:sldMkLst>
          <pc:docMk/>
          <pc:sldMk cId="3284802974" sldId="525"/>
        </pc:sldMkLst>
        <pc:spChg chg="add del mod">
          <ac:chgData name="Le Thi Kim Oanh (FE FPTU CT)" userId="33772939-cd87-45c1-be61-e0648bc25a53" providerId="ADAL" clId="{0520A4C5-850B-4F5E-9C66-82A27D275667}" dt="2021-09-12T05:24:47.377" v="637" actId="931"/>
          <ac:spMkLst>
            <pc:docMk/>
            <pc:sldMk cId="3284802974" sldId="525"/>
            <ac:spMk id="3" creationId="{B8938DE1-E342-4209-97FE-9556942AB363}"/>
          </ac:spMkLst>
        </pc:spChg>
        <pc:picChg chg="del">
          <ac:chgData name="Le Thi Kim Oanh (FE FPTU CT)" userId="33772939-cd87-45c1-be61-e0648bc25a53" providerId="ADAL" clId="{0520A4C5-850B-4F5E-9C66-82A27D275667}" dt="2021-09-12T05:22:02.887" v="600" actId="478"/>
          <ac:picMkLst>
            <pc:docMk/>
            <pc:sldMk cId="3284802974" sldId="525"/>
            <ac:picMk id="5" creationId="{9D87B099-CE92-4D9B-B4FD-91E8A869A9B2}"/>
          </ac:picMkLst>
        </pc:picChg>
        <pc:picChg chg="add mod">
          <ac:chgData name="Le Thi Kim Oanh (FE FPTU CT)" userId="33772939-cd87-45c1-be61-e0648bc25a53" providerId="ADAL" clId="{0520A4C5-850B-4F5E-9C66-82A27D275667}" dt="2021-09-12T05:24:58.991" v="645" actId="1076"/>
          <ac:picMkLst>
            <pc:docMk/>
            <pc:sldMk cId="3284802974" sldId="525"/>
            <ac:picMk id="7" creationId="{054C7528-EB68-4451-8F2B-80A83B47A3FD}"/>
          </ac:picMkLst>
        </pc:picChg>
      </pc:sldChg>
      <pc:sldChg chg="addSp delSp modSp new mod">
        <pc:chgData name="Le Thi Kim Oanh (FE FPTU CT)" userId="33772939-cd87-45c1-be61-e0648bc25a53" providerId="ADAL" clId="{0520A4C5-850B-4F5E-9C66-82A27D275667}" dt="2021-09-12T05:24:32.967" v="634" actId="1076"/>
        <pc:sldMkLst>
          <pc:docMk/>
          <pc:sldMk cId="2539884337" sldId="526"/>
        </pc:sldMkLst>
        <pc:spChg chg="add del mod">
          <ac:chgData name="Le Thi Kim Oanh (FE FPTU CT)" userId="33772939-cd87-45c1-be61-e0648bc25a53" providerId="ADAL" clId="{0520A4C5-850B-4F5E-9C66-82A27D275667}" dt="2021-09-12T05:24:28.150" v="632" actId="13926"/>
          <ac:spMkLst>
            <pc:docMk/>
            <pc:sldMk cId="2539884337" sldId="526"/>
            <ac:spMk id="2" creationId="{428E6D41-5D1D-448C-9ED8-EB40CBD67CD8}"/>
          </ac:spMkLst>
        </pc:spChg>
        <pc:spChg chg="del">
          <ac:chgData name="Le Thi Kim Oanh (FE FPTU CT)" userId="33772939-cd87-45c1-be61-e0648bc25a53" providerId="ADAL" clId="{0520A4C5-850B-4F5E-9C66-82A27D275667}" dt="2021-09-12T05:24:08.348" v="605" actId="931"/>
          <ac:spMkLst>
            <pc:docMk/>
            <pc:sldMk cId="2539884337" sldId="526"/>
            <ac:spMk id="3" creationId="{7415AABA-5259-46AF-8827-7442D804050B}"/>
          </ac:spMkLst>
        </pc:spChg>
        <pc:picChg chg="add mod">
          <ac:chgData name="Le Thi Kim Oanh (FE FPTU CT)" userId="33772939-cd87-45c1-be61-e0648bc25a53" providerId="ADAL" clId="{0520A4C5-850B-4F5E-9C66-82A27D275667}" dt="2021-09-12T05:24:32.967" v="634" actId="1076"/>
          <ac:picMkLst>
            <pc:docMk/>
            <pc:sldMk cId="2539884337" sldId="526"/>
            <ac:picMk id="5" creationId="{BE2EE29F-0225-4AC4-843A-5FEC309E5949}"/>
          </ac:picMkLst>
        </pc:picChg>
      </pc:sldChg>
      <pc:sldChg chg="addSp delSp modSp add mod">
        <pc:chgData name="Le Thi Kim Oanh (FE FPTU CT)" userId="33772939-cd87-45c1-be61-e0648bc25a53" providerId="ADAL" clId="{0520A4C5-850B-4F5E-9C66-82A27D275667}" dt="2021-09-12T05:25:34.411" v="658" actId="14100"/>
        <pc:sldMkLst>
          <pc:docMk/>
          <pc:sldMk cId="871476159" sldId="527"/>
        </pc:sldMkLst>
        <pc:spChg chg="add del mod">
          <ac:chgData name="Le Thi Kim Oanh (FE FPTU CT)" userId="33772939-cd87-45c1-be61-e0648bc25a53" providerId="ADAL" clId="{0520A4C5-850B-4F5E-9C66-82A27D275667}" dt="2021-09-12T05:25:23.372" v="648" actId="931"/>
          <ac:spMkLst>
            <pc:docMk/>
            <pc:sldMk cId="871476159" sldId="527"/>
            <ac:spMk id="4" creationId="{F7BF0F29-B4CA-48D5-9AD5-304FABA4823C}"/>
          </ac:spMkLst>
        </pc:spChg>
        <pc:picChg chg="del">
          <ac:chgData name="Le Thi Kim Oanh (FE FPTU CT)" userId="33772939-cd87-45c1-be61-e0648bc25a53" providerId="ADAL" clId="{0520A4C5-850B-4F5E-9C66-82A27D275667}" dt="2021-09-12T05:25:15.585" v="647" actId="478"/>
          <ac:picMkLst>
            <pc:docMk/>
            <pc:sldMk cId="871476159" sldId="527"/>
            <ac:picMk id="5" creationId="{7C4355A5-B9E5-4A16-B7A8-BBA96E3EEEF0}"/>
          </ac:picMkLst>
        </pc:picChg>
        <pc:picChg chg="add mod">
          <ac:chgData name="Le Thi Kim Oanh (FE FPTU CT)" userId="33772939-cd87-45c1-be61-e0648bc25a53" providerId="ADAL" clId="{0520A4C5-850B-4F5E-9C66-82A27D275667}" dt="2021-09-12T05:25:34.411" v="658" actId="14100"/>
          <ac:picMkLst>
            <pc:docMk/>
            <pc:sldMk cId="871476159" sldId="527"/>
            <ac:picMk id="7" creationId="{003BFAE2-10E9-46FE-957C-47CF5F6E73BF}"/>
          </ac:picMkLst>
        </pc:picChg>
      </pc:sldChg>
      <pc:sldChg chg="add del">
        <pc:chgData name="Le Thi Kim Oanh (FE FPTU CT)" userId="33772939-cd87-45c1-be61-e0648bc25a53" providerId="ADAL" clId="{0520A4C5-850B-4F5E-9C66-82A27D275667}" dt="2021-09-12T05:24:38.751" v="636" actId="2890"/>
        <pc:sldMkLst>
          <pc:docMk/>
          <pc:sldMk cId="3839494740" sldId="527"/>
        </pc:sldMkLst>
      </pc:sldChg>
      <pc:sldChg chg="modSp add ord modNotesTx">
        <pc:chgData name="Le Thi Kim Oanh (FE FPTU CT)" userId="33772939-cd87-45c1-be61-e0648bc25a53" providerId="ADAL" clId="{0520A4C5-850B-4F5E-9C66-82A27D275667}" dt="2021-09-12T05:43:21.159" v="1003"/>
        <pc:sldMkLst>
          <pc:docMk/>
          <pc:sldMk cId="3483899470" sldId="528"/>
        </pc:sldMkLst>
        <pc:spChg chg="mod">
          <ac:chgData name="Le Thi Kim Oanh (FE FPTU CT)" userId="33772939-cd87-45c1-be61-e0648bc25a53" providerId="ADAL" clId="{0520A4C5-850B-4F5E-9C66-82A27D275667}" dt="2021-09-12T05:41:49.782" v="1002"/>
          <ac:spMkLst>
            <pc:docMk/>
            <pc:sldMk cId="3483899470" sldId="528"/>
            <ac:spMk id="12" creationId="{D445F4E3-AD2B-4AE0-86B9-BBD810A0A3D3}"/>
          </ac:spMkLst>
        </pc:spChg>
      </pc:sldChg>
      <pc:sldChg chg="del">
        <pc:chgData name="Le Thi Kim Oanh (FE FPTU CT)" userId="33772939-cd87-45c1-be61-e0648bc25a53" providerId="ADAL" clId="{0520A4C5-850B-4F5E-9C66-82A27D275667}" dt="2021-09-12T03:03:06.487" v="2" actId="47"/>
        <pc:sldMkLst>
          <pc:docMk/>
          <pc:sldMk cId="3018015578" sldId="561"/>
        </pc:sldMkLst>
      </pc:sldChg>
      <pc:sldChg chg="del">
        <pc:chgData name="Le Thi Kim Oanh (FE FPTU CT)" userId="33772939-cd87-45c1-be61-e0648bc25a53" providerId="ADAL" clId="{0520A4C5-850B-4F5E-9C66-82A27D275667}" dt="2021-09-12T03:03:07.468" v="3" actId="47"/>
        <pc:sldMkLst>
          <pc:docMk/>
          <pc:sldMk cId="1213890815" sldId="562"/>
        </pc:sldMkLst>
      </pc:sldChg>
      <pc:sldChg chg="del">
        <pc:chgData name="Le Thi Kim Oanh (FE FPTU CT)" userId="33772939-cd87-45c1-be61-e0648bc25a53" providerId="ADAL" clId="{0520A4C5-850B-4F5E-9C66-82A27D275667}" dt="2021-09-12T03:03:08.397" v="4" actId="47"/>
        <pc:sldMkLst>
          <pc:docMk/>
          <pc:sldMk cId="2743263029" sldId="5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4AC79-637E-4A71-B73B-6E806EDF51EE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8D07D-93F7-416F-A73A-05ECF16F3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973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10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794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662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38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076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6935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267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ý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6009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ý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934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6302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4381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2038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dirty="0"/>
              <a:t>Phần này GV phụ trách tự biên soạn.</a:t>
            </a:r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001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C7FB-2231-4C26-BB4A-5BA9894A6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18C77-A614-417B-BFC7-CBA53A8BB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716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6F45-CA2A-4988-873F-0116AC84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943610" cy="8147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25123F-A5C6-452C-853C-53235A48CA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80619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EA6298-9743-48B8-A25C-863BFFCB91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30065" y="1946275"/>
            <a:ext cx="4542810" cy="309767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2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0BCD-32CE-47F3-8315-2473B8AF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059B-2D6C-42DF-8074-E72342B29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109A9-74C6-4023-9D79-7A19C630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CFD5-90D6-432F-982A-07461275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A442-C7AE-48C1-A3E8-4B6127CD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EE63-C26E-421A-9CD1-766899CB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8466-D14C-4196-A871-13A00CE1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42D23-2217-473F-B4F1-927F290E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24888-79E9-4FC9-982B-6C9DB386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7D11-5F5D-4098-A402-1EEE154A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8151-881E-45F1-B5A1-3486E147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9466A-EF98-4CBB-A36A-A5D67930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B4661-4C1D-4729-97C4-09C1E14E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4AE64-DDF8-4823-8895-A51D0024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416DA-647E-4533-AC1E-34BAB737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3EB35-FFDF-424A-9F11-1EA3BD2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358B-1377-48AB-832D-43003170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A7963-751E-45AC-8609-D56E81E2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B208A-D174-4295-B7E2-24EE8E954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17FF0-5F6E-4193-B326-0659B6B06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28880-116C-42E4-AC92-D5BB5A644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204A1-F53A-4EE0-9CDA-CC556A2F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C743E-65FF-4520-BEFB-283E61A8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48EE8-1196-4741-B910-F79F488C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9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4CBB-8EA5-4786-9A6E-6AD78DC2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D110-F6DD-48CB-B86A-DCD389BF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96B01-C666-4C99-B6D5-0312A7D6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2530F-F05A-4103-ACA3-8524E395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74ECB-40C6-4E27-B12A-76765E06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8A493-46CF-4B48-9829-0B9348D9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4916-4042-4D8E-892A-914EFC5C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9A22-F9BC-46DC-AEE7-154C4212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601E-00A8-49B9-A830-4F65C30C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4117-F189-49C1-B50B-A6E6F7D45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FDE5D-3801-4B6B-BB4E-8C13D3FA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2F431-0B70-4957-8502-1C9D5ED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A9ED5-091C-47EC-A349-9DDCAFB0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6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73A-8FCB-4D17-8EAD-FFC347B8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F3061-C6B3-46FD-9AA6-647F375FF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56BAD-90B9-4DDC-9323-CE6E7CA3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BCEDF-9268-40D0-8BD3-2F66ED59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78D75-586A-435B-AEB3-3B663B05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3D7D3-8D4E-4C0C-93BA-6805456B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6861-86FD-46D3-8C4A-BD8F8739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C41C9-0E4E-4630-AD3A-F9C011124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9CB1-9562-4BE1-B3DF-73F80ED0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8E2C-7661-4D7C-84B6-9613A55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37A5-7C23-45ED-A420-AFC1BDEB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81C5C-90C6-4213-9929-35460CC0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5DB24-352A-43EE-BF2B-4B92429C6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6E31F-E745-417D-96CF-F813DB47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4D048-BFA9-4C3F-8E7F-5A04C249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F8832-E1F7-428C-9C5E-4EDA77C0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22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99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D6F93-6FDF-4426-9952-14A26626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8CDEE-2564-4A48-A6AE-B4267AB94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6B168-9AF9-46D3-A943-488DA535D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A7723-1DC3-4BA8-87A4-36C9907B3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9CAE-CE0B-4F9B-AFE8-36EF8BF3D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0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93BCF8-1575-47FE-83D7-E49D0283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4" y="1404867"/>
            <a:ext cx="5530516" cy="1152663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5400" b="1" dirty="0">
                <a:solidFill>
                  <a:srgbClr val="C00000"/>
                </a:solidFill>
              </a:rPr>
              <a:t>第</a:t>
            </a:r>
            <a:r>
              <a:rPr lang="en-US" altLang="ja-JP" sz="5400" b="1" dirty="0">
                <a:solidFill>
                  <a:srgbClr val="C00000"/>
                </a:solidFill>
              </a:rPr>
              <a:t>2</a:t>
            </a:r>
            <a:r>
              <a:rPr lang="ja-JP" altLang="en-US" sz="5400" b="1" dirty="0">
                <a:solidFill>
                  <a:srgbClr val="C00000"/>
                </a:solidFill>
              </a:rPr>
              <a:t>課</a:t>
            </a:r>
            <a:endParaRPr lang="en-US" sz="5400" b="1" dirty="0">
              <a:solidFill>
                <a:srgbClr val="C00000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42536D-8522-415B-8140-96FCF821C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484" y="4446107"/>
            <a:ext cx="10806588" cy="1702030"/>
          </a:xfr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ja-JP" altLang="en-US" sz="4800" b="1" dirty="0">
                <a:solidFill>
                  <a:srgbClr val="FF0000"/>
                </a:solidFill>
              </a:rPr>
              <a:t>楽しい食事・上手な買いもの</a:t>
            </a:r>
            <a:endParaRPr lang="en-US" sz="4800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AF1E5F-AE49-4BFB-A904-4DB64475F4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79" y="186151"/>
            <a:ext cx="5130799" cy="538733"/>
          </a:xfrm>
          <a:prstGeom prst="rect">
            <a:avLst/>
          </a:prstGeom>
        </p:spPr>
      </p:pic>
      <p:pic>
        <p:nvPicPr>
          <p:cNvPr id="2" name="Picture 2" descr="デパート・百貨店のイラスト">
            <a:extLst>
              <a:ext uri="{FF2B5EF4-FFF2-40B4-BE49-F238E27FC236}">
                <a16:creationId xmlns:a16="http://schemas.microsoft.com/office/drawing/2014/main" id="{E73D8F75-929F-4554-85D6-EB82268DF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98267" y="186151"/>
            <a:ext cx="4073805" cy="407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4F1CC5-A7F7-490D-BDDC-7FCEE6297DE2}"/>
              </a:ext>
            </a:extLst>
          </p:cNvPr>
          <p:cNvSpPr txBox="1"/>
          <p:nvPr/>
        </p:nvSpPr>
        <p:spPr>
          <a:xfrm>
            <a:off x="5253789" y="6334288"/>
            <a:ext cx="1684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OANHLTK18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03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ight Arrow 31">
            <a:extLst>
              <a:ext uri="{FF2B5EF4-FFF2-40B4-BE49-F238E27FC236}">
                <a16:creationId xmlns:a16="http://schemas.microsoft.com/office/drawing/2014/main" id="{AF13FB71-FB39-43DD-8C61-DD31CDAF2B18}"/>
              </a:ext>
            </a:extLst>
          </p:cNvPr>
          <p:cNvSpPr/>
          <p:nvPr/>
        </p:nvSpPr>
        <p:spPr>
          <a:xfrm>
            <a:off x="3456782" y="1448955"/>
            <a:ext cx="3588971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accent3"/>
              </a:solidFill>
            </a:endParaRPr>
          </a:p>
        </p:txBody>
      </p:sp>
      <p:sp>
        <p:nvSpPr>
          <p:cNvPr id="67" name="Right Arrow 50">
            <a:extLst>
              <a:ext uri="{FF2B5EF4-FFF2-40B4-BE49-F238E27FC236}">
                <a16:creationId xmlns:a16="http://schemas.microsoft.com/office/drawing/2014/main" id="{DA11F572-F2F7-4422-966B-B26E1FC9651E}"/>
              </a:ext>
            </a:extLst>
          </p:cNvPr>
          <p:cNvSpPr/>
          <p:nvPr/>
        </p:nvSpPr>
        <p:spPr>
          <a:xfrm>
            <a:off x="3479640" y="2744422"/>
            <a:ext cx="3566113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BED15D-0C26-48BE-B68B-62AD18DD1C26}"/>
              </a:ext>
            </a:extLst>
          </p:cNvPr>
          <p:cNvSpPr/>
          <p:nvPr/>
        </p:nvSpPr>
        <p:spPr>
          <a:xfrm>
            <a:off x="3456780" y="247567"/>
            <a:ext cx="45719" cy="687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D9759D-D2A1-4776-9FE3-C180179E2D07}"/>
              </a:ext>
            </a:extLst>
          </p:cNvPr>
          <p:cNvSpPr txBox="1"/>
          <p:nvPr/>
        </p:nvSpPr>
        <p:spPr>
          <a:xfrm>
            <a:off x="1998813" y="172503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1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5780F6-BE70-4CDD-8B06-0F7CB32B539B}"/>
              </a:ext>
            </a:extLst>
          </p:cNvPr>
          <p:cNvSpPr txBox="1"/>
          <p:nvPr/>
        </p:nvSpPr>
        <p:spPr>
          <a:xfrm>
            <a:off x="1880987" y="269177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13E2F9-8AD4-456C-8DAF-D78D64C46E53}"/>
              </a:ext>
            </a:extLst>
          </p:cNvPr>
          <p:cNvSpPr txBox="1"/>
          <p:nvPr/>
        </p:nvSpPr>
        <p:spPr>
          <a:xfrm>
            <a:off x="1880987" y="365851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3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CBE81C-AF3F-48C4-ABD1-0165CF397291}"/>
              </a:ext>
            </a:extLst>
          </p:cNvPr>
          <p:cNvSpPr txBox="1"/>
          <p:nvPr/>
        </p:nvSpPr>
        <p:spPr>
          <a:xfrm>
            <a:off x="1880987" y="463840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4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82BA71-423F-4FAD-A715-7A62D8245FB8}"/>
              </a:ext>
            </a:extLst>
          </p:cNvPr>
          <p:cNvSpPr txBox="1"/>
          <p:nvPr/>
        </p:nvSpPr>
        <p:spPr>
          <a:xfrm>
            <a:off x="1880987" y="5591997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5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8B2A3-09E1-4ED9-8CB5-A06EA337ED44}"/>
              </a:ext>
            </a:extLst>
          </p:cNvPr>
          <p:cNvSpPr txBox="1"/>
          <p:nvPr/>
        </p:nvSpPr>
        <p:spPr>
          <a:xfrm>
            <a:off x="3584853" y="3001956"/>
            <a:ext cx="40216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solidFill>
                  <a:srgbClr val="5E9C53"/>
                </a:solidFill>
                <a:cs typeface="Arial" pitchFamily="34" charset="0"/>
              </a:rPr>
              <a:t>読解練習</a:t>
            </a:r>
            <a:endParaRPr lang="ko-KR" altLang="en-US" sz="3200" b="1" dirty="0">
              <a:solidFill>
                <a:srgbClr val="5E9C53"/>
              </a:solidFill>
              <a:cs typeface="Arial" pitchFamily="34" charset="0"/>
            </a:endParaRP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A5B4DECC-1281-46B0-9065-19B46646F737}"/>
              </a:ext>
            </a:extLst>
          </p:cNvPr>
          <p:cNvSpPr txBox="1">
            <a:spLocks/>
          </p:cNvSpPr>
          <p:nvPr/>
        </p:nvSpPr>
        <p:spPr>
          <a:xfrm>
            <a:off x="4063636" y="339509"/>
            <a:ext cx="7833090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/>
              <a:t>I</a:t>
            </a:r>
            <a:endParaRPr 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6DCCE-80F6-4D0D-97C7-067D35D1D426}"/>
              </a:ext>
            </a:extLst>
          </p:cNvPr>
          <p:cNvSpPr txBox="1"/>
          <p:nvPr/>
        </p:nvSpPr>
        <p:spPr>
          <a:xfrm>
            <a:off x="3765113" y="137201"/>
            <a:ext cx="3853157" cy="923330"/>
          </a:xfrm>
          <a:prstGeom prst="rect">
            <a:avLst/>
          </a:prstGeom>
          <a:solidFill>
            <a:srgbClr val="5E9C53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vi-VN" altLang="ja-JP" sz="5400" dirty="0">
                <a:solidFill>
                  <a:srgbClr val="A11D2B"/>
                </a:solidFill>
              </a:rPr>
              <a:t>SLOT 20</a:t>
            </a:r>
            <a:endParaRPr lang="en-US" sz="4000" dirty="0">
              <a:solidFill>
                <a:srgbClr val="A11D2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D98E79-DCBD-40D8-91C0-33E95A32483A}"/>
              </a:ext>
            </a:extLst>
          </p:cNvPr>
          <p:cNvSpPr txBox="1"/>
          <p:nvPr/>
        </p:nvSpPr>
        <p:spPr>
          <a:xfrm>
            <a:off x="3616740" y="1675612"/>
            <a:ext cx="3566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1A1E3B"/>
                </a:solidFill>
                <a:cs typeface="Arial" pitchFamily="34" charset="0"/>
              </a:rPr>
              <a:t>知って楽しむ　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(36)</a:t>
            </a:r>
            <a:endParaRPr lang="ko-KR" altLang="en-US" sz="2800" dirty="0">
              <a:solidFill>
                <a:srgbClr val="1A1E3B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382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D250FC1-744B-4E14-B388-E489C89F2C7C}"/>
              </a:ext>
            </a:extLst>
          </p:cNvPr>
          <p:cNvSpPr txBox="1"/>
          <p:nvPr/>
        </p:nvSpPr>
        <p:spPr>
          <a:xfrm>
            <a:off x="5397499" y="1990583"/>
            <a:ext cx="26957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テーマ</a:t>
            </a:r>
            <a:endParaRPr lang="en-US" sz="4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579B8B8-D585-4527-B99D-627C3114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3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6FE98E-F50F-4D70-9056-58B30A09147C}"/>
              </a:ext>
            </a:extLst>
          </p:cNvPr>
          <p:cNvSpPr/>
          <p:nvPr/>
        </p:nvSpPr>
        <p:spPr>
          <a:xfrm>
            <a:off x="878305" y="3069971"/>
            <a:ext cx="10672011" cy="281347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ja-JP" altLang="en-US" sz="5400" dirty="0">
                <a:solidFill>
                  <a:srgbClr val="FF0000"/>
                </a:solidFill>
              </a:rPr>
              <a:t>食べたいものはあきらめない？</a:t>
            </a:r>
            <a:endParaRPr lang="en-US" sz="5400" dirty="0">
              <a:solidFill>
                <a:srgbClr val="FF0000"/>
              </a:solidFill>
            </a:endParaRPr>
          </a:p>
        </p:txBody>
      </p:sp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D445F4E3-AD2B-4AE0-86B9-BBD810A0A3D3}"/>
              </a:ext>
            </a:extLst>
          </p:cNvPr>
          <p:cNvSpPr/>
          <p:nvPr/>
        </p:nvSpPr>
        <p:spPr>
          <a:xfrm>
            <a:off x="3868801" y="7995"/>
            <a:ext cx="5101680" cy="1611086"/>
          </a:xfrm>
          <a:prstGeom prst="horizontalScroll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4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知って楽しむ</a:t>
            </a:r>
            <a:endParaRPr lang="en-US" altLang="ja-JP" sz="4400" b="1" spc="50" dirty="0">
              <a:ln w="0"/>
              <a:solidFill>
                <a:srgbClr val="FF0000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（</a:t>
            </a:r>
            <a:r>
              <a:rPr lang="vi-VN" altLang="ja-JP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36</a:t>
            </a:r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）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02009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D445F4E3-AD2B-4AE0-86B9-BBD810A0A3D3}"/>
              </a:ext>
            </a:extLst>
          </p:cNvPr>
          <p:cNvSpPr/>
          <p:nvPr/>
        </p:nvSpPr>
        <p:spPr>
          <a:xfrm>
            <a:off x="464457" y="0"/>
            <a:ext cx="2669423" cy="1314041"/>
          </a:xfrm>
          <a:prstGeom prst="horizontalScroll">
            <a:avLst/>
          </a:prstGeom>
          <a:solidFill>
            <a:srgbClr val="A11D2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ことば</a:t>
            </a:r>
            <a:endParaRPr lang="en-US" altLang="ja-JP" sz="36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75932E45-BF81-43F0-8C80-F62E61CAFC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884981"/>
              </p:ext>
            </p:extLst>
          </p:nvPr>
        </p:nvGraphicFramePr>
        <p:xfrm>
          <a:off x="637674" y="1617057"/>
          <a:ext cx="11044988" cy="4579204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2638658">
                  <a:extLst>
                    <a:ext uri="{9D8B030D-6E8A-4147-A177-3AD203B41FA5}">
                      <a16:colId xmlns:a16="http://schemas.microsoft.com/office/drawing/2014/main" val="724316686"/>
                    </a:ext>
                  </a:extLst>
                </a:gridCol>
                <a:gridCol w="2802110">
                  <a:extLst>
                    <a:ext uri="{9D8B030D-6E8A-4147-A177-3AD203B41FA5}">
                      <a16:colId xmlns:a16="http://schemas.microsoft.com/office/drawing/2014/main" val="2899876989"/>
                    </a:ext>
                  </a:extLst>
                </a:gridCol>
                <a:gridCol w="2802110">
                  <a:extLst>
                    <a:ext uri="{9D8B030D-6E8A-4147-A177-3AD203B41FA5}">
                      <a16:colId xmlns:a16="http://schemas.microsoft.com/office/drawing/2014/main" val="471814206"/>
                    </a:ext>
                  </a:extLst>
                </a:gridCol>
                <a:gridCol w="2802110">
                  <a:extLst>
                    <a:ext uri="{9D8B030D-6E8A-4147-A177-3AD203B41FA5}">
                      <a16:colId xmlns:a16="http://schemas.microsoft.com/office/drawing/2014/main" val="3629544519"/>
                    </a:ext>
                  </a:extLst>
                </a:gridCol>
              </a:tblGrid>
              <a:tr h="654172">
                <a:tc>
                  <a:txBody>
                    <a:bodyPr/>
                    <a:lstStyle/>
                    <a:p>
                      <a:r>
                        <a:rPr lang="ja-JP" altLang="en-US" sz="3200" b="0" i="0" dirty="0"/>
                        <a:t>行列する</a:t>
                      </a:r>
                      <a:endParaRPr lang="en-US" sz="3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b="0" dirty="0"/>
                        <a:t>つながる</a:t>
                      </a:r>
                      <a:endParaRPr lang="en-US" sz="3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963244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思ったより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関西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151624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評判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印象を与える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679215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拒否する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ある～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541142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加える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諦める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550898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舌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安心感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170347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461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516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E6D41-5D1D-448C-9ED8-EB40CBD67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062"/>
            <a:ext cx="10515600" cy="1325563"/>
          </a:xfrm>
        </p:spPr>
        <p:txBody>
          <a:bodyPr/>
          <a:lstStyle/>
          <a:p>
            <a:pPr algn="ctr"/>
            <a:r>
              <a:rPr lang="ja-JP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これはなんですか。</a:t>
            </a:r>
            <a:endParaRPr 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5" name="Content Placeholder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E2EE29F-0225-4AC4-843A-5FEC309E59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157" y="1949116"/>
            <a:ext cx="11768843" cy="3886199"/>
          </a:xfrm>
        </p:spPr>
      </p:pic>
    </p:spTree>
    <p:extLst>
      <p:ext uri="{BB962C8B-B14F-4D97-AF65-F5344CB8AC3E}">
        <p14:creationId xmlns:p14="http://schemas.microsoft.com/office/powerpoint/2010/main" val="2539884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33EDF3ED-4A8E-4139-A92C-FC3132A82D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" r="114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579B8B8-D585-4527-B99D-627C3114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5B29C50-D6F1-4DB6-9B68-F4CD3996E9C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637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icture containing text, document, screenshot&#10;&#10;Description automatically generated">
            <a:extLst>
              <a:ext uri="{FF2B5EF4-FFF2-40B4-BE49-F238E27FC236}">
                <a16:creationId xmlns:a16="http://schemas.microsoft.com/office/drawing/2014/main" id="{D867DFA6-C588-4AA8-BCE2-1FBE9ABC11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288881"/>
            <a:ext cx="10905066" cy="4280238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579B8B8-D585-4527-B99D-627C3114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5B29C50-D6F1-4DB6-9B68-F4CD3996E9C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9999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EF2B1423-ADEC-44E7-B0ED-FA7B543E3D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711452"/>
            <a:ext cx="10905066" cy="3435095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579B8B8-D585-4527-B99D-627C3114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5B29C50-D6F1-4DB6-9B68-F4CD3996E9C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7298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text, document&#10;&#10;Description automatically generated">
            <a:extLst>
              <a:ext uri="{FF2B5EF4-FFF2-40B4-BE49-F238E27FC236}">
                <a16:creationId xmlns:a16="http://schemas.microsoft.com/office/drawing/2014/main" id="{AABEB0A6-3B1A-4785-B66E-9657F1BB0C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234355"/>
            <a:ext cx="10905066" cy="4389289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579B8B8-D585-4527-B99D-627C3114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5B29C50-D6F1-4DB6-9B68-F4CD3996E9C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75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6FE98E-F50F-4D70-9056-58B30A09147C}"/>
              </a:ext>
            </a:extLst>
          </p:cNvPr>
          <p:cNvSpPr/>
          <p:nvPr/>
        </p:nvSpPr>
        <p:spPr>
          <a:xfrm>
            <a:off x="951871" y="3319719"/>
            <a:ext cx="10916507" cy="253558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ja-JP" altLang="en-US" sz="3200" b="1" dirty="0">
                <a:solidFill>
                  <a:schemeClr val="bg1"/>
                </a:solidFill>
              </a:rPr>
              <a:t>人は行列を見たとき、何だろう、何がいいことあるのかなと思います。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250FC1-744B-4E14-B388-E489C89F2C7C}"/>
              </a:ext>
            </a:extLst>
          </p:cNvPr>
          <p:cNvSpPr txBox="1"/>
          <p:nvPr/>
        </p:nvSpPr>
        <p:spPr>
          <a:xfrm>
            <a:off x="459570" y="2279043"/>
            <a:ext cx="984602" cy="707886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①．</a:t>
            </a:r>
            <a:endParaRPr lang="en-US" sz="4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D445F4E3-AD2B-4AE0-86B9-BBD810A0A3D3}"/>
              </a:ext>
            </a:extLst>
          </p:cNvPr>
          <p:cNvSpPr/>
          <p:nvPr/>
        </p:nvSpPr>
        <p:spPr>
          <a:xfrm>
            <a:off x="3538455" y="295730"/>
            <a:ext cx="5235431" cy="1611086"/>
          </a:xfrm>
          <a:prstGeom prst="horizontalScroll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Q</a:t>
            </a:r>
            <a:r>
              <a:rPr lang="ja-JP" altLang="en-US" sz="80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＆</a:t>
            </a:r>
            <a:r>
              <a:rPr lang="en-US" altLang="ja-JP" sz="80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</a:t>
            </a:r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（</a:t>
            </a:r>
            <a:r>
              <a:rPr lang="en-US" altLang="ja-JP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P36</a:t>
            </a:r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）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579B8B8-D585-4527-B99D-627C3114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10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3A84A6-4BEB-42CF-B9ED-DCC404042875}"/>
              </a:ext>
            </a:extLst>
          </p:cNvPr>
          <p:cNvSpPr txBox="1"/>
          <p:nvPr/>
        </p:nvSpPr>
        <p:spPr>
          <a:xfrm>
            <a:off x="1444172" y="2414195"/>
            <a:ext cx="10203543" cy="584775"/>
          </a:xfrm>
          <a:prstGeom prst="rect">
            <a:avLst/>
          </a:prstGeom>
          <a:solidFill>
            <a:srgbClr val="0070C0"/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>
                <a:solidFill>
                  <a:schemeClr val="bg1"/>
                </a:solidFill>
                <a:highlight>
                  <a:srgbClr val="1A1E3B"/>
                </a:highlight>
                <a:latin typeface="Yu Gothic UI" panose="020B0500000000000000" pitchFamily="34" charset="-128"/>
                <a:ea typeface="Yu Gothic UI" panose="020B0500000000000000" pitchFamily="34" charset="-128"/>
              </a:rPr>
              <a:t>人は行列を見たとき、どう思いますか。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" name="Arrow: Curved Right 3">
            <a:extLst>
              <a:ext uri="{FF2B5EF4-FFF2-40B4-BE49-F238E27FC236}">
                <a16:creationId xmlns:a16="http://schemas.microsoft.com/office/drawing/2014/main" id="{8F3FC872-E277-4E59-9DB9-36043F093097}"/>
              </a:ext>
            </a:extLst>
          </p:cNvPr>
          <p:cNvSpPr/>
          <p:nvPr/>
        </p:nvSpPr>
        <p:spPr>
          <a:xfrm>
            <a:off x="220351" y="3262996"/>
            <a:ext cx="731520" cy="1216152"/>
          </a:xfrm>
          <a:prstGeom prst="curvedRightArrow">
            <a:avLst>
              <a:gd name="adj1" fmla="val 25000"/>
              <a:gd name="adj2" fmla="val 83125"/>
              <a:gd name="adj3" fmla="val 25000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44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3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6FE98E-F50F-4D70-9056-58B30A09147C}"/>
              </a:ext>
            </a:extLst>
          </p:cNvPr>
          <p:cNvSpPr/>
          <p:nvPr/>
        </p:nvSpPr>
        <p:spPr>
          <a:xfrm>
            <a:off x="951871" y="3319719"/>
            <a:ext cx="10916507" cy="253558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250FC1-744B-4E14-B388-E489C89F2C7C}"/>
              </a:ext>
            </a:extLst>
          </p:cNvPr>
          <p:cNvSpPr txBox="1"/>
          <p:nvPr/>
        </p:nvSpPr>
        <p:spPr>
          <a:xfrm>
            <a:off x="459570" y="2279043"/>
            <a:ext cx="984602" cy="707886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②．</a:t>
            </a:r>
            <a:endParaRPr lang="en-US" sz="4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D445F4E3-AD2B-4AE0-86B9-BBD810A0A3D3}"/>
              </a:ext>
            </a:extLst>
          </p:cNvPr>
          <p:cNvSpPr/>
          <p:nvPr/>
        </p:nvSpPr>
        <p:spPr>
          <a:xfrm>
            <a:off x="3538455" y="295730"/>
            <a:ext cx="5235431" cy="1611086"/>
          </a:xfrm>
          <a:prstGeom prst="horizontalScroll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Q</a:t>
            </a:r>
            <a:r>
              <a:rPr lang="ja-JP" altLang="en-US" sz="80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＆</a:t>
            </a:r>
            <a:r>
              <a:rPr lang="en-US" altLang="ja-JP" sz="80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</a:t>
            </a:r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（</a:t>
            </a:r>
            <a:r>
              <a:rPr lang="en-US" altLang="ja-JP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P36</a:t>
            </a:r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）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579B8B8-D585-4527-B99D-627C3114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3A84A6-4BEB-42CF-B9ED-DCC404042875}"/>
              </a:ext>
            </a:extLst>
          </p:cNvPr>
          <p:cNvSpPr txBox="1"/>
          <p:nvPr/>
        </p:nvSpPr>
        <p:spPr>
          <a:xfrm>
            <a:off x="1444172" y="2414195"/>
            <a:ext cx="10203543" cy="584775"/>
          </a:xfrm>
          <a:prstGeom prst="rect">
            <a:avLst/>
          </a:prstGeom>
          <a:solidFill>
            <a:srgbClr val="0070C0"/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>
                <a:solidFill>
                  <a:schemeClr val="bg1"/>
                </a:solidFill>
                <a:highlight>
                  <a:srgbClr val="1A1E3B"/>
                </a:highlight>
                <a:latin typeface="Yu Gothic UI" panose="020B0500000000000000" pitchFamily="34" charset="-128"/>
                <a:ea typeface="Yu Gothic UI" panose="020B0500000000000000" pitchFamily="34" charset="-128"/>
              </a:rPr>
              <a:t>作文を書いた留学生は、行列に並ぶことをどう思っていますか。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" name="Arrow: Curved Right 3">
            <a:extLst>
              <a:ext uri="{FF2B5EF4-FFF2-40B4-BE49-F238E27FC236}">
                <a16:creationId xmlns:a16="http://schemas.microsoft.com/office/drawing/2014/main" id="{8F3FC872-E277-4E59-9DB9-36043F093097}"/>
              </a:ext>
            </a:extLst>
          </p:cNvPr>
          <p:cNvSpPr/>
          <p:nvPr/>
        </p:nvSpPr>
        <p:spPr>
          <a:xfrm>
            <a:off x="220351" y="3262996"/>
            <a:ext cx="731520" cy="1216152"/>
          </a:xfrm>
          <a:prstGeom prst="curvedRightArrow">
            <a:avLst>
              <a:gd name="adj1" fmla="val 25000"/>
              <a:gd name="adj2" fmla="val 83125"/>
              <a:gd name="adj3" fmla="val 25000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5DD83E3-3AA3-4146-9256-BB3E48C32437}"/>
              </a:ext>
            </a:extLst>
          </p:cNvPr>
          <p:cNvSpPr/>
          <p:nvPr/>
        </p:nvSpPr>
        <p:spPr>
          <a:xfrm>
            <a:off x="1104271" y="3472119"/>
            <a:ext cx="10916507" cy="253558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ja-JP" altLang="en-US" sz="2800" b="1" dirty="0">
                <a:solidFill>
                  <a:schemeClr val="bg1"/>
                </a:solidFill>
              </a:rPr>
              <a:t>行列に並んで自分の順番を待つことに、おもしろさを感じ、日本に来たばかりのこととは違って、並ぶことに拒否感もなくなると思っています。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99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3" grpId="0" animBg="1"/>
      <p:bldP spid="4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D445F4E3-AD2B-4AE0-86B9-BBD810A0A3D3}"/>
              </a:ext>
            </a:extLst>
          </p:cNvPr>
          <p:cNvSpPr/>
          <p:nvPr/>
        </p:nvSpPr>
        <p:spPr>
          <a:xfrm>
            <a:off x="2021305" y="295729"/>
            <a:ext cx="7808495" cy="2952797"/>
          </a:xfrm>
          <a:prstGeom prst="horizontalScroll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80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話しましょう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579B8B8-D585-4527-B99D-627C3114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12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3A84A6-4BEB-42CF-B9ED-DCC404042875}"/>
              </a:ext>
            </a:extLst>
          </p:cNvPr>
          <p:cNvSpPr txBox="1"/>
          <p:nvPr/>
        </p:nvSpPr>
        <p:spPr>
          <a:xfrm>
            <a:off x="974558" y="4173302"/>
            <a:ext cx="9769642" cy="1200329"/>
          </a:xfrm>
          <a:prstGeom prst="rect">
            <a:avLst/>
          </a:prstGeom>
          <a:solidFill>
            <a:srgbClr val="0070C0"/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 dirty="0">
                <a:solidFill>
                  <a:schemeClr val="bg1"/>
                </a:solidFill>
                <a:highlight>
                  <a:srgbClr val="1A1E3B"/>
                </a:highlight>
                <a:latin typeface="Yu Gothic UI" panose="020B0500000000000000" pitchFamily="34" charset="-128"/>
                <a:ea typeface="Yu Gothic UI" panose="020B0500000000000000" pitchFamily="34" charset="-128"/>
              </a:rPr>
              <a:t>皆さんはこのような行列にならんだことがありますか。</a:t>
            </a:r>
            <a:endParaRPr lang="en-US" altLang="ja-JP" sz="3600" dirty="0">
              <a:solidFill>
                <a:schemeClr val="bg1"/>
              </a:solidFill>
              <a:highlight>
                <a:srgbClr val="1A1E3B"/>
              </a:highlight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algn="ctr"/>
            <a:r>
              <a:rPr lang="ja-JP" altLang="en-US" sz="3600" dirty="0">
                <a:solidFill>
                  <a:schemeClr val="bg1"/>
                </a:solidFill>
                <a:highlight>
                  <a:srgbClr val="1A1E3B"/>
                </a:highlight>
                <a:latin typeface="Yu Gothic UI" panose="020B0500000000000000" pitchFamily="34" charset="-128"/>
                <a:ea typeface="Yu Gothic UI" panose="020B0500000000000000" pitchFamily="34" charset="-128"/>
              </a:rPr>
              <a:t>それはどうしてですか。</a:t>
            </a:r>
            <a:endParaRPr lang="en-US" sz="3600" dirty="0">
              <a:solidFill>
                <a:schemeClr val="bg1"/>
              </a:solidFill>
              <a:highlight>
                <a:srgbClr val="1A1E3B"/>
              </a:highlight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62624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D445F4E3-AD2B-4AE0-86B9-BBD810A0A3D3}"/>
              </a:ext>
            </a:extLst>
          </p:cNvPr>
          <p:cNvSpPr/>
          <p:nvPr/>
        </p:nvSpPr>
        <p:spPr>
          <a:xfrm>
            <a:off x="1588169" y="1258255"/>
            <a:ext cx="8394032" cy="3361871"/>
          </a:xfrm>
          <a:prstGeom prst="horizontalScroll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80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練習しましょう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579B8B8-D585-4527-B99D-627C3114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760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E2C20AB-D7AF-422E-896E-4355C1A66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126" y="100431"/>
            <a:ext cx="10150642" cy="573338"/>
          </a:xfrm>
          <a:solidFill>
            <a:srgbClr val="FFC000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4400" b="1" dirty="0">
                <a:solidFill>
                  <a:srgbClr val="FF0000"/>
                </a:solidFill>
              </a:rPr>
              <a:t>（ 　）に入る言葉を選ら んでください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7" name="Content Placeholder 6" descr="Text, letter&#10;&#10;Description automatically generated">
            <a:extLst>
              <a:ext uri="{FF2B5EF4-FFF2-40B4-BE49-F238E27FC236}">
                <a16:creationId xmlns:a16="http://schemas.microsoft.com/office/drawing/2014/main" id="{054C7528-EB68-4451-8F2B-80A83B47A3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37" y="1828800"/>
            <a:ext cx="11434526" cy="3693693"/>
          </a:xfrm>
        </p:spPr>
      </p:pic>
    </p:spTree>
    <p:extLst>
      <p:ext uri="{BB962C8B-B14F-4D97-AF65-F5344CB8AC3E}">
        <p14:creationId xmlns:p14="http://schemas.microsoft.com/office/powerpoint/2010/main" val="3284802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59942-5E5B-4150-AECE-A9834C8A4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304" y="100431"/>
            <a:ext cx="10587791" cy="924962"/>
          </a:xfrm>
          <a:solidFill>
            <a:srgbClr val="FFC000"/>
          </a:solidFill>
        </p:spPr>
        <p:txBody>
          <a:bodyPr>
            <a:noAutofit/>
          </a:bodyPr>
          <a:lstStyle/>
          <a:p>
            <a:pPr algn="ctr"/>
            <a:r>
              <a:rPr lang="ja-JP" altLang="en-US" sz="2800" b="1" dirty="0">
                <a:solidFill>
                  <a:srgbClr val="FF0000"/>
                </a:solidFill>
              </a:rPr>
              <a:t>（ 　）に入る言葉を選ら んで必 要 なら、 形 を変 えてください</a:t>
            </a:r>
            <a:endParaRPr lang="en-US" sz="2800" b="1" dirty="0">
              <a:solidFill>
                <a:srgbClr val="FF0000"/>
              </a:solidFill>
            </a:endParaRPr>
          </a:p>
        </p:txBody>
      </p:sp>
      <p:pic>
        <p:nvPicPr>
          <p:cNvPr id="7" name="Content Placeholder 6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003BFAE2-10E9-46FE-957C-47CF5F6E73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05" y="1826181"/>
            <a:ext cx="10792328" cy="3515839"/>
          </a:xfrm>
        </p:spPr>
      </p:pic>
    </p:spTree>
    <p:extLst>
      <p:ext uri="{BB962C8B-B14F-4D97-AF65-F5344CB8AC3E}">
        <p14:creationId xmlns:p14="http://schemas.microsoft.com/office/powerpoint/2010/main" val="871476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D445F4E3-AD2B-4AE0-86B9-BBD810A0A3D3}"/>
              </a:ext>
            </a:extLst>
          </p:cNvPr>
          <p:cNvSpPr/>
          <p:nvPr/>
        </p:nvSpPr>
        <p:spPr>
          <a:xfrm>
            <a:off x="1588169" y="1258255"/>
            <a:ext cx="8394032" cy="3361871"/>
          </a:xfrm>
          <a:prstGeom prst="horizontalScroll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80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読解練習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579B8B8-D585-4527-B99D-627C3114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899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6660</TotalTime>
  <Words>436</Words>
  <Application>Microsoft Office PowerPoint</Application>
  <PresentationFormat>Widescreen</PresentationFormat>
  <Paragraphs>72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Yu Gothic UI</vt:lpstr>
      <vt:lpstr>Arial</vt:lpstr>
      <vt:lpstr>Calibri</vt:lpstr>
      <vt:lpstr>Calibri Light</vt:lpstr>
      <vt:lpstr>Office Theme</vt:lpstr>
      <vt:lpstr>第2課</vt:lpstr>
      <vt:lpstr>PowerPoint Presentation</vt:lpstr>
      <vt:lpstr>PowerPoint Presentation</vt:lpstr>
      <vt:lpstr>PowerPoint Presentation</vt:lpstr>
      <vt:lpstr>これはなんですか。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（ 　）に入る言葉を選ら んでください</vt:lpstr>
      <vt:lpstr>（ 　）に入る言葉を選ら んで必 要 なら、 形 を変 えてください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Oanh Le</dc:creator>
  <cp:lastModifiedBy>Le Thi Kim Oanh (FE FPTU CT)</cp:lastModifiedBy>
  <cp:revision>5</cp:revision>
  <dcterms:created xsi:type="dcterms:W3CDTF">2021-07-16T02:45:36Z</dcterms:created>
  <dcterms:modified xsi:type="dcterms:W3CDTF">2021-09-13T11:31:48Z</dcterms:modified>
</cp:coreProperties>
</file>