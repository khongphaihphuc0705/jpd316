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427" r:id="rId3"/>
    <p:sldId id="540" r:id="rId4"/>
    <p:sldId id="539" r:id="rId5"/>
    <p:sldId id="353" r:id="rId6"/>
    <p:sldId id="541" r:id="rId7"/>
    <p:sldId id="485" r:id="rId8"/>
    <p:sldId id="415" r:id="rId9"/>
    <p:sldId id="486" r:id="rId10"/>
    <p:sldId id="488" r:id="rId11"/>
    <p:sldId id="491" r:id="rId12"/>
    <p:sldId id="489" r:id="rId13"/>
    <p:sldId id="487" r:id="rId14"/>
    <p:sldId id="537" r:id="rId15"/>
    <p:sldId id="492" r:id="rId16"/>
    <p:sldId id="493" r:id="rId17"/>
    <p:sldId id="495" r:id="rId18"/>
    <p:sldId id="538" r:id="rId19"/>
    <p:sldId id="532" r:id="rId20"/>
    <p:sldId id="490" r:id="rId21"/>
    <p:sldId id="542" r:id="rId22"/>
    <p:sldId id="536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1E3B"/>
    <a:srgbClr val="5E9C53"/>
    <a:srgbClr val="D9910B"/>
    <a:srgbClr val="A11D2B"/>
    <a:srgbClr val="2567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B1CB9C-F2F4-4027-93CC-0966534C0C78}" v="134" dt="2021-09-17T01:38:38.7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17" autoAdjust="0"/>
    <p:restoredTop sz="82603" autoAdjust="0"/>
  </p:normalViewPr>
  <p:slideViewPr>
    <p:cSldViewPr snapToGrid="0" showGuides="1">
      <p:cViewPr varScale="1">
        <p:scale>
          <a:sx n="53" d="100"/>
          <a:sy n="53" d="100"/>
        </p:scale>
        <p:origin x="372" y="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 Thi Kim Oanh (FE FPTU CT)" userId="33772939-cd87-45c1-be61-e0648bc25a53" providerId="ADAL" clId="{52B1CB9C-F2F4-4027-93CC-0966534C0C78}"/>
    <pc:docChg chg="custSel addSld modSld sldOrd">
      <pc:chgData name="Le Thi Kim Oanh (FE FPTU CT)" userId="33772939-cd87-45c1-be61-e0648bc25a53" providerId="ADAL" clId="{52B1CB9C-F2F4-4027-93CC-0966534C0C78}" dt="2021-09-17T01:38:41.007" v="186" actId="26606"/>
      <pc:docMkLst>
        <pc:docMk/>
      </pc:docMkLst>
      <pc:sldChg chg="ord">
        <pc:chgData name="Le Thi Kim Oanh (FE FPTU CT)" userId="33772939-cd87-45c1-be61-e0648bc25a53" providerId="ADAL" clId="{52B1CB9C-F2F4-4027-93CC-0966534C0C78}" dt="2021-09-13T11:15:53.037" v="11"/>
        <pc:sldMkLst>
          <pc:docMk/>
          <pc:sldMk cId="2208081324" sldId="485"/>
        </pc:sldMkLst>
      </pc:sldChg>
      <pc:sldChg chg="addSp delSp modSp add mod ord">
        <pc:chgData name="Le Thi Kim Oanh (FE FPTU CT)" userId="33772939-cd87-45c1-be61-e0648bc25a53" providerId="ADAL" clId="{52B1CB9C-F2F4-4027-93CC-0966534C0C78}" dt="2021-09-13T11:20:38.681" v="180"/>
        <pc:sldMkLst>
          <pc:docMk/>
          <pc:sldMk cId="3766553441" sldId="532"/>
        </pc:sldMkLst>
        <pc:spChg chg="mod">
          <ac:chgData name="Le Thi Kim Oanh (FE FPTU CT)" userId="33772939-cd87-45c1-be61-e0648bc25a53" providerId="ADAL" clId="{52B1CB9C-F2F4-4027-93CC-0966534C0C78}" dt="2021-09-13T11:20:22.292" v="176" actId="1076"/>
          <ac:spMkLst>
            <pc:docMk/>
            <pc:sldMk cId="3766553441" sldId="532"/>
            <ac:spMk id="2" creationId="{42E7FF3D-1C5F-4028-AF2A-1DAE728C2E9F}"/>
          </ac:spMkLst>
        </pc:spChg>
        <pc:spChg chg="add del mod">
          <ac:chgData name="Le Thi Kim Oanh (FE FPTU CT)" userId="33772939-cd87-45c1-be61-e0648bc25a53" providerId="ADAL" clId="{52B1CB9C-F2F4-4027-93CC-0966534C0C78}" dt="2021-09-13T11:20:09.722" v="168" actId="931"/>
          <ac:spMkLst>
            <pc:docMk/>
            <pc:sldMk cId="3766553441" sldId="532"/>
            <ac:spMk id="4" creationId="{E97EAD41-D6D4-488E-A285-60F6386FF348}"/>
          </ac:spMkLst>
        </pc:spChg>
        <pc:picChg chg="del">
          <ac:chgData name="Le Thi Kim Oanh (FE FPTU CT)" userId="33772939-cd87-45c1-be61-e0648bc25a53" providerId="ADAL" clId="{52B1CB9C-F2F4-4027-93CC-0966534C0C78}" dt="2021-09-13T11:20:03.020" v="167" actId="478"/>
          <ac:picMkLst>
            <pc:docMk/>
            <pc:sldMk cId="3766553441" sldId="532"/>
            <ac:picMk id="6" creationId="{73F97F71-496B-4FF9-BFF7-1E7EB15F26F5}"/>
          </ac:picMkLst>
        </pc:picChg>
        <pc:picChg chg="add mod">
          <ac:chgData name="Le Thi Kim Oanh (FE FPTU CT)" userId="33772939-cd87-45c1-be61-e0648bc25a53" providerId="ADAL" clId="{52B1CB9C-F2F4-4027-93CC-0966534C0C78}" dt="2021-09-13T11:20:28.614" v="178" actId="14100"/>
          <ac:picMkLst>
            <pc:docMk/>
            <pc:sldMk cId="3766553441" sldId="532"/>
            <ac:picMk id="7" creationId="{0B9E40C5-BDF4-4369-81C2-B55ED7F3B308}"/>
          </ac:picMkLst>
        </pc:picChg>
      </pc:sldChg>
      <pc:sldChg chg="modSp mod ord modAnim">
        <pc:chgData name="Le Thi Kim Oanh (FE FPTU CT)" userId="33772939-cd87-45c1-be61-e0648bc25a53" providerId="ADAL" clId="{52B1CB9C-F2F4-4027-93CC-0966534C0C78}" dt="2021-09-13T11:17:38.130" v="160" actId="207"/>
        <pc:sldMkLst>
          <pc:docMk/>
          <pc:sldMk cId="4050769724" sldId="539"/>
        </pc:sldMkLst>
        <pc:spChg chg="mod">
          <ac:chgData name="Le Thi Kim Oanh (FE FPTU CT)" userId="33772939-cd87-45c1-be61-e0648bc25a53" providerId="ADAL" clId="{52B1CB9C-F2F4-4027-93CC-0966534C0C78}" dt="2021-09-13T11:17:24.406" v="159" actId="207"/>
          <ac:spMkLst>
            <pc:docMk/>
            <pc:sldMk cId="4050769724" sldId="539"/>
            <ac:spMk id="2" creationId="{00000000-0000-0000-0000-000000000000}"/>
          </ac:spMkLst>
        </pc:spChg>
        <pc:spChg chg="mod">
          <ac:chgData name="Le Thi Kim Oanh (FE FPTU CT)" userId="33772939-cd87-45c1-be61-e0648bc25a53" providerId="ADAL" clId="{52B1CB9C-F2F4-4027-93CC-0966534C0C78}" dt="2021-09-13T11:17:38.130" v="160" actId="207"/>
          <ac:spMkLst>
            <pc:docMk/>
            <pc:sldMk cId="4050769724" sldId="539"/>
            <ac:spMk id="5" creationId="{93682737-2955-41D0-906D-14F1E7DCDC97}"/>
          </ac:spMkLst>
        </pc:spChg>
      </pc:sldChg>
      <pc:sldChg chg="addSp modSp new mod setBg">
        <pc:chgData name="Le Thi Kim Oanh (FE FPTU CT)" userId="33772939-cd87-45c1-be61-e0648bc25a53" providerId="ADAL" clId="{52B1CB9C-F2F4-4027-93CC-0966534C0C78}" dt="2021-09-13T11:15:00.066" v="7" actId="26606"/>
        <pc:sldMkLst>
          <pc:docMk/>
          <pc:sldMk cId="4116207601" sldId="540"/>
        </pc:sldMkLst>
        <pc:spChg chg="add">
          <ac:chgData name="Le Thi Kim Oanh (FE FPTU CT)" userId="33772939-cd87-45c1-be61-e0648bc25a53" providerId="ADAL" clId="{52B1CB9C-F2F4-4027-93CC-0966534C0C78}" dt="2021-09-13T11:15:00.066" v="7" actId="26606"/>
          <ac:spMkLst>
            <pc:docMk/>
            <pc:sldMk cId="4116207601" sldId="540"/>
            <ac:spMk id="8" creationId="{42A4FC2C-047E-45A5-965D-8E1E3BF09BC6}"/>
          </ac:spMkLst>
        </pc:spChg>
        <pc:picChg chg="add mod">
          <ac:chgData name="Le Thi Kim Oanh (FE FPTU CT)" userId="33772939-cd87-45c1-be61-e0648bc25a53" providerId="ADAL" clId="{52B1CB9C-F2F4-4027-93CC-0966534C0C78}" dt="2021-09-13T11:15:00.066" v="7" actId="26606"/>
          <ac:picMkLst>
            <pc:docMk/>
            <pc:sldMk cId="4116207601" sldId="540"/>
            <ac:picMk id="3" creationId="{997560A1-043E-4D7C-B814-71284DBB7A9F}"/>
          </ac:picMkLst>
        </pc:picChg>
      </pc:sldChg>
      <pc:sldChg chg="add">
        <pc:chgData name="Le Thi Kim Oanh (FE FPTU CT)" userId="33772939-cd87-45c1-be61-e0648bc25a53" providerId="ADAL" clId="{52B1CB9C-F2F4-4027-93CC-0966534C0C78}" dt="2021-09-13T11:15:58.251" v="12" actId="2890"/>
        <pc:sldMkLst>
          <pc:docMk/>
          <pc:sldMk cId="2544483669" sldId="541"/>
        </pc:sldMkLst>
      </pc:sldChg>
      <pc:sldChg chg="addSp delSp modSp new mod setBg modClrScheme chgLayout">
        <pc:chgData name="Le Thi Kim Oanh (FE FPTU CT)" userId="33772939-cd87-45c1-be61-e0648bc25a53" providerId="ADAL" clId="{52B1CB9C-F2F4-4027-93CC-0966534C0C78}" dt="2021-09-17T01:38:41.007" v="186" actId="26606"/>
        <pc:sldMkLst>
          <pc:docMk/>
          <pc:sldMk cId="1010668298" sldId="542"/>
        </pc:sldMkLst>
        <pc:spChg chg="del">
          <ac:chgData name="Le Thi Kim Oanh (FE FPTU CT)" userId="33772939-cd87-45c1-be61-e0648bc25a53" providerId="ADAL" clId="{52B1CB9C-F2F4-4027-93CC-0966534C0C78}" dt="2021-09-17T01:37:06.565" v="182" actId="700"/>
          <ac:spMkLst>
            <pc:docMk/>
            <pc:sldMk cId="1010668298" sldId="542"/>
            <ac:spMk id="2" creationId="{D5E64A4C-BED4-4C5F-846D-DE587C38FDAA}"/>
          </ac:spMkLst>
        </pc:spChg>
        <pc:spChg chg="del">
          <ac:chgData name="Le Thi Kim Oanh (FE FPTU CT)" userId="33772939-cd87-45c1-be61-e0648bc25a53" providerId="ADAL" clId="{52B1CB9C-F2F4-4027-93CC-0966534C0C78}" dt="2021-09-17T01:37:06.565" v="182" actId="700"/>
          <ac:spMkLst>
            <pc:docMk/>
            <pc:sldMk cId="1010668298" sldId="542"/>
            <ac:spMk id="3" creationId="{3F1FD7C3-29A7-4D33-84C8-0914377B22F9}"/>
          </ac:spMkLst>
        </pc:spChg>
        <pc:spChg chg="del">
          <ac:chgData name="Le Thi Kim Oanh (FE FPTU CT)" userId="33772939-cd87-45c1-be61-e0648bc25a53" providerId="ADAL" clId="{52B1CB9C-F2F4-4027-93CC-0966534C0C78}" dt="2021-09-17T01:37:06.565" v="182" actId="700"/>
          <ac:spMkLst>
            <pc:docMk/>
            <pc:sldMk cId="1010668298" sldId="542"/>
            <ac:spMk id="4" creationId="{DAE14EBE-855B-4909-AD70-07D606D9D013}"/>
          </ac:spMkLst>
        </pc:spChg>
        <pc:spChg chg="add">
          <ac:chgData name="Le Thi Kim Oanh (FE FPTU CT)" userId="33772939-cd87-45c1-be61-e0648bc25a53" providerId="ADAL" clId="{52B1CB9C-F2F4-4027-93CC-0966534C0C78}" dt="2021-09-17T01:38:41.007" v="186" actId="26606"/>
          <ac:spMkLst>
            <pc:docMk/>
            <pc:sldMk cId="1010668298" sldId="542"/>
            <ac:spMk id="11" creationId="{F3060C83-F051-4F0E-ABAD-AA0DFC48B218}"/>
          </ac:spMkLst>
        </pc:spChg>
        <pc:spChg chg="add">
          <ac:chgData name="Le Thi Kim Oanh (FE FPTU CT)" userId="33772939-cd87-45c1-be61-e0648bc25a53" providerId="ADAL" clId="{52B1CB9C-F2F4-4027-93CC-0966534C0C78}" dt="2021-09-17T01:38:41.007" v="186" actId="26606"/>
          <ac:spMkLst>
            <pc:docMk/>
            <pc:sldMk cId="1010668298" sldId="542"/>
            <ac:spMk id="13" creationId="{83C98ABE-055B-441F-B07E-44F97F083C39}"/>
          </ac:spMkLst>
        </pc:spChg>
        <pc:spChg chg="add">
          <ac:chgData name="Le Thi Kim Oanh (FE FPTU CT)" userId="33772939-cd87-45c1-be61-e0648bc25a53" providerId="ADAL" clId="{52B1CB9C-F2F4-4027-93CC-0966534C0C78}" dt="2021-09-17T01:38:41.007" v="186" actId="26606"/>
          <ac:spMkLst>
            <pc:docMk/>
            <pc:sldMk cId="1010668298" sldId="542"/>
            <ac:spMk id="15" creationId="{29FDB030-9B49-4CED-8CCD-4D99382388AC}"/>
          </ac:spMkLst>
        </pc:spChg>
        <pc:spChg chg="add">
          <ac:chgData name="Le Thi Kim Oanh (FE FPTU CT)" userId="33772939-cd87-45c1-be61-e0648bc25a53" providerId="ADAL" clId="{52B1CB9C-F2F4-4027-93CC-0966534C0C78}" dt="2021-09-17T01:38:41.007" v="186" actId="26606"/>
          <ac:spMkLst>
            <pc:docMk/>
            <pc:sldMk cId="1010668298" sldId="542"/>
            <ac:spMk id="17" creationId="{3783CA14-24A1-485C-8B30-D6A5D87987AD}"/>
          </ac:spMkLst>
        </pc:spChg>
        <pc:spChg chg="add">
          <ac:chgData name="Le Thi Kim Oanh (FE FPTU CT)" userId="33772939-cd87-45c1-be61-e0648bc25a53" providerId="ADAL" clId="{52B1CB9C-F2F4-4027-93CC-0966534C0C78}" dt="2021-09-17T01:38:41.007" v="186" actId="26606"/>
          <ac:spMkLst>
            <pc:docMk/>
            <pc:sldMk cId="1010668298" sldId="542"/>
            <ac:spMk id="19" creationId="{9A97C86A-04D6-40F7-AE84-31AB43E6A846}"/>
          </ac:spMkLst>
        </pc:spChg>
        <pc:spChg chg="add">
          <ac:chgData name="Le Thi Kim Oanh (FE FPTU CT)" userId="33772939-cd87-45c1-be61-e0648bc25a53" providerId="ADAL" clId="{52B1CB9C-F2F4-4027-93CC-0966534C0C78}" dt="2021-09-17T01:38:41.007" v="186" actId="26606"/>
          <ac:spMkLst>
            <pc:docMk/>
            <pc:sldMk cId="1010668298" sldId="542"/>
            <ac:spMk id="21" creationId="{FF9F2414-84E8-453E-B1F3-389FDE8192D9}"/>
          </ac:spMkLst>
        </pc:spChg>
        <pc:spChg chg="add">
          <ac:chgData name="Le Thi Kim Oanh (FE FPTU CT)" userId="33772939-cd87-45c1-be61-e0648bc25a53" providerId="ADAL" clId="{52B1CB9C-F2F4-4027-93CC-0966534C0C78}" dt="2021-09-17T01:38:41.007" v="186" actId="26606"/>
          <ac:spMkLst>
            <pc:docMk/>
            <pc:sldMk cId="1010668298" sldId="542"/>
            <ac:spMk id="23" creationId="{3ECA69A1-7536-43AC-85EF-C7106179F5ED}"/>
          </ac:spMkLst>
        </pc:spChg>
        <pc:picChg chg="add mod">
          <ac:chgData name="Le Thi Kim Oanh (FE FPTU CT)" userId="33772939-cd87-45c1-be61-e0648bc25a53" providerId="ADAL" clId="{52B1CB9C-F2F4-4027-93CC-0966534C0C78}" dt="2021-09-17T01:38:41.007" v="186" actId="26606"/>
          <ac:picMkLst>
            <pc:docMk/>
            <pc:sldMk cId="1010668298" sldId="542"/>
            <ac:picMk id="6" creationId="{450929F7-56B6-4DA7-9D96-A10F95E615FF}"/>
          </ac:picMkLst>
        </pc:picChg>
      </pc:sldChg>
    </pc:docChg>
  </pc:docChgLst>
  <pc:docChgLst>
    <pc:chgData name="Oanh Le Thi Kim  (FE FPTU CT)" userId="33772939-cd87-45c1-be61-e0648bc25a53" providerId="ADAL" clId="{52B1CB9C-F2F4-4027-93CC-0966534C0C78}"/>
    <pc:docChg chg="custSel addSld delSld modSld sldOrd delSection modSection">
      <pc:chgData name="Oanh Le Thi Kim  (FE FPTU CT)" userId="33772939-cd87-45c1-be61-e0648bc25a53" providerId="ADAL" clId="{52B1CB9C-F2F4-4027-93CC-0966534C0C78}" dt="2021-08-21T11:44:18.918" v="37" actId="20577"/>
      <pc:docMkLst>
        <pc:docMk/>
      </pc:docMkLst>
      <pc:sldChg chg="add del">
        <pc:chgData name="Oanh Le Thi Kim  (FE FPTU CT)" userId="33772939-cd87-45c1-be61-e0648bc25a53" providerId="ADAL" clId="{52B1CB9C-F2F4-4027-93CC-0966534C0C78}" dt="2021-08-21T11:42:16.107" v="9"/>
        <pc:sldMkLst>
          <pc:docMk/>
          <pc:sldMk cId="1809037783" sldId="256"/>
        </pc:sldMkLst>
      </pc:sldChg>
      <pc:sldChg chg="del">
        <pc:chgData name="Oanh Le Thi Kim  (FE FPTU CT)" userId="33772939-cd87-45c1-be61-e0648bc25a53" providerId="ADAL" clId="{52B1CB9C-F2F4-4027-93CC-0966534C0C78}" dt="2021-08-08T08:42:16.321" v="0" actId="47"/>
        <pc:sldMkLst>
          <pc:docMk/>
          <pc:sldMk cId="1275143594" sldId="258"/>
        </pc:sldMkLst>
      </pc:sldChg>
      <pc:sldChg chg="del">
        <pc:chgData name="Oanh Le Thi Kim  (FE FPTU CT)" userId="33772939-cd87-45c1-be61-e0648bc25a53" providerId="ADAL" clId="{52B1CB9C-F2F4-4027-93CC-0966534C0C78}" dt="2021-08-08T08:42:16.321" v="0" actId="47"/>
        <pc:sldMkLst>
          <pc:docMk/>
          <pc:sldMk cId="1378875007" sldId="351"/>
        </pc:sldMkLst>
      </pc:sldChg>
      <pc:sldChg chg="del">
        <pc:chgData name="Oanh Le Thi Kim  (FE FPTU CT)" userId="33772939-cd87-45c1-be61-e0648bc25a53" providerId="ADAL" clId="{52B1CB9C-F2F4-4027-93CC-0966534C0C78}" dt="2021-08-08T08:42:16.321" v="0" actId="47"/>
        <pc:sldMkLst>
          <pc:docMk/>
          <pc:sldMk cId="1502880382" sldId="352"/>
        </pc:sldMkLst>
      </pc:sldChg>
      <pc:sldChg chg="modSp mod">
        <pc:chgData name="Oanh Le Thi Kim  (FE FPTU CT)" userId="33772939-cd87-45c1-be61-e0648bc25a53" providerId="ADAL" clId="{52B1CB9C-F2F4-4027-93CC-0966534C0C78}" dt="2021-08-21T11:42:39.570" v="10" actId="14100"/>
        <pc:sldMkLst>
          <pc:docMk/>
          <pc:sldMk cId="1921137803" sldId="353"/>
        </pc:sldMkLst>
        <pc:spChg chg="mod">
          <ac:chgData name="Oanh Le Thi Kim  (FE FPTU CT)" userId="33772939-cd87-45c1-be61-e0648bc25a53" providerId="ADAL" clId="{52B1CB9C-F2F4-4027-93CC-0966534C0C78}" dt="2021-08-21T11:42:39.570" v="10" actId="14100"/>
          <ac:spMkLst>
            <pc:docMk/>
            <pc:sldMk cId="1921137803" sldId="353"/>
            <ac:spMk id="5" creationId="{9F4B3034-E2E3-4173-8554-B1E008035346}"/>
          </ac:spMkLst>
        </pc:spChg>
      </pc:sldChg>
      <pc:sldChg chg="del">
        <pc:chgData name="Oanh Le Thi Kim  (FE FPTU CT)" userId="33772939-cd87-45c1-be61-e0648bc25a53" providerId="ADAL" clId="{52B1CB9C-F2F4-4027-93CC-0966534C0C78}" dt="2021-08-08T08:42:16.321" v="0" actId="47"/>
        <pc:sldMkLst>
          <pc:docMk/>
          <pc:sldMk cId="2396949239" sldId="357"/>
        </pc:sldMkLst>
      </pc:sldChg>
      <pc:sldChg chg="del">
        <pc:chgData name="Oanh Le Thi Kim  (FE FPTU CT)" userId="33772939-cd87-45c1-be61-e0648bc25a53" providerId="ADAL" clId="{52B1CB9C-F2F4-4027-93CC-0966534C0C78}" dt="2021-08-08T08:42:16.321" v="0" actId="47"/>
        <pc:sldMkLst>
          <pc:docMk/>
          <pc:sldMk cId="2373456421" sldId="358"/>
        </pc:sldMkLst>
      </pc:sldChg>
      <pc:sldChg chg="del">
        <pc:chgData name="Oanh Le Thi Kim  (FE FPTU CT)" userId="33772939-cd87-45c1-be61-e0648bc25a53" providerId="ADAL" clId="{52B1CB9C-F2F4-4027-93CC-0966534C0C78}" dt="2021-08-08T08:42:16.321" v="0" actId="47"/>
        <pc:sldMkLst>
          <pc:docMk/>
          <pc:sldMk cId="3795194396" sldId="359"/>
        </pc:sldMkLst>
      </pc:sldChg>
      <pc:sldChg chg="del">
        <pc:chgData name="Oanh Le Thi Kim  (FE FPTU CT)" userId="33772939-cd87-45c1-be61-e0648bc25a53" providerId="ADAL" clId="{52B1CB9C-F2F4-4027-93CC-0966534C0C78}" dt="2021-08-08T08:42:16.321" v="0" actId="47"/>
        <pc:sldMkLst>
          <pc:docMk/>
          <pc:sldMk cId="2507326125" sldId="360"/>
        </pc:sldMkLst>
      </pc:sldChg>
      <pc:sldChg chg="del">
        <pc:chgData name="Oanh Le Thi Kim  (FE FPTU CT)" userId="33772939-cd87-45c1-be61-e0648bc25a53" providerId="ADAL" clId="{52B1CB9C-F2F4-4027-93CC-0966534C0C78}" dt="2021-08-08T08:42:16.321" v="0" actId="47"/>
        <pc:sldMkLst>
          <pc:docMk/>
          <pc:sldMk cId="1703791009" sldId="365"/>
        </pc:sldMkLst>
      </pc:sldChg>
      <pc:sldChg chg="del">
        <pc:chgData name="Oanh Le Thi Kim  (FE FPTU CT)" userId="33772939-cd87-45c1-be61-e0648bc25a53" providerId="ADAL" clId="{52B1CB9C-F2F4-4027-93CC-0966534C0C78}" dt="2021-08-08T08:42:34.560" v="1" actId="47"/>
        <pc:sldMkLst>
          <pc:docMk/>
          <pc:sldMk cId="427404198" sldId="370"/>
        </pc:sldMkLst>
      </pc:sldChg>
      <pc:sldChg chg="del">
        <pc:chgData name="Oanh Le Thi Kim  (FE FPTU CT)" userId="33772939-cd87-45c1-be61-e0648bc25a53" providerId="ADAL" clId="{52B1CB9C-F2F4-4027-93CC-0966534C0C78}" dt="2021-08-08T08:42:16.321" v="0" actId="47"/>
        <pc:sldMkLst>
          <pc:docMk/>
          <pc:sldMk cId="2104607827" sldId="371"/>
        </pc:sldMkLst>
      </pc:sldChg>
      <pc:sldChg chg="del">
        <pc:chgData name="Oanh Le Thi Kim  (FE FPTU CT)" userId="33772939-cd87-45c1-be61-e0648bc25a53" providerId="ADAL" clId="{52B1CB9C-F2F4-4027-93CC-0966534C0C78}" dt="2021-08-08T08:42:16.321" v="0" actId="47"/>
        <pc:sldMkLst>
          <pc:docMk/>
          <pc:sldMk cId="3397200444" sldId="372"/>
        </pc:sldMkLst>
      </pc:sldChg>
      <pc:sldChg chg="del">
        <pc:chgData name="Oanh Le Thi Kim  (FE FPTU CT)" userId="33772939-cd87-45c1-be61-e0648bc25a53" providerId="ADAL" clId="{52B1CB9C-F2F4-4027-93CC-0966534C0C78}" dt="2021-08-08T08:42:16.321" v="0" actId="47"/>
        <pc:sldMkLst>
          <pc:docMk/>
          <pc:sldMk cId="408844313" sldId="413"/>
        </pc:sldMkLst>
      </pc:sldChg>
      <pc:sldChg chg="del">
        <pc:chgData name="Oanh Le Thi Kim  (FE FPTU CT)" userId="33772939-cd87-45c1-be61-e0648bc25a53" providerId="ADAL" clId="{52B1CB9C-F2F4-4027-93CC-0966534C0C78}" dt="2021-08-08T08:42:16.321" v="0" actId="47"/>
        <pc:sldMkLst>
          <pc:docMk/>
          <pc:sldMk cId="608496223" sldId="428"/>
        </pc:sldMkLst>
      </pc:sldChg>
      <pc:sldChg chg="del">
        <pc:chgData name="Oanh Le Thi Kim  (FE FPTU CT)" userId="33772939-cd87-45c1-be61-e0648bc25a53" providerId="ADAL" clId="{52B1CB9C-F2F4-4027-93CC-0966534C0C78}" dt="2021-08-08T08:42:34.560" v="1" actId="47"/>
        <pc:sldMkLst>
          <pc:docMk/>
          <pc:sldMk cId="886559900" sldId="430"/>
        </pc:sldMkLst>
      </pc:sldChg>
      <pc:sldChg chg="del">
        <pc:chgData name="Oanh Le Thi Kim  (FE FPTU CT)" userId="33772939-cd87-45c1-be61-e0648bc25a53" providerId="ADAL" clId="{52B1CB9C-F2F4-4027-93CC-0966534C0C78}" dt="2021-08-08T08:42:34.560" v="1" actId="47"/>
        <pc:sldMkLst>
          <pc:docMk/>
          <pc:sldMk cId="1905524200" sldId="432"/>
        </pc:sldMkLst>
      </pc:sldChg>
      <pc:sldChg chg="del">
        <pc:chgData name="Oanh Le Thi Kim  (FE FPTU CT)" userId="33772939-cd87-45c1-be61-e0648bc25a53" providerId="ADAL" clId="{52B1CB9C-F2F4-4027-93CC-0966534C0C78}" dt="2021-08-08T08:42:16.321" v="0" actId="47"/>
        <pc:sldMkLst>
          <pc:docMk/>
          <pc:sldMk cId="577269292" sldId="433"/>
        </pc:sldMkLst>
      </pc:sldChg>
      <pc:sldChg chg="del">
        <pc:chgData name="Oanh Le Thi Kim  (FE FPTU CT)" userId="33772939-cd87-45c1-be61-e0648bc25a53" providerId="ADAL" clId="{52B1CB9C-F2F4-4027-93CC-0966534C0C78}" dt="2021-08-08T08:42:34.560" v="1" actId="47"/>
        <pc:sldMkLst>
          <pc:docMk/>
          <pc:sldMk cId="3710736048" sldId="434"/>
        </pc:sldMkLst>
      </pc:sldChg>
      <pc:sldChg chg="del">
        <pc:chgData name="Oanh Le Thi Kim  (FE FPTU CT)" userId="33772939-cd87-45c1-be61-e0648bc25a53" providerId="ADAL" clId="{52B1CB9C-F2F4-4027-93CC-0966534C0C78}" dt="2021-08-08T08:42:34.560" v="1" actId="47"/>
        <pc:sldMkLst>
          <pc:docMk/>
          <pc:sldMk cId="3245471418" sldId="435"/>
        </pc:sldMkLst>
      </pc:sldChg>
      <pc:sldChg chg="del">
        <pc:chgData name="Oanh Le Thi Kim  (FE FPTU CT)" userId="33772939-cd87-45c1-be61-e0648bc25a53" providerId="ADAL" clId="{52B1CB9C-F2F4-4027-93CC-0966534C0C78}" dt="2021-08-08T08:42:34.560" v="1" actId="47"/>
        <pc:sldMkLst>
          <pc:docMk/>
          <pc:sldMk cId="1898346204" sldId="443"/>
        </pc:sldMkLst>
      </pc:sldChg>
      <pc:sldChg chg="del">
        <pc:chgData name="Oanh Le Thi Kim  (FE FPTU CT)" userId="33772939-cd87-45c1-be61-e0648bc25a53" providerId="ADAL" clId="{52B1CB9C-F2F4-4027-93CC-0966534C0C78}" dt="2021-08-08T08:42:34.560" v="1" actId="47"/>
        <pc:sldMkLst>
          <pc:docMk/>
          <pc:sldMk cId="3450673402" sldId="454"/>
        </pc:sldMkLst>
      </pc:sldChg>
      <pc:sldChg chg="del">
        <pc:chgData name="Oanh Le Thi Kim  (FE FPTU CT)" userId="33772939-cd87-45c1-be61-e0648bc25a53" providerId="ADAL" clId="{52B1CB9C-F2F4-4027-93CC-0966534C0C78}" dt="2021-08-08T08:42:34.560" v="1" actId="47"/>
        <pc:sldMkLst>
          <pc:docMk/>
          <pc:sldMk cId="888382770" sldId="460"/>
        </pc:sldMkLst>
      </pc:sldChg>
      <pc:sldChg chg="del">
        <pc:chgData name="Oanh Le Thi Kim  (FE FPTU CT)" userId="33772939-cd87-45c1-be61-e0648bc25a53" providerId="ADAL" clId="{52B1CB9C-F2F4-4027-93CC-0966534C0C78}" dt="2021-08-08T08:42:16.321" v="0" actId="47"/>
        <pc:sldMkLst>
          <pc:docMk/>
          <pc:sldMk cId="3154101632" sldId="461"/>
        </pc:sldMkLst>
      </pc:sldChg>
      <pc:sldChg chg="del">
        <pc:chgData name="Oanh Le Thi Kim  (FE FPTU CT)" userId="33772939-cd87-45c1-be61-e0648bc25a53" providerId="ADAL" clId="{52B1CB9C-F2F4-4027-93CC-0966534C0C78}" dt="2021-08-08T08:42:16.321" v="0" actId="47"/>
        <pc:sldMkLst>
          <pc:docMk/>
          <pc:sldMk cId="3832996583" sldId="464"/>
        </pc:sldMkLst>
      </pc:sldChg>
      <pc:sldChg chg="del">
        <pc:chgData name="Oanh Le Thi Kim  (FE FPTU CT)" userId="33772939-cd87-45c1-be61-e0648bc25a53" providerId="ADAL" clId="{52B1CB9C-F2F4-4027-93CC-0966534C0C78}" dt="2021-08-08T08:42:16.321" v="0" actId="47"/>
        <pc:sldMkLst>
          <pc:docMk/>
          <pc:sldMk cId="639745509" sldId="468"/>
        </pc:sldMkLst>
      </pc:sldChg>
      <pc:sldChg chg="del">
        <pc:chgData name="Oanh Le Thi Kim  (FE FPTU CT)" userId="33772939-cd87-45c1-be61-e0648bc25a53" providerId="ADAL" clId="{52B1CB9C-F2F4-4027-93CC-0966534C0C78}" dt="2021-08-08T08:42:16.321" v="0" actId="47"/>
        <pc:sldMkLst>
          <pc:docMk/>
          <pc:sldMk cId="2595167715" sldId="471"/>
        </pc:sldMkLst>
      </pc:sldChg>
      <pc:sldChg chg="del">
        <pc:chgData name="Oanh Le Thi Kim  (FE FPTU CT)" userId="33772939-cd87-45c1-be61-e0648bc25a53" providerId="ADAL" clId="{52B1CB9C-F2F4-4027-93CC-0966534C0C78}" dt="2021-08-08T08:42:16.321" v="0" actId="47"/>
        <pc:sldMkLst>
          <pc:docMk/>
          <pc:sldMk cId="171005382" sldId="472"/>
        </pc:sldMkLst>
      </pc:sldChg>
      <pc:sldChg chg="del">
        <pc:chgData name="Oanh Le Thi Kim  (FE FPTU CT)" userId="33772939-cd87-45c1-be61-e0648bc25a53" providerId="ADAL" clId="{52B1CB9C-F2F4-4027-93CC-0966534C0C78}" dt="2021-08-08T08:42:16.321" v="0" actId="47"/>
        <pc:sldMkLst>
          <pc:docMk/>
          <pc:sldMk cId="2492953139" sldId="473"/>
        </pc:sldMkLst>
      </pc:sldChg>
      <pc:sldChg chg="del">
        <pc:chgData name="Oanh Le Thi Kim  (FE FPTU CT)" userId="33772939-cd87-45c1-be61-e0648bc25a53" providerId="ADAL" clId="{52B1CB9C-F2F4-4027-93CC-0966534C0C78}" dt="2021-08-08T08:42:16.321" v="0" actId="47"/>
        <pc:sldMkLst>
          <pc:docMk/>
          <pc:sldMk cId="1040436584" sldId="474"/>
        </pc:sldMkLst>
      </pc:sldChg>
      <pc:sldChg chg="del">
        <pc:chgData name="Oanh Le Thi Kim  (FE FPTU CT)" userId="33772939-cd87-45c1-be61-e0648bc25a53" providerId="ADAL" clId="{52B1CB9C-F2F4-4027-93CC-0966534C0C78}" dt="2021-08-08T08:42:16.321" v="0" actId="47"/>
        <pc:sldMkLst>
          <pc:docMk/>
          <pc:sldMk cId="342738750" sldId="475"/>
        </pc:sldMkLst>
      </pc:sldChg>
      <pc:sldChg chg="del">
        <pc:chgData name="Oanh Le Thi Kim  (FE FPTU CT)" userId="33772939-cd87-45c1-be61-e0648bc25a53" providerId="ADAL" clId="{52B1CB9C-F2F4-4027-93CC-0966534C0C78}" dt="2021-08-08T08:42:16.321" v="0" actId="47"/>
        <pc:sldMkLst>
          <pc:docMk/>
          <pc:sldMk cId="3174917863" sldId="480"/>
        </pc:sldMkLst>
      </pc:sldChg>
      <pc:sldChg chg="del">
        <pc:chgData name="Oanh Le Thi Kim  (FE FPTU CT)" userId="33772939-cd87-45c1-be61-e0648bc25a53" providerId="ADAL" clId="{52B1CB9C-F2F4-4027-93CC-0966534C0C78}" dt="2021-08-08T08:42:16.321" v="0" actId="47"/>
        <pc:sldMkLst>
          <pc:docMk/>
          <pc:sldMk cId="2409901795" sldId="481"/>
        </pc:sldMkLst>
      </pc:sldChg>
      <pc:sldChg chg="addSp delSp modSp mod delAnim modAnim">
        <pc:chgData name="Oanh Le Thi Kim  (FE FPTU CT)" userId="33772939-cd87-45c1-be61-e0648bc25a53" providerId="ADAL" clId="{52B1CB9C-F2F4-4027-93CC-0966534C0C78}" dt="2021-08-21T11:43:53.679" v="36" actId="20577"/>
        <pc:sldMkLst>
          <pc:docMk/>
          <pc:sldMk cId="2208081324" sldId="485"/>
        </pc:sldMkLst>
        <pc:spChg chg="mod">
          <ac:chgData name="Oanh Le Thi Kim  (FE FPTU CT)" userId="33772939-cd87-45c1-be61-e0648bc25a53" providerId="ADAL" clId="{52B1CB9C-F2F4-4027-93CC-0966534C0C78}" dt="2021-08-21T11:43:53.679" v="36" actId="20577"/>
          <ac:spMkLst>
            <pc:docMk/>
            <pc:sldMk cId="2208081324" sldId="485"/>
            <ac:spMk id="2" creationId="{00000000-0000-0000-0000-000000000000}"/>
          </ac:spMkLst>
        </pc:spChg>
        <pc:spChg chg="mod">
          <ac:chgData name="Oanh Le Thi Kim  (FE FPTU CT)" userId="33772939-cd87-45c1-be61-e0648bc25a53" providerId="ADAL" clId="{52B1CB9C-F2F4-4027-93CC-0966534C0C78}" dt="2021-08-21T11:43:43.610" v="28" actId="14100"/>
          <ac:spMkLst>
            <pc:docMk/>
            <pc:sldMk cId="2208081324" sldId="485"/>
            <ac:spMk id="4" creationId="{C5FA52AD-242A-400F-844C-3801A605C7AC}"/>
          </ac:spMkLst>
        </pc:spChg>
        <pc:spChg chg="del">
          <ac:chgData name="Oanh Le Thi Kim  (FE FPTU CT)" userId="33772939-cd87-45c1-be61-e0648bc25a53" providerId="ADAL" clId="{52B1CB9C-F2F4-4027-93CC-0966534C0C78}" dt="2021-08-21T11:43:28.960" v="24" actId="478"/>
          <ac:spMkLst>
            <pc:docMk/>
            <pc:sldMk cId="2208081324" sldId="485"/>
            <ac:spMk id="5" creationId="{93682737-2955-41D0-906D-14F1E7DCDC97}"/>
          </ac:spMkLst>
        </pc:spChg>
        <pc:spChg chg="add mod">
          <ac:chgData name="Oanh Le Thi Kim  (FE FPTU CT)" userId="33772939-cd87-45c1-be61-e0648bc25a53" providerId="ADAL" clId="{52B1CB9C-F2F4-4027-93CC-0966534C0C78}" dt="2021-08-21T11:42:59.493" v="14"/>
          <ac:spMkLst>
            <pc:docMk/>
            <pc:sldMk cId="2208081324" sldId="485"/>
            <ac:spMk id="6" creationId="{646B2B7E-62CF-41D4-ADBE-DF9993E1B9D9}"/>
          </ac:spMkLst>
        </pc:spChg>
        <pc:spChg chg="add del mod">
          <ac:chgData name="Oanh Le Thi Kim  (FE FPTU CT)" userId="33772939-cd87-45c1-be61-e0648bc25a53" providerId="ADAL" clId="{52B1CB9C-F2F4-4027-93CC-0966534C0C78}" dt="2021-08-21T11:43:31.462" v="25" actId="478"/>
          <ac:spMkLst>
            <pc:docMk/>
            <pc:sldMk cId="2208081324" sldId="485"/>
            <ac:spMk id="7" creationId="{9727D076-7DA5-4CDF-842C-FDF80E3CAAEE}"/>
          </ac:spMkLst>
        </pc:spChg>
      </pc:sldChg>
      <pc:sldChg chg="modSp mod">
        <pc:chgData name="Oanh Le Thi Kim  (FE FPTU CT)" userId="33772939-cd87-45c1-be61-e0648bc25a53" providerId="ADAL" clId="{52B1CB9C-F2F4-4027-93CC-0966534C0C78}" dt="2021-08-21T03:59:12.704" v="4" actId="207"/>
        <pc:sldMkLst>
          <pc:docMk/>
          <pc:sldMk cId="894429737" sldId="486"/>
        </pc:sldMkLst>
        <pc:spChg chg="mod">
          <ac:chgData name="Oanh Le Thi Kim  (FE FPTU CT)" userId="33772939-cd87-45c1-be61-e0648bc25a53" providerId="ADAL" clId="{52B1CB9C-F2F4-4027-93CC-0966534C0C78}" dt="2021-08-21T03:59:12.704" v="4" actId="207"/>
          <ac:spMkLst>
            <pc:docMk/>
            <pc:sldMk cId="894429737" sldId="486"/>
            <ac:spMk id="4" creationId="{9CB7EEE1-C007-45D6-9CB2-FB416E743C66}"/>
          </ac:spMkLst>
        </pc:spChg>
      </pc:sldChg>
      <pc:sldChg chg="ord">
        <pc:chgData name="Oanh Le Thi Kim  (FE FPTU CT)" userId="33772939-cd87-45c1-be61-e0648bc25a53" providerId="ADAL" clId="{52B1CB9C-F2F4-4027-93CC-0966534C0C78}" dt="2021-08-21T04:00:19.149" v="8"/>
        <pc:sldMkLst>
          <pc:docMk/>
          <pc:sldMk cId="614729614" sldId="490"/>
        </pc:sldMkLst>
      </pc:sldChg>
      <pc:sldChg chg="modSp mod">
        <pc:chgData name="Oanh Le Thi Kim  (FE FPTU CT)" userId="33772939-cd87-45c1-be61-e0648bc25a53" providerId="ADAL" clId="{52B1CB9C-F2F4-4027-93CC-0966534C0C78}" dt="2021-08-21T11:44:18.918" v="37" actId="20577"/>
        <pc:sldMkLst>
          <pc:docMk/>
          <pc:sldMk cId="851419260" sldId="492"/>
        </pc:sldMkLst>
        <pc:spChg chg="mod">
          <ac:chgData name="Oanh Le Thi Kim  (FE FPTU CT)" userId="33772939-cd87-45c1-be61-e0648bc25a53" providerId="ADAL" clId="{52B1CB9C-F2F4-4027-93CC-0966534C0C78}" dt="2021-08-21T11:44:18.918" v="37" actId="20577"/>
          <ac:spMkLst>
            <pc:docMk/>
            <pc:sldMk cId="851419260" sldId="492"/>
            <ac:spMk id="5" creationId="{9F4B3034-E2E3-4173-8554-B1E008035346}"/>
          </ac:spMkLst>
        </pc:spChg>
      </pc:sldChg>
      <pc:sldChg chg="del">
        <pc:chgData name="Oanh Le Thi Kim  (FE FPTU CT)" userId="33772939-cd87-45c1-be61-e0648bc25a53" providerId="ADAL" clId="{52B1CB9C-F2F4-4027-93CC-0966534C0C78}" dt="2021-08-08T08:42:16.321" v="0" actId="47"/>
        <pc:sldMkLst>
          <pc:docMk/>
          <pc:sldMk cId="292098498" sldId="497"/>
        </pc:sldMkLst>
      </pc:sldChg>
      <pc:sldChg chg="del">
        <pc:chgData name="Oanh Le Thi Kim  (FE FPTU CT)" userId="33772939-cd87-45c1-be61-e0648bc25a53" providerId="ADAL" clId="{52B1CB9C-F2F4-4027-93CC-0966534C0C78}" dt="2021-08-08T08:42:34.560" v="1" actId="47"/>
        <pc:sldMkLst>
          <pc:docMk/>
          <pc:sldMk cId="535750892" sldId="498"/>
        </pc:sldMkLst>
      </pc:sldChg>
      <pc:sldChg chg="del">
        <pc:chgData name="Oanh Le Thi Kim  (FE FPTU CT)" userId="33772939-cd87-45c1-be61-e0648bc25a53" providerId="ADAL" clId="{52B1CB9C-F2F4-4027-93CC-0966534C0C78}" dt="2021-08-08T08:42:34.560" v="1" actId="47"/>
        <pc:sldMkLst>
          <pc:docMk/>
          <pc:sldMk cId="63526228" sldId="499"/>
        </pc:sldMkLst>
      </pc:sldChg>
      <pc:sldChg chg="del">
        <pc:chgData name="Oanh Le Thi Kim  (FE FPTU CT)" userId="33772939-cd87-45c1-be61-e0648bc25a53" providerId="ADAL" clId="{52B1CB9C-F2F4-4027-93CC-0966534C0C78}" dt="2021-08-08T08:42:34.560" v="1" actId="47"/>
        <pc:sldMkLst>
          <pc:docMk/>
          <pc:sldMk cId="2081556552" sldId="502"/>
        </pc:sldMkLst>
      </pc:sldChg>
      <pc:sldChg chg="del">
        <pc:chgData name="Oanh Le Thi Kim  (FE FPTU CT)" userId="33772939-cd87-45c1-be61-e0648bc25a53" providerId="ADAL" clId="{52B1CB9C-F2F4-4027-93CC-0966534C0C78}" dt="2021-08-08T08:42:34.560" v="1" actId="47"/>
        <pc:sldMkLst>
          <pc:docMk/>
          <pc:sldMk cId="2783505280" sldId="506"/>
        </pc:sldMkLst>
      </pc:sldChg>
      <pc:sldChg chg="del">
        <pc:chgData name="Oanh Le Thi Kim  (FE FPTU CT)" userId="33772939-cd87-45c1-be61-e0648bc25a53" providerId="ADAL" clId="{52B1CB9C-F2F4-4027-93CC-0966534C0C78}" dt="2021-08-08T08:42:16.321" v="0" actId="47"/>
        <pc:sldMkLst>
          <pc:docMk/>
          <pc:sldMk cId="316366365" sldId="508"/>
        </pc:sldMkLst>
      </pc:sldChg>
      <pc:sldChg chg="del">
        <pc:chgData name="Oanh Le Thi Kim  (FE FPTU CT)" userId="33772939-cd87-45c1-be61-e0648bc25a53" providerId="ADAL" clId="{52B1CB9C-F2F4-4027-93CC-0966534C0C78}" dt="2021-08-08T08:42:34.560" v="1" actId="47"/>
        <pc:sldMkLst>
          <pc:docMk/>
          <pc:sldMk cId="3735703511" sldId="512"/>
        </pc:sldMkLst>
      </pc:sldChg>
      <pc:sldChg chg="del">
        <pc:chgData name="Oanh Le Thi Kim  (FE FPTU CT)" userId="33772939-cd87-45c1-be61-e0648bc25a53" providerId="ADAL" clId="{52B1CB9C-F2F4-4027-93CC-0966534C0C78}" dt="2021-08-08T08:42:34.560" v="1" actId="47"/>
        <pc:sldMkLst>
          <pc:docMk/>
          <pc:sldMk cId="903742106" sldId="516"/>
        </pc:sldMkLst>
      </pc:sldChg>
      <pc:sldChg chg="del">
        <pc:chgData name="Oanh Le Thi Kim  (FE FPTU CT)" userId="33772939-cd87-45c1-be61-e0648bc25a53" providerId="ADAL" clId="{52B1CB9C-F2F4-4027-93CC-0966534C0C78}" dt="2021-08-08T08:42:16.321" v="0" actId="47"/>
        <pc:sldMkLst>
          <pc:docMk/>
          <pc:sldMk cId="2841483565" sldId="522"/>
        </pc:sldMkLst>
      </pc:sldChg>
      <pc:sldChg chg="del">
        <pc:chgData name="Oanh Le Thi Kim  (FE FPTU CT)" userId="33772939-cd87-45c1-be61-e0648bc25a53" providerId="ADAL" clId="{52B1CB9C-F2F4-4027-93CC-0966534C0C78}" dt="2021-08-08T08:42:16.321" v="0" actId="47"/>
        <pc:sldMkLst>
          <pc:docMk/>
          <pc:sldMk cId="3751877675" sldId="523"/>
        </pc:sldMkLst>
      </pc:sldChg>
      <pc:sldChg chg="del">
        <pc:chgData name="Oanh Le Thi Kim  (FE FPTU CT)" userId="33772939-cd87-45c1-be61-e0648bc25a53" providerId="ADAL" clId="{52B1CB9C-F2F4-4027-93CC-0966534C0C78}" dt="2021-08-08T08:42:16.321" v="0" actId="47"/>
        <pc:sldMkLst>
          <pc:docMk/>
          <pc:sldMk cId="791423648" sldId="524"/>
        </pc:sldMkLst>
      </pc:sldChg>
      <pc:sldChg chg="del">
        <pc:chgData name="Oanh Le Thi Kim  (FE FPTU CT)" userId="33772939-cd87-45c1-be61-e0648bc25a53" providerId="ADAL" clId="{52B1CB9C-F2F4-4027-93CC-0966534C0C78}" dt="2021-08-08T08:42:16.321" v="0" actId="47"/>
        <pc:sldMkLst>
          <pc:docMk/>
          <pc:sldMk cId="3989141383" sldId="525"/>
        </pc:sldMkLst>
      </pc:sldChg>
      <pc:sldChg chg="del">
        <pc:chgData name="Oanh Le Thi Kim  (FE FPTU CT)" userId="33772939-cd87-45c1-be61-e0648bc25a53" providerId="ADAL" clId="{52B1CB9C-F2F4-4027-93CC-0966534C0C78}" dt="2021-08-08T08:42:16.321" v="0" actId="47"/>
        <pc:sldMkLst>
          <pc:docMk/>
          <pc:sldMk cId="2763642849" sldId="526"/>
        </pc:sldMkLst>
      </pc:sldChg>
      <pc:sldChg chg="del">
        <pc:chgData name="Oanh Le Thi Kim  (FE FPTU CT)" userId="33772939-cd87-45c1-be61-e0648bc25a53" providerId="ADAL" clId="{52B1CB9C-F2F4-4027-93CC-0966534C0C78}" dt="2021-08-08T08:42:16.321" v="0" actId="47"/>
        <pc:sldMkLst>
          <pc:docMk/>
          <pc:sldMk cId="131976238" sldId="527"/>
        </pc:sldMkLst>
      </pc:sldChg>
      <pc:sldChg chg="del">
        <pc:chgData name="Oanh Le Thi Kim  (FE FPTU CT)" userId="33772939-cd87-45c1-be61-e0648bc25a53" providerId="ADAL" clId="{52B1CB9C-F2F4-4027-93CC-0966534C0C78}" dt="2021-08-08T08:42:16.321" v="0" actId="47"/>
        <pc:sldMkLst>
          <pc:docMk/>
          <pc:sldMk cId="2192506353" sldId="528"/>
        </pc:sldMkLst>
      </pc:sldChg>
      <pc:sldChg chg="del">
        <pc:chgData name="Oanh Le Thi Kim  (FE FPTU CT)" userId="33772939-cd87-45c1-be61-e0648bc25a53" providerId="ADAL" clId="{52B1CB9C-F2F4-4027-93CC-0966534C0C78}" dt="2021-08-08T08:42:16.321" v="0" actId="47"/>
        <pc:sldMkLst>
          <pc:docMk/>
          <pc:sldMk cId="3092057956" sldId="529"/>
        </pc:sldMkLst>
      </pc:sldChg>
      <pc:sldChg chg="del">
        <pc:chgData name="Oanh Le Thi Kim  (FE FPTU CT)" userId="33772939-cd87-45c1-be61-e0648bc25a53" providerId="ADAL" clId="{52B1CB9C-F2F4-4027-93CC-0966534C0C78}" dt="2021-08-08T08:42:16.321" v="0" actId="47"/>
        <pc:sldMkLst>
          <pc:docMk/>
          <pc:sldMk cId="3040785848" sldId="530"/>
        </pc:sldMkLst>
      </pc:sldChg>
      <pc:sldChg chg="del">
        <pc:chgData name="Oanh Le Thi Kim  (FE FPTU CT)" userId="33772939-cd87-45c1-be61-e0648bc25a53" providerId="ADAL" clId="{52B1CB9C-F2F4-4027-93CC-0966534C0C78}" dt="2021-08-08T08:42:16.321" v="0" actId="47"/>
        <pc:sldMkLst>
          <pc:docMk/>
          <pc:sldMk cId="3681659485" sldId="531"/>
        </pc:sldMkLst>
      </pc:sldChg>
      <pc:sldChg chg="del">
        <pc:chgData name="Oanh Le Thi Kim  (FE FPTU CT)" userId="33772939-cd87-45c1-be61-e0648bc25a53" providerId="ADAL" clId="{52B1CB9C-F2F4-4027-93CC-0966534C0C78}" dt="2021-08-08T08:42:16.321" v="0" actId="47"/>
        <pc:sldMkLst>
          <pc:docMk/>
          <pc:sldMk cId="3733174323" sldId="532"/>
        </pc:sldMkLst>
      </pc:sldChg>
      <pc:sldChg chg="del">
        <pc:chgData name="Oanh Le Thi Kim  (FE FPTU CT)" userId="33772939-cd87-45c1-be61-e0648bc25a53" providerId="ADAL" clId="{52B1CB9C-F2F4-4027-93CC-0966534C0C78}" dt="2021-08-08T08:42:16.321" v="0" actId="47"/>
        <pc:sldMkLst>
          <pc:docMk/>
          <pc:sldMk cId="4256717469" sldId="534"/>
        </pc:sldMkLst>
      </pc:sldChg>
      <pc:sldChg chg="del">
        <pc:chgData name="Oanh Le Thi Kim  (FE FPTU CT)" userId="33772939-cd87-45c1-be61-e0648bc25a53" providerId="ADAL" clId="{52B1CB9C-F2F4-4027-93CC-0966534C0C78}" dt="2021-08-08T08:42:16.321" v="0" actId="47"/>
        <pc:sldMkLst>
          <pc:docMk/>
          <pc:sldMk cId="3837441371" sldId="535"/>
        </pc:sldMkLst>
      </pc:sldChg>
      <pc:sldChg chg="del">
        <pc:chgData name="Oanh Le Thi Kim  (FE FPTU CT)" userId="33772939-cd87-45c1-be61-e0648bc25a53" providerId="ADAL" clId="{52B1CB9C-F2F4-4027-93CC-0966534C0C78}" dt="2021-08-08T08:42:34.560" v="1" actId="47"/>
        <pc:sldMkLst>
          <pc:docMk/>
          <pc:sldMk cId="2430155440" sldId="539"/>
        </pc:sldMkLst>
      </pc:sldChg>
      <pc:sldChg chg="delSp modSp add mod ord delAnim modAnim">
        <pc:chgData name="Oanh Le Thi Kim  (FE FPTU CT)" userId="33772939-cd87-45c1-be61-e0648bc25a53" providerId="ADAL" clId="{52B1CB9C-F2F4-4027-93CC-0966534C0C78}" dt="2021-08-21T11:43:25.713" v="23" actId="14100"/>
        <pc:sldMkLst>
          <pc:docMk/>
          <pc:sldMk cId="4050769724" sldId="539"/>
        </pc:sldMkLst>
        <pc:spChg chg="del">
          <ac:chgData name="Oanh Le Thi Kim  (FE FPTU CT)" userId="33772939-cd87-45c1-be61-e0648bc25a53" providerId="ADAL" clId="{52B1CB9C-F2F4-4027-93CC-0966534C0C78}" dt="2021-08-21T11:43:05.210" v="16" actId="478"/>
          <ac:spMkLst>
            <pc:docMk/>
            <pc:sldMk cId="4050769724" sldId="539"/>
            <ac:spMk id="4" creationId="{C5FA52AD-242A-400F-844C-3801A605C7AC}"/>
          </ac:spMkLst>
        </pc:spChg>
        <pc:spChg chg="mod">
          <ac:chgData name="Oanh Le Thi Kim  (FE FPTU CT)" userId="33772939-cd87-45c1-be61-e0648bc25a53" providerId="ADAL" clId="{52B1CB9C-F2F4-4027-93CC-0966534C0C78}" dt="2021-08-21T11:43:25.713" v="23" actId="14100"/>
          <ac:spMkLst>
            <pc:docMk/>
            <pc:sldMk cId="4050769724" sldId="539"/>
            <ac:spMk id="5" creationId="{93682737-2955-41D0-906D-14F1E7DCDC97}"/>
          </ac:spMkLst>
        </pc:spChg>
      </pc:sldChg>
      <pc:sldChg chg="del">
        <pc:chgData name="Oanh Le Thi Kim  (FE FPTU CT)" userId="33772939-cd87-45c1-be61-e0648bc25a53" providerId="ADAL" clId="{52B1CB9C-F2F4-4027-93CC-0966534C0C78}" dt="2021-08-08T08:42:34.560" v="1" actId="47"/>
        <pc:sldMkLst>
          <pc:docMk/>
          <pc:sldMk cId="3615177685" sldId="540"/>
        </pc:sldMkLst>
      </pc:sldChg>
      <pc:sldChg chg="del">
        <pc:chgData name="Oanh Le Thi Kim  (FE FPTU CT)" userId="33772939-cd87-45c1-be61-e0648bc25a53" providerId="ADAL" clId="{52B1CB9C-F2F4-4027-93CC-0966534C0C78}" dt="2021-08-08T08:42:34.560" v="1" actId="47"/>
        <pc:sldMkLst>
          <pc:docMk/>
          <pc:sldMk cId="770406131" sldId="541"/>
        </pc:sldMkLst>
      </pc:sldChg>
      <pc:sldChg chg="del">
        <pc:chgData name="Oanh Le Thi Kim  (FE FPTU CT)" userId="33772939-cd87-45c1-be61-e0648bc25a53" providerId="ADAL" clId="{52B1CB9C-F2F4-4027-93CC-0966534C0C78}" dt="2021-08-08T08:42:34.560" v="1" actId="47"/>
        <pc:sldMkLst>
          <pc:docMk/>
          <pc:sldMk cId="3752467374" sldId="542"/>
        </pc:sldMkLst>
      </pc:sldChg>
      <pc:sldChg chg="del">
        <pc:chgData name="Oanh Le Thi Kim  (FE FPTU CT)" userId="33772939-cd87-45c1-be61-e0648bc25a53" providerId="ADAL" clId="{52B1CB9C-F2F4-4027-93CC-0966534C0C78}" dt="2021-08-08T08:42:34.560" v="1" actId="47"/>
        <pc:sldMkLst>
          <pc:docMk/>
          <pc:sldMk cId="2081367690" sldId="543"/>
        </pc:sldMkLst>
      </pc:sldChg>
      <pc:sldChg chg="del">
        <pc:chgData name="Oanh Le Thi Kim  (FE FPTU CT)" userId="33772939-cd87-45c1-be61-e0648bc25a53" providerId="ADAL" clId="{52B1CB9C-F2F4-4027-93CC-0966534C0C78}" dt="2021-08-08T08:42:34.560" v="1" actId="47"/>
        <pc:sldMkLst>
          <pc:docMk/>
          <pc:sldMk cId="2398544092" sldId="544"/>
        </pc:sldMkLst>
      </pc:sldChg>
      <pc:sldChg chg="del">
        <pc:chgData name="Oanh Le Thi Kim  (FE FPTU CT)" userId="33772939-cd87-45c1-be61-e0648bc25a53" providerId="ADAL" clId="{52B1CB9C-F2F4-4027-93CC-0966534C0C78}" dt="2021-08-08T08:42:34.560" v="1" actId="47"/>
        <pc:sldMkLst>
          <pc:docMk/>
          <pc:sldMk cId="4158076005" sldId="545"/>
        </pc:sldMkLst>
      </pc:sldChg>
      <pc:sldChg chg="del">
        <pc:chgData name="Oanh Le Thi Kim  (FE FPTU CT)" userId="33772939-cd87-45c1-be61-e0648bc25a53" providerId="ADAL" clId="{52B1CB9C-F2F4-4027-93CC-0966534C0C78}" dt="2021-08-08T08:42:34.560" v="1" actId="47"/>
        <pc:sldMkLst>
          <pc:docMk/>
          <pc:sldMk cId="2662556945" sldId="546"/>
        </pc:sldMkLst>
      </pc:sldChg>
      <pc:sldChg chg="del">
        <pc:chgData name="Oanh Le Thi Kim  (FE FPTU CT)" userId="33772939-cd87-45c1-be61-e0648bc25a53" providerId="ADAL" clId="{52B1CB9C-F2F4-4027-93CC-0966534C0C78}" dt="2021-08-08T08:42:34.560" v="1" actId="47"/>
        <pc:sldMkLst>
          <pc:docMk/>
          <pc:sldMk cId="2770987428" sldId="547"/>
        </pc:sldMkLst>
      </pc:sldChg>
      <pc:sldChg chg="del">
        <pc:chgData name="Oanh Le Thi Kim  (FE FPTU CT)" userId="33772939-cd87-45c1-be61-e0648bc25a53" providerId="ADAL" clId="{52B1CB9C-F2F4-4027-93CC-0966534C0C78}" dt="2021-08-08T08:42:34.560" v="1" actId="47"/>
        <pc:sldMkLst>
          <pc:docMk/>
          <pc:sldMk cId="2960468807" sldId="548"/>
        </pc:sldMkLst>
      </pc:sldChg>
      <pc:sldChg chg="del">
        <pc:chgData name="Oanh Le Thi Kim  (FE FPTU CT)" userId="33772939-cd87-45c1-be61-e0648bc25a53" providerId="ADAL" clId="{52B1CB9C-F2F4-4027-93CC-0966534C0C78}" dt="2021-08-08T08:42:34.560" v="1" actId="47"/>
        <pc:sldMkLst>
          <pc:docMk/>
          <pc:sldMk cId="1600793120" sldId="550"/>
        </pc:sldMkLst>
      </pc:sldChg>
      <pc:sldChg chg="del">
        <pc:chgData name="Oanh Le Thi Kim  (FE FPTU CT)" userId="33772939-cd87-45c1-be61-e0648bc25a53" providerId="ADAL" clId="{52B1CB9C-F2F4-4027-93CC-0966534C0C78}" dt="2021-08-08T08:42:34.560" v="1" actId="47"/>
        <pc:sldMkLst>
          <pc:docMk/>
          <pc:sldMk cId="1776055069" sldId="551"/>
        </pc:sldMkLst>
      </pc:sldChg>
      <pc:sldChg chg="del">
        <pc:chgData name="Oanh Le Thi Kim  (FE FPTU CT)" userId="33772939-cd87-45c1-be61-e0648bc25a53" providerId="ADAL" clId="{52B1CB9C-F2F4-4027-93CC-0966534C0C78}" dt="2021-08-08T08:42:34.560" v="1" actId="47"/>
        <pc:sldMkLst>
          <pc:docMk/>
          <pc:sldMk cId="305453889" sldId="552"/>
        </pc:sldMkLst>
      </pc:sldChg>
      <pc:sldChg chg="del">
        <pc:chgData name="Oanh Le Thi Kim  (FE FPTU CT)" userId="33772939-cd87-45c1-be61-e0648bc25a53" providerId="ADAL" clId="{52B1CB9C-F2F4-4027-93CC-0966534C0C78}" dt="2021-08-08T08:42:34.560" v="1" actId="47"/>
        <pc:sldMkLst>
          <pc:docMk/>
          <pc:sldMk cId="3649587596" sldId="553"/>
        </pc:sldMkLst>
      </pc:sldChg>
      <pc:sldChg chg="del">
        <pc:chgData name="Oanh Le Thi Kim  (FE FPTU CT)" userId="33772939-cd87-45c1-be61-e0648bc25a53" providerId="ADAL" clId="{52B1CB9C-F2F4-4027-93CC-0966534C0C78}" dt="2021-08-08T08:42:34.560" v="1" actId="47"/>
        <pc:sldMkLst>
          <pc:docMk/>
          <pc:sldMk cId="4250152740" sldId="554"/>
        </pc:sldMkLst>
      </pc:sldChg>
      <pc:sldChg chg="del">
        <pc:chgData name="Oanh Le Thi Kim  (FE FPTU CT)" userId="33772939-cd87-45c1-be61-e0648bc25a53" providerId="ADAL" clId="{52B1CB9C-F2F4-4027-93CC-0966534C0C78}" dt="2021-08-08T08:42:34.560" v="1" actId="47"/>
        <pc:sldMkLst>
          <pc:docMk/>
          <pc:sldMk cId="677789189" sldId="555"/>
        </pc:sldMkLst>
      </pc:sldChg>
      <pc:sldChg chg="del">
        <pc:chgData name="Oanh Le Thi Kim  (FE FPTU CT)" userId="33772939-cd87-45c1-be61-e0648bc25a53" providerId="ADAL" clId="{52B1CB9C-F2F4-4027-93CC-0966534C0C78}" dt="2021-08-08T08:42:34.560" v="1" actId="47"/>
        <pc:sldMkLst>
          <pc:docMk/>
          <pc:sldMk cId="2629178545" sldId="556"/>
        </pc:sldMkLst>
      </pc:sldChg>
      <pc:sldChg chg="del">
        <pc:chgData name="Oanh Le Thi Kim  (FE FPTU CT)" userId="33772939-cd87-45c1-be61-e0648bc25a53" providerId="ADAL" clId="{52B1CB9C-F2F4-4027-93CC-0966534C0C78}" dt="2021-08-08T08:42:34.560" v="1" actId="47"/>
        <pc:sldMkLst>
          <pc:docMk/>
          <pc:sldMk cId="2891615596" sldId="557"/>
        </pc:sldMkLst>
      </pc:sldChg>
      <pc:sldChg chg="del">
        <pc:chgData name="Oanh Le Thi Kim  (FE FPTU CT)" userId="33772939-cd87-45c1-be61-e0648bc25a53" providerId="ADAL" clId="{52B1CB9C-F2F4-4027-93CC-0966534C0C78}" dt="2021-08-08T08:42:34.560" v="1" actId="47"/>
        <pc:sldMkLst>
          <pc:docMk/>
          <pc:sldMk cId="1667909617" sldId="558"/>
        </pc:sldMkLst>
      </pc:sldChg>
      <pc:sldChg chg="del">
        <pc:chgData name="Oanh Le Thi Kim  (FE FPTU CT)" userId="33772939-cd87-45c1-be61-e0648bc25a53" providerId="ADAL" clId="{52B1CB9C-F2F4-4027-93CC-0966534C0C78}" dt="2021-08-08T08:42:34.560" v="1" actId="47"/>
        <pc:sldMkLst>
          <pc:docMk/>
          <pc:sldMk cId="3161898313" sldId="559"/>
        </pc:sldMkLst>
      </pc:sldChg>
      <pc:sldChg chg="del">
        <pc:chgData name="Oanh Le Thi Kim  (FE FPTU CT)" userId="33772939-cd87-45c1-be61-e0648bc25a53" providerId="ADAL" clId="{52B1CB9C-F2F4-4027-93CC-0966534C0C78}" dt="2021-08-08T08:42:34.560" v="1" actId="47"/>
        <pc:sldMkLst>
          <pc:docMk/>
          <pc:sldMk cId="58658810" sldId="560"/>
        </pc:sldMkLst>
      </pc:sldChg>
      <pc:sldChg chg="del">
        <pc:chgData name="Oanh Le Thi Kim  (FE FPTU CT)" userId="33772939-cd87-45c1-be61-e0648bc25a53" providerId="ADAL" clId="{52B1CB9C-F2F4-4027-93CC-0966534C0C78}" dt="2021-08-08T08:42:34.560" v="1" actId="47"/>
        <pc:sldMkLst>
          <pc:docMk/>
          <pc:sldMk cId="3018015578" sldId="561"/>
        </pc:sldMkLst>
      </pc:sldChg>
      <pc:sldChg chg="del">
        <pc:chgData name="Oanh Le Thi Kim  (FE FPTU CT)" userId="33772939-cd87-45c1-be61-e0648bc25a53" providerId="ADAL" clId="{52B1CB9C-F2F4-4027-93CC-0966534C0C78}" dt="2021-08-08T08:42:34.560" v="1" actId="47"/>
        <pc:sldMkLst>
          <pc:docMk/>
          <pc:sldMk cId="1213890815" sldId="562"/>
        </pc:sldMkLst>
      </pc:sldChg>
      <pc:sldChg chg="del">
        <pc:chgData name="Oanh Le Thi Kim  (FE FPTU CT)" userId="33772939-cd87-45c1-be61-e0648bc25a53" providerId="ADAL" clId="{52B1CB9C-F2F4-4027-93CC-0966534C0C78}" dt="2021-08-08T08:42:34.560" v="1" actId="47"/>
        <pc:sldMkLst>
          <pc:docMk/>
          <pc:sldMk cId="2743263029" sldId="563"/>
        </pc:sldMkLst>
      </pc:sldChg>
      <pc:sldChg chg="del">
        <pc:chgData name="Oanh Le Thi Kim  (FE FPTU CT)" userId="33772939-cd87-45c1-be61-e0648bc25a53" providerId="ADAL" clId="{52B1CB9C-F2F4-4027-93CC-0966534C0C78}" dt="2021-08-08T08:42:16.321" v="0" actId="47"/>
        <pc:sldMkLst>
          <pc:docMk/>
          <pc:sldMk cId="2292740812" sldId="564"/>
        </pc:sldMkLst>
      </pc:sldChg>
      <pc:sldChg chg="del">
        <pc:chgData name="Oanh Le Thi Kim  (FE FPTU CT)" userId="33772939-cd87-45c1-be61-e0648bc25a53" providerId="ADAL" clId="{52B1CB9C-F2F4-4027-93CC-0966534C0C78}" dt="2021-08-08T08:42:16.321" v="0" actId="47"/>
        <pc:sldMkLst>
          <pc:docMk/>
          <pc:sldMk cId="1769920499" sldId="565"/>
        </pc:sldMkLst>
      </pc:sldChg>
      <pc:sldChg chg="del">
        <pc:chgData name="Oanh Le Thi Kim  (FE FPTU CT)" userId="33772939-cd87-45c1-be61-e0648bc25a53" providerId="ADAL" clId="{52B1CB9C-F2F4-4027-93CC-0966534C0C78}" dt="2021-08-08T08:42:16.321" v="0" actId="47"/>
        <pc:sldMkLst>
          <pc:docMk/>
          <pc:sldMk cId="204785947" sldId="566"/>
        </pc:sldMkLst>
      </pc:sldChg>
      <pc:sldChg chg="del">
        <pc:chgData name="Oanh Le Thi Kim  (FE FPTU CT)" userId="33772939-cd87-45c1-be61-e0648bc25a53" providerId="ADAL" clId="{52B1CB9C-F2F4-4027-93CC-0966534C0C78}" dt="2021-08-08T08:42:16.321" v="0" actId="47"/>
        <pc:sldMkLst>
          <pc:docMk/>
          <pc:sldMk cId="948741934" sldId="567"/>
        </pc:sldMkLst>
      </pc:sldChg>
      <pc:sldChg chg="del">
        <pc:chgData name="Oanh Le Thi Kim  (FE FPTU CT)" userId="33772939-cd87-45c1-be61-e0648bc25a53" providerId="ADAL" clId="{52B1CB9C-F2F4-4027-93CC-0966534C0C78}" dt="2021-08-08T08:42:16.321" v="0" actId="47"/>
        <pc:sldMkLst>
          <pc:docMk/>
          <pc:sldMk cId="721525283" sldId="568"/>
        </pc:sldMkLst>
      </pc:sldChg>
      <pc:sldChg chg="del">
        <pc:chgData name="Oanh Le Thi Kim  (FE FPTU CT)" userId="33772939-cd87-45c1-be61-e0648bc25a53" providerId="ADAL" clId="{52B1CB9C-F2F4-4027-93CC-0966534C0C78}" dt="2021-08-08T08:42:16.321" v="0" actId="47"/>
        <pc:sldMkLst>
          <pc:docMk/>
          <pc:sldMk cId="3566389117" sldId="569"/>
        </pc:sldMkLst>
      </pc:sldChg>
      <pc:sldChg chg="del">
        <pc:chgData name="Oanh Le Thi Kim  (FE FPTU CT)" userId="33772939-cd87-45c1-be61-e0648bc25a53" providerId="ADAL" clId="{52B1CB9C-F2F4-4027-93CC-0966534C0C78}" dt="2021-08-08T08:42:16.321" v="0" actId="47"/>
        <pc:sldMkLst>
          <pc:docMk/>
          <pc:sldMk cId="4224009424" sldId="570"/>
        </pc:sldMkLst>
      </pc:sldChg>
      <pc:sldChg chg="del">
        <pc:chgData name="Oanh Le Thi Kim  (FE FPTU CT)" userId="33772939-cd87-45c1-be61-e0648bc25a53" providerId="ADAL" clId="{52B1CB9C-F2F4-4027-93CC-0966534C0C78}" dt="2021-08-08T08:42:34.560" v="1" actId="47"/>
        <pc:sldMkLst>
          <pc:docMk/>
          <pc:sldMk cId="2234046126" sldId="571"/>
        </pc:sldMkLst>
      </pc:sldChg>
      <pc:sldChg chg="del">
        <pc:chgData name="Oanh Le Thi Kim  (FE FPTU CT)" userId="33772939-cd87-45c1-be61-e0648bc25a53" providerId="ADAL" clId="{52B1CB9C-F2F4-4027-93CC-0966534C0C78}" dt="2021-08-08T08:42:34.560" v="1" actId="47"/>
        <pc:sldMkLst>
          <pc:docMk/>
          <pc:sldMk cId="948520764" sldId="57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D4AC79-637E-4A71-B73B-6E806EDF51EE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E8D07D-93F7-416F-A73A-05ECF16F3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001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7CD11A-EED3-40CE-98A3-28FEE84867B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9854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vi-VN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7674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0498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vi-VN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8422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vi-VN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6986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4224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1576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vi-VN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３．</a:t>
            </a:r>
            <a:r>
              <a:rPr lang="vi-VN" altLang="ja-JP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SV tự điền vào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6006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5948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0547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vi-VN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３</a:t>
            </a:r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＆４</a:t>
            </a:r>
            <a:r>
              <a:rPr lang="ja-JP" altLang="vi-VN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．</a:t>
            </a:r>
            <a:r>
              <a:rPr lang="vi-VN" altLang="ja-JP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SV tự điền vào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6982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7652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5387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vi-VN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３．</a:t>
            </a:r>
            <a:r>
              <a:rPr lang="vi-VN" altLang="ja-JP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SV tự điền vào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7833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vi-VN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３．</a:t>
            </a:r>
            <a:r>
              <a:rPr lang="vi-VN" altLang="ja-JP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SV tự điền vào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1117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vi-VN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３．</a:t>
            </a:r>
            <a:r>
              <a:rPr lang="vi-VN" altLang="ja-JP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SV tự điền vào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9028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974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54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8C7FB-2231-4C26-BB4A-5BA9894A69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818C77-A614-417B-BFC7-CBA53A8BB7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77160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46F45-CA2A-4988-873F-0116AC843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265" y="365126"/>
            <a:ext cx="10943610" cy="81474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525123F-A5C6-452C-853C-53235A48CAD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265" y="1828800"/>
            <a:ext cx="5466735" cy="3480619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0EA6298-9743-48B8-A25C-863BFFCB914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030065" y="1946275"/>
            <a:ext cx="4542810" cy="3097673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6329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F0BCD-32CE-47F3-8315-2473B8AF7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3059B-2D6C-42DF-8074-E72342B294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C109A9-74C6-4023-9D79-7A19C6307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4CFD5-90D6-432F-982A-07461275F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5A442-C7AE-48C1-A3E8-4B6127CDF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33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2EE63-C26E-421A-9CD1-766899CBB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148466-D14C-4196-A871-13A00CE155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A42D23-2217-473F-B4F1-927F290E1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424888-79E9-4FC9-982B-6C9DB3869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37D11-5F5D-4098-A402-1EEE154AE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631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38151-881E-45F1-B5A1-3486E147F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D9466A-EF98-4CBB-A36A-A5D6793094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1B4661-4C1D-4729-97C4-09C1E14E8E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54AE64-DDF8-4823-8895-A51D00245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E416DA-647E-4533-AC1E-34BAB737B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3EB35-FFDF-424A-9F11-1EA3BD27C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499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D358B-1377-48AB-832D-430031707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A7963-751E-45AC-8609-D56E81E28E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8B208A-D174-4295-B7E2-24EE8E954F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517FF0-5F6E-4193-B326-0659B6B061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B28880-116C-42E4-AC92-D5BB5A644E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8204A1-F53A-4EE0-9CDA-CC556A2FA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FC743E-65FF-4520-BEFB-283E61A87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248EE8-1196-4741-B910-F79F488CE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396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54CBB-8EA5-4786-9A6E-6AD78DC24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40D110-F6DD-48CB-B86A-DCD389BF4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196B01-C666-4C99-B6D5-0312A7D6A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32530F-F05A-4103-ACA3-8524E3952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919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774ECB-40C6-4E27-B12A-76765E06C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48A493-46CF-4B48-9829-0B9348D9B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394916-4042-4D8E-892A-914EFC5C8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158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E9A22-F9BC-46DC-AEE7-154C4212F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0601E-00A8-49B9-A830-4F65C30C5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2F4117-F189-49C1-B50B-A6E6F7D45C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4FDE5D-3801-4B6B-BB4E-8C13D3FA8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B2F431-0B70-4957-8502-1C9D5ED22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0A9ED5-091C-47EC-A349-9DDCAFB0C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164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D373A-8FCB-4D17-8EAD-FFC347B84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5F3061-C6B3-46FD-9AA6-647F375FF5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B56BAD-90B9-4DDC-9323-CE6E7CA3CE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DBCEDF-9268-40D0-8BD3-2F66ED598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378D75-586A-435B-AEB3-3B663B057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A3D7D3-8D4E-4C0C-93BA-6805456BB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445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86861-86FD-46D3-8C4A-BD8F8739C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8C41C9-0E4E-4630-AD3A-F9C0111246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479CB1-9562-4BE1-B3DF-73F80ED0F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F8E2C-7661-4D7C-84B6-9613A552D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B337A5-7C23-45ED-A420-AFC1BDEB3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1832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581C5C-90C6-4213-9929-35460CC0E9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25DB24-352A-43EE-BF2B-4B92429C67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6E31F-E745-417D-96CF-F813DB47B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E4D048-BFA9-4C3F-8E7F-5A04C2491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F8832-E1F7-428C-9C5E-4EDA77C09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8220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7996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6D6F93-6FDF-4426-9952-14A26626E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F8CDEE-2564-4A48-A6AE-B4267AB94B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56B168-9AF9-46D3-A943-488DA535DE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5A48F5-4720-4E72-9BE0-60A65680E518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A7723-1DC3-4BA8-87A4-36C9907B35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FB9CAE-CE0B-4F9B-AFE8-36EF8BF3DB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305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C93BCF8-1575-47FE-83D7-E49D02833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84" y="1404867"/>
            <a:ext cx="5530516" cy="1152663"/>
          </a:xfrm>
          <a:solidFill>
            <a:srgbClr val="0070C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ja-JP" altLang="en-US" sz="5400" b="1" dirty="0">
                <a:solidFill>
                  <a:srgbClr val="C00000"/>
                </a:solidFill>
              </a:rPr>
              <a:t>第</a:t>
            </a:r>
            <a:r>
              <a:rPr lang="en-US" altLang="ja-JP" sz="5400" b="1" dirty="0">
                <a:solidFill>
                  <a:srgbClr val="C00000"/>
                </a:solidFill>
              </a:rPr>
              <a:t>2</a:t>
            </a:r>
            <a:r>
              <a:rPr lang="ja-JP" altLang="en-US" sz="5400" b="1" dirty="0">
                <a:solidFill>
                  <a:srgbClr val="C00000"/>
                </a:solidFill>
              </a:rPr>
              <a:t>課</a:t>
            </a:r>
            <a:endParaRPr lang="en-US" sz="5400" b="1" dirty="0">
              <a:solidFill>
                <a:srgbClr val="C00000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F42536D-8522-415B-8140-96FCF821CC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484" y="4446107"/>
            <a:ext cx="10806588" cy="1702030"/>
          </a:xfr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ja-JP" altLang="en-US" sz="4800" b="1" dirty="0">
                <a:solidFill>
                  <a:srgbClr val="FF0000"/>
                </a:solidFill>
              </a:rPr>
              <a:t>楽しい食事・上手な買いもの</a:t>
            </a:r>
            <a:endParaRPr lang="en-US" sz="4800" b="1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AF1E5F-AE49-4BFB-A904-4DB64475F41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679" y="186151"/>
            <a:ext cx="5130799" cy="538733"/>
          </a:xfrm>
          <a:prstGeom prst="rect">
            <a:avLst/>
          </a:prstGeom>
        </p:spPr>
      </p:pic>
      <p:pic>
        <p:nvPicPr>
          <p:cNvPr id="2" name="Picture 2" descr="デパート・百貨店のイラスト">
            <a:extLst>
              <a:ext uri="{FF2B5EF4-FFF2-40B4-BE49-F238E27FC236}">
                <a16:creationId xmlns:a16="http://schemas.microsoft.com/office/drawing/2014/main" id="{E73D8F75-929F-4554-85D6-EB82268DFE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298267" y="186151"/>
            <a:ext cx="4073805" cy="4073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34F1CC5-A7F7-490D-BDDC-7FCEE6297DE2}"/>
              </a:ext>
            </a:extLst>
          </p:cNvPr>
          <p:cNvSpPr txBox="1"/>
          <p:nvPr/>
        </p:nvSpPr>
        <p:spPr>
          <a:xfrm>
            <a:off x="5253789" y="6334288"/>
            <a:ext cx="1684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OANHLTK18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9037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ight Arrow 31">
            <a:extLst>
              <a:ext uri="{FF2B5EF4-FFF2-40B4-BE49-F238E27FC236}">
                <a16:creationId xmlns:a16="http://schemas.microsoft.com/office/drawing/2014/main" id="{AF13FB71-FB39-43DD-8C61-DD31CDAF2B18}"/>
              </a:ext>
            </a:extLst>
          </p:cNvPr>
          <p:cNvSpPr/>
          <p:nvPr/>
        </p:nvSpPr>
        <p:spPr>
          <a:xfrm>
            <a:off x="3408379" y="2201640"/>
            <a:ext cx="4124825" cy="941145"/>
          </a:xfrm>
          <a:prstGeom prst="rightArrow">
            <a:avLst>
              <a:gd name="adj1" fmla="val 70149"/>
              <a:gd name="adj2" fmla="val 6627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 dirty="0">
              <a:solidFill>
                <a:schemeClr val="accent3"/>
              </a:solidFill>
            </a:endParaRPr>
          </a:p>
        </p:txBody>
      </p:sp>
      <p:sp>
        <p:nvSpPr>
          <p:cNvPr id="67" name="Right Arrow 50">
            <a:extLst>
              <a:ext uri="{FF2B5EF4-FFF2-40B4-BE49-F238E27FC236}">
                <a16:creationId xmlns:a16="http://schemas.microsoft.com/office/drawing/2014/main" id="{DA11F572-F2F7-4422-966B-B26E1FC9651E}"/>
              </a:ext>
            </a:extLst>
          </p:cNvPr>
          <p:cNvSpPr/>
          <p:nvPr/>
        </p:nvSpPr>
        <p:spPr>
          <a:xfrm>
            <a:off x="3387004" y="3479368"/>
            <a:ext cx="3566113" cy="941145"/>
          </a:xfrm>
          <a:prstGeom prst="rightArrow">
            <a:avLst>
              <a:gd name="adj1" fmla="val 70149"/>
              <a:gd name="adj2" fmla="val 66274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accent2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5BED15D-0C26-48BE-B68B-62AD18DD1C26}"/>
              </a:ext>
            </a:extLst>
          </p:cNvPr>
          <p:cNvSpPr/>
          <p:nvPr/>
        </p:nvSpPr>
        <p:spPr>
          <a:xfrm>
            <a:off x="3387004" y="18628"/>
            <a:ext cx="45719" cy="687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0D9759D-D2A1-4776-9FE3-C180179E2D07}"/>
              </a:ext>
            </a:extLst>
          </p:cNvPr>
          <p:cNvSpPr txBox="1"/>
          <p:nvPr/>
        </p:nvSpPr>
        <p:spPr>
          <a:xfrm>
            <a:off x="1998813" y="172503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1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45780F6-BE70-4CDD-8B06-0F7CB32B539B}"/>
              </a:ext>
            </a:extLst>
          </p:cNvPr>
          <p:cNvSpPr txBox="1"/>
          <p:nvPr/>
        </p:nvSpPr>
        <p:spPr>
          <a:xfrm>
            <a:off x="1880987" y="269177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2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813E2F9-8AD4-456C-8DAF-D78D64C46E53}"/>
              </a:ext>
            </a:extLst>
          </p:cNvPr>
          <p:cNvSpPr txBox="1"/>
          <p:nvPr/>
        </p:nvSpPr>
        <p:spPr>
          <a:xfrm>
            <a:off x="1880987" y="365851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3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CCBE81C-AF3F-48C4-ABD1-0165CF397291}"/>
              </a:ext>
            </a:extLst>
          </p:cNvPr>
          <p:cNvSpPr txBox="1"/>
          <p:nvPr/>
        </p:nvSpPr>
        <p:spPr>
          <a:xfrm>
            <a:off x="1880987" y="463840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4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282BA71-423F-4FAD-A715-7A62D8245FB8}"/>
              </a:ext>
            </a:extLst>
          </p:cNvPr>
          <p:cNvSpPr txBox="1"/>
          <p:nvPr/>
        </p:nvSpPr>
        <p:spPr>
          <a:xfrm>
            <a:off x="1880987" y="5591997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5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488B2A3-09E1-4ED9-8CB5-A06EA337ED44}"/>
              </a:ext>
            </a:extLst>
          </p:cNvPr>
          <p:cNvSpPr txBox="1"/>
          <p:nvPr/>
        </p:nvSpPr>
        <p:spPr>
          <a:xfrm>
            <a:off x="3562247" y="3705073"/>
            <a:ext cx="41248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>
                <a:solidFill>
                  <a:srgbClr val="5E9C53"/>
                </a:solidFill>
                <a:cs typeface="Arial" pitchFamily="34" charset="0"/>
              </a:rPr>
              <a:t>使ってみよう</a:t>
            </a:r>
            <a:r>
              <a:rPr lang="vi-VN" altLang="ja-JP" sz="2400" b="1" dirty="0">
                <a:solidFill>
                  <a:srgbClr val="5E9C53"/>
                </a:solidFill>
                <a:cs typeface="Arial" pitchFamily="34" charset="0"/>
              </a:rPr>
              <a:t> 3 </a:t>
            </a:r>
            <a:r>
              <a:rPr lang="vi-VN" altLang="ja-JP" sz="2800" b="1" dirty="0">
                <a:solidFill>
                  <a:srgbClr val="5E9C53"/>
                </a:solidFill>
                <a:cs typeface="Arial" pitchFamily="34" charset="0"/>
              </a:rPr>
              <a:t>(32)</a:t>
            </a:r>
            <a:endParaRPr lang="ko-KR" altLang="en-US" sz="2800" b="1" dirty="0">
              <a:solidFill>
                <a:srgbClr val="5E9C53"/>
              </a:solidFill>
              <a:cs typeface="Arial" pitchFamily="34" charset="0"/>
            </a:endParaRPr>
          </a:p>
        </p:txBody>
      </p:sp>
      <p:sp>
        <p:nvSpPr>
          <p:cNvPr id="90" name="Text Placeholder 1">
            <a:extLst>
              <a:ext uri="{FF2B5EF4-FFF2-40B4-BE49-F238E27FC236}">
                <a16:creationId xmlns:a16="http://schemas.microsoft.com/office/drawing/2014/main" id="{A5B4DECC-1281-46B0-9065-19B46646F737}"/>
              </a:ext>
            </a:extLst>
          </p:cNvPr>
          <p:cNvSpPr txBox="1">
            <a:spLocks/>
          </p:cNvSpPr>
          <p:nvPr/>
        </p:nvSpPr>
        <p:spPr>
          <a:xfrm>
            <a:off x="4063636" y="339509"/>
            <a:ext cx="7833090" cy="7242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5400"/>
              <a:t>I</a:t>
            </a:r>
            <a:endParaRPr lang="en-US" sz="5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F6DCCE-80F6-4D0D-97C7-067D35D1D426}"/>
              </a:ext>
            </a:extLst>
          </p:cNvPr>
          <p:cNvSpPr txBox="1"/>
          <p:nvPr/>
        </p:nvSpPr>
        <p:spPr>
          <a:xfrm>
            <a:off x="3765113" y="137201"/>
            <a:ext cx="3853157" cy="923330"/>
          </a:xfrm>
          <a:prstGeom prst="rect">
            <a:avLst/>
          </a:prstGeom>
          <a:solidFill>
            <a:srgbClr val="5E9C53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vi-VN" altLang="ja-JP" sz="5400" dirty="0">
                <a:solidFill>
                  <a:srgbClr val="A11D2B"/>
                </a:solidFill>
              </a:rPr>
              <a:t>SLOT 16</a:t>
            </a:r>
            <a:endParaRPr lang="en-US" sz="4000" dirty="0">
              <a:solidFill>
                <a:srgbClr val="A11D2B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1D98E79-DCBD-40D8-91C0-33E95A32483A}"/>
              </a:ext>
            </a:extLst>
          </p:cNvPr>
          <p:cNvSpPr txBox="1"/>
          <p:nvPr/>
        </p:nvSpPr>
        <p:spPr>
          <a:xfrm>
            <a:off x="3553703" y="2403918"/>
            <a:ext cx="38359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solidFill>
                  <a:srgbClr val="1A1E3B"/>
                </a:solidFill>
                <a:cs typeface="Arial" pitchFamily="34" charset="0"/>
              </a:rPr>
              <a:t>見つけた</a:t>
            </a:r>
            <a:r>
              <a:rPr lang="vi-VN" altLang="ja-JP" sz="2800" dirty="0">
                <a:solidFill>
                  <a:srgbClr val="1A1E3B"/>
                </a:solidFill>
                <a:cs typeface="Arial" pitchFamily="34" charset="0"/>
              </a:rPr>
              <a:t>( </a:t>
            </a:r>
            <a:r>
              <a:rPr lang="en-US" altLang="ja-JP" sz="2800" dirty="0">
                <a:solidFill>
                  <a:srgbClr val="1A1E3B"/>
                </a:solidFill>
                <a:cs typeface="Arial" pitchFamily="34" charset="0"/>
              </a:rPr>
              <a:t>28</a:t>
            </a:r>
            <a:r>
              <a:rPr lang="vi-VN" altLang="ja-JP" sz="2800" dirty="0">
                <a:solidFill>
                  <a:srgbClr val="1A1E3B"/>
                </a:solidFill>
                <a:cs typeface="Arial" pitchFamily="34" charset="0"/>
              </a:rPr>
              <a:t>)</a:t>
            </a:r>
            <a:endParaRPr lang="ko-KR" altLang="en-US" sz="2800" dirty="0">
              <a:solidFill>
                <a:srgbClr val="1A1E3B"/>
              </a:solidFill>
              <a:cs typeface="Arial" pitchFamily="34" charset="0"/>
            </a:endParaRPr>
          </a:p>
        </p:txBody>
      </p:sp>
      <p:sp>
        <p:nvSpPr>
          <p:cNvPr id="14" name="Right Arrow 50">
            <a:extLst>
              <a:ext uri="{FF2B5EF4-FFF2-40B4-BE49-F238E27FC236}">
                <a16:creationId xmlns:a16="http://schemas.microsoft.com/office/drawing/2014/main" id="{888F92F1-DCE8-4971-B297-EB3D22854B14}"/>
              </a:ext>
            </a:extLst>
          </p:cNvPr>
          <p:cNvSpPr/>
          <p:nvPr/>
        </p:nvSpPr>
        <p:spPr>
          <a:xfrm>
            <a:off x="3432723" y="4482947"/>
            <a:ext cx="3102831" cy="941145"/>
          </a:xfrm>
          <a:prstGeom prst="rightArrow">
            <a:avLst>
              <a:gd name="adj1" fmla="val 70149"/>
              <a:gd name="adj2" fmla="val 66274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2400" b="1" dirty="0">
                <a:solidFill>
                  <a:srgbClr val="C00000"/>
                </a:solidFill>
              </a:rPr>
              <a:t>文法：</a:t>
            </a:r>
            <a:r>
              <a:rPr lang="vi-VN" altLang="ja-JP" sz="2400" b="1" dirty="0">
                <a:solidFill>
                  <a:srgbClr val="C00000"/>
                </a:solidFill>
              </a:rPr>
              <a:t>1.2.3</a:t>
            </a:r>
            <a:endParaRPr lang="ko-KR" altLang="en-US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41448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Text, whiteboard&#10;&#10;Description automatically generated">
            <a:extLst>
              <a:ext uri="{FF2B5EF4-FFF2-40B4-BE49-F238E27FC236}">
                <a16:creationId xmlns:a16="http://schemas.microsoft.com/office/drawing/2014/main" id="{997560A1-043E-4D7C-B814-71284DBB7A9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00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207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7742" y="1338637"/>
            <a:ext cx="5856516" cy="814745"/>
          </a:xfrm>
          <a:solidFill>
            <a:srgbClr val="FFFF00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000" b="1" dirty="0">
                <a:solidFill>
                  <a:srgbClr val="C00000"/>
                </a:solidFill>
              </a:rPr>
              <a:t>できること　</a:t>
            </a:r>
            <a:endParaRPr kumimoji="1" lang="ja-JP" altLang="en-US" sz="8000" b="1" dirty="0">
              <a:solidFill>
                <a:srgbClr val="C0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3682737-2955-41D0-906D-14F1E7DCDC9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21895" y="3513221"/>
            <a:ext cx="10900610" cy="2081463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3200" dirty="0">
                <a:solidFill>
                  <a:srgbClr val="C00000"/>
                </a:solidFill>
              </a:rPr>
              <a:t>看板やポスターを見て、どんな内容が書いてあるか理解して情報を得ることができる。</a:t>
            </a:r>
            <a:endParaRPr lang="en-US" altLang="ja-JP" sz="32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0769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2B39286B-772E-4B31-95F0-33484AFAA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6414" y="365760"/>
            <a:ext cx="5270642" cy="856865"/>
          </a:xfrm>
          <a:solidFill>
            <a:srgbClr val="92D050"/>
          </a:solidFill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ja-JP" altLang="en-US" sz="4000" b="1" dirty="0">
                <a:solidFill>
                  <a:srgbClr val="C00000"/>
                </a:solidFill>
              </a:rPr>
              <a:t>見つけた（</a:t>
            </a:r>
            <a:r>
              <a:rPr lang="en-US" altLang="ja-JP" sz="4000" b="1" dirty="0">
                <a:solidFill>
                  <a:srgbClr val="C00000"/>
                </a:solidFill>
              </a:rPr>
              <a:t>28</a:t>
            </a:r>
            <a:r>
              <a:rPr lang="ja-JP" altLang="en-US" sz="4000" b="1" dirty="0">
                <a:solidFill>
                  <a:srgbClr val="C00000"/>
                </a:solidFill>
              </a:rPr>
              <a:t>ページ）</a:t>
            </a:r>
            <a:endParaRPr lang="en-US" sz="4000" b="1" dirty="0">
              <a:solidFill>
                <a:srgbClr val="C00000"/>
              </a:solidFill>
            </a:endParaRPr>
          </a:p>
        </p:txBody>
      </p:sp>
      <p:pic>
        <p:nvPicPr>
          <p:cNvPr id="13316" name="Picture 4" descr="歳末いるま応援大セールを開催します。 | 入間市商工会 － 企業の皆様の経営をサポート">
            <a:extLst>
              <a:ext uri="{FF2B5EF4-FFF2-40B4-BE49-F238E27FC236}">
                <a16:creationId xmlns:a16="http://schemas.microsoft.com/office/drawing/2014/main" id="{DC15ED06-0F91-498D-B3E1-5125BD2D71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25026" y="170470"/>
            <a:ext cx="2185929" cy="3088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4" name="Picture 2" descr="H.I.S. 夏先取りセール">
            <a:extLst>
              <a:ext uri="{FF2B5EF4-FFF2-40B4-BE49-F238E27FC236}">
                <a16:creationId xmlns:a16="http://schemas.microsoft.com/office/drawing/2014/main" id="{99531E89-7939-4119-929E-365DD730AD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0259" y="3429000"/>
            <a:ext cx="4855464" cy="2435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73FA79A8-0B2C-4219-95C7-D68CB5779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35981" y="1417320"/>
            <a:ext cx="0" cy="402336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1417320"/>
            <a:ext cx="5411047" cy="4447070"/>
          </a:xfrm>
          <a:solidFill>
            <a:schemeClr val="accent4">
              <a:lumMod val="75000"/>
            </a:schemeClr>
          </a:solidFill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altLang="ja-JP" dirty="0">
                <a:solidFill>
                  <a:srgbClr val="1A1E3B"/>
                </a:solidFill>
              </a:rPr>
              <a:t>1.</a:t>
            </a:r>
            <a:r>
              <a:rPr lang="ja-JP" altLang="en-US" sz="2400" dirty="0">
                <a:solidFill>
                  <a:srgbClr val="1A1E3B"/>
                </a:solidFill>
              </a:rPr>
              <a:t>買い物に行ったとき、お店の前に貼ってあるポスターを見たことがありますか。</a:t>
            </a:r>
          </a:p>
          <a:p>
            <a:pPr marL="0" indent="0">
              <a:buNone/>
            </a:pPr>
            <a:r>
              <a:rPr lang="en-US" altLang="ja-JP" sz="2400" dirty="0">
                <a:solidFill>
                  <a:srgbClr val="1A1E3B"/>
                </a:solidFill>
              </a:rPr>
              <a:t>2.</a:t>
            </a:r>
            <a:r>
              <a:rPr lang="ja-JP" altLang="en-US" sz="2400" dirty="0">
                <a:solidFill>
                  <a:srgbClr val="1A1E3B"/>
                </a:solidFill>
              </a:rPr>
              <a:t>どんなことが書いてありましたか。</a:t>
            </a:r>
          </a:p>
          <a:p>
            <a:pPr marL="0" indent="0">
              <a:buNone/>
            </a:pPr>
            <a:r>
              <a:rPr lang="en-US" altLang="ja-JP" sz="2400" dirty="0">
                <a:solidFill>
                  <a:srgbClr val="1A1E3B"/>
                </a:solidFill>
              </a:rPr>
              <a:t>3.</a:t>
            </a:r>
            <a:r>
              <a:rPr lang="ja-JP" altLang="en-US" sz="2400" dirty="0">
                <a:solidFill>
                  <a:srgbClr val="1A1E3B"/>
                </a:solidFill>
              </a:rPr>
              <a:t>お店の前に貼ってあるポスターを見て、買い物をしたということがありますか。</a:t>
            </a:r>
          </a:p>
          <a:p>
            <a:pPr marL="0" indent="0">
              <a:buNone/>
            </a:pPr>
            <a:r>
              <a:rPr lang="en-US" altLang="ja-JP" sz="2400" dirty="0">
                <a:solidFill>
                  <a:srgbClr val="1A1E3B"/>
                </a:solidFill>
              </a:rPr>
              <a:t>4.</a:t>
            </a:r>
            <a:r>
              <a:rPr lang="ja-JP" altLang="en-US" sz="2400" dirty="0">
                <a:solidFill>
                  <a:srgbClr val="1A1E3B"/>
                </a:solidFill>
              </a:rPr>
              <a:t> 教科書のポスターが貼ってあるお店を見たら、皆さんはここで買い物をしようと思いますか。</a:t>
            </a:r>
          </a:p>
          <a:p>
            <a:endParaRPr lang="ja-JP" altLang="en-US" b="0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9211378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60015" y="71919"/>
            <a:ext cx="5856516" cy="814745"/>
          </a:xfrm>
          <a:solidFill>
            <a:srgbClr val="5E9C53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000" b="1" dirty="0">
                <a:solidFill>
                  <a:srgbClr val="C00000"/>
                </a:solidFill>
              </a:rPr>
              <a:t>答えてみて　</a:t>
            </a:r>
            <a:endParaRPr kumimoji="1" lang="ja-JP" altLang="en-US" sz="8000" b="1" dirty="0">
              <a:solidFill>
                <a:srgbClr val="C0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3682737-2955-41D0-906D-14F1E7DCDC9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6175" y="1322279"/>
            <a:ext cx="11016330" cy="4272405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en-US" altLang="ja-JP" sz="2800" dirty="0"/>
              <a:t>1.</a:t>
            </a:r>
            <a:r>
              <a:rPr lang="ja-JP" altLang="en-US" sz="2800" dirty="0"/>
              <a:t>割引券がもらえる人はどんな人ですか。 どうしてわかりますか。</a:t>
            </a:r>
          </a:p>
          <a:p>
            <a:pPr marL="0" indent="0">
              <a:buNone/>
            </a:pPr>
            <a:endParaRPr lang="ja-JP" altLang="en-US" sz="2800" dirty="0"/>
          </a:p>
          <a:p>
            <a:pPr marL="0" indent="0">
              <a:buNone/>
            </a:pPr>
            <a:r>
              <a:rPr lang="en-US" altLang="ja-JP" sz="2800" dirty="0"/>
              <a:t>2.</a:t>
            </a:r>
            <a:r>
              <a:rPr lang="ja-JP" altLang="en-US" sz="2800" dirty="0"/>
              <a:t>お店の人はどんな人に水着を勧めていますか。</a:t>
            </a:r>
            <a:endParaRPr lang="en-US" altLang="ja-JP" sz="2800" dirty="0"/>
          </a:p>
          <a:p>
            <a:pPr marL="0" indent="0">
              <a:buNone/>
            </a:pPr>
            <a:endParaRPr lang="ja-JP" altLang="en-US" sz="2800" dirty="0"/>
          </a:p>
          <a:p>
            <a:pPr marL="0" indent="0">
              <a:buNone/>
            </a:pPr>
            <a:r>
              <a:rPr lang="en-US" altLang="ja-JP" sz="2800" dirty="0"/>
              <a:t>3. SIMON'S</a:t>
            </a:r>
            <a:r>
              <a:rPr lang="ja-JP" altLang="en-US" sz="2800" dirty="0"/>
              <a:t>さくら店はどうしてセールをしていますか</a:t>
            </a:r>
            <a:r>
              <a:rPr lang="ja-JP" altLang="en-US" sz="240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544483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60015" y="71919"/>
            <a:ext cx="5856516" cy="814745"/>
          </a:xfrm>
          <a:solidFill>
            <a:srgbClr val="5E9C53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000" b="1" dirty="0">
                <a:solidFill>
                  <a:srgbClr val="C00000"/>
                </a:solidFill>
              </a:rPr>
              <a:t>回答　</a:t>
            </a:r>
            <a:endParaRPr kumimoji="1" lang="ja-JP" altLang="en-US" sz="8000" b="1" dirty="0">
              <a:solidFill>
                <a:srgbClr val="C00000"/>
              </a:solidFill>
            </a:endParaRP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C5FA52AD-242A-400F-844C-3801A605C7AC}"/>
              </a:ext>
            </a:extLst>
          </p:cNvPr>
          <p:cNvSpPr txBox="1">
            <a:spLocks/>
          </p:cNvSpPr>
          <p:nvPr/>
        </p:nvSpPr>
        <p:spPr>
          <a:xfrm>
            <a:off x="553454" y="1322278"/>
            <a:ext cx="11008894" cy="4272406"/>
          </a:xfrm>
          <a:prstGeom prst="rect">
            <a:avLst/>
          </a:prstGeom>
          <a:solidFill>
            <a:srgbClr val="FFC000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AutoNum type="arabicPeriod"/>
            </a:pPr>
            <a:r>
              <a:rPr lang="en-US" altLang="ja-JP" sz="2800" dirty="0"/>
              <a:t>1</a:t>
            </a:r>
            <a:r>
              <a:rPr lang="ja-JP" altLang="en-US" sz="2800" dirty="0"/>
              <a:t>万円以上買った人。</a:t>
            </a:r>
            <a:endParaRPr lang="en-US" altLang="ja-JP" sz="2800" dirty="0"/>
          </a:p>
          <a:p>
            <a:pPr marL="0" indent="0">
              <a:buNone/>
            </a:pPr>
            <a:r>
              <a:rPr lang="en-US" altLang="ja-JP" sz="2800" dirty="0"/>
              <a:t> </a:t>
            </a:r>
            <a:r>
              <a:rPr lang="ja-JP" altLang="en-US" sz="2400" dirty="0"/>
              <a:t>「</a:t>
            </a:r>
            <a:r>
              <a:rPr lang="ja-JP" altLang="en-US" sz="2400" b="1" dirty="0"/>
              <a:t>１万円以上、お買い上げのお客様に限り</a:t>
            </a:r>
            <a:r>
              <a:rPr lang="ja-JP" altLang="en-US" sz="2400" dirty="0"/>
              <a:t>」</a:t>
            </a:r>
            <a:r>
              <a:rPr lang="ja-JP" altLang="en-US" sz="2800" dirty="0"/>
              <a:t>と書いてあります。</a:t>
            </a:r>
            <a:endParaRPr lang="en-US" altLang="ja-JP" sz="2800" dirty="0"/>
          </a:p>
          <a:p>
            <a:pPr marL="0" indent="0">
              <a:buNone/>
            </a:pPr>
            <a:endParaRPr lang="ja-JP" altLang="en-US" sz="2800" dirty="0"/>
          </a:p>
          <a:p>
            <a:pPr marL="0" indent="0">
              <a:buNone/>
            </a:pPr>
            <a:r>
              <a:rPr lang="en-US" altLang="ja-JP" sz="2800" dirty="0"/>
              <a:t>2.</a:t>
            </a:r>
            <a:r>
              <a:rPr lang="ja-JP" altLang="en-US" sz="2400" dirty="0"/>
              <a:t> </a:t>
            </a:r>
            <a:r>
              <a:rPr lang="ja-JP" altLang="en-US" sz="2800" dirty="0"/>
              <a:t>毎年水着を買おうか迷っている人。</a:t>
            </a:r>
            <a:endParaRPr lang="en-US" altLang="ja-JP" sz="2800" dirty="0"/>
          </a:p>
          <a:p>
            <a:pPr marL="0" indent="0">
              <a:buNone/>
            </a:pPr>
            <a:endParaRPr lang="ja-JP" altLang="en-US" sz="2800" dirty="0"/>
          </a:p>
          <a:p>
            <a:pPr marL="0" indent="0">
              <a:buNone/>
            </a:pPr>
            <a:r>
              <a:rPr lang="en-US" altLang="ja-JP" sz="2800" dirty="0"/>
              <a:t>3. </a:t>
            </a:r>
            <a:r>
              <a:rPr lang="ja-JP" altLang="en-US" sz="2800" dirty="0"/>
              <a:t>店を閉めますから</a:t>
            </a:r>
            <a:r>
              <a:rPr lang="ja-JP" altLang="en-US" sz="3200" dirty="0"/>
              <a:t>。</a:t>
            </a:r>
            <a:endParaRPr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208081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7428" y="1621971"/>
            <a:ext cx="10374509" cy="3071425"/>
          </a:xfrm>
          <a:solidFill>
            <a:srgbClr val="5E9C53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000" b="1" dirty="0">
                <a:solidFill>
                  <a:srgbClr val="A11D2B"/>
                </a:solidFill>
              </a:rPr>
              <a:t>使ってみよう</a:t>
            </a:r>
            <a:r>
              <a:rPr lang="vi-VN" altLang="ja-JP" sz="4000" b="1" dirty="0">
                <a:solidFill>
                  <a:srgbClr val="A11D2B"/>
                </a:solidFill>
              </a:rPr>
              <a:t>3</a:t>
            </a:r>
            <a:br>
              <a:rPr lang="en-US" altLang="ja-JP" sz="4000" b="1" dirty="0">
                <a:solidFill>
                  <a:srgbClr val="A11D2B"/>
                </a:solidFill>
              </a:rPr>
            </a:br>
            <a:r>
              <a:rPr lang="ja-JP" altLang="en-US" sz="4000" b="1" dirty="0">
                <a:solidFill>
                  <a:srgbClr val="A11D2B"/>
                </a:solidFill>
              </a:rPr>
              <a:t>文法</a:t>
            </a:r>
            <a:r>
              <a:rPr lang="vi-VN" altLang="ja-JP" sz="4000" b="1" dirty="0">
                <a:solidFill>
                  <a:srgbClr val="A11D2B"/>
                </a:solidFill>
              </a:rPr>
              <a:t>1.2.3</a:t>
            </a:r>
            <a:r>
              <a:rPr lang="ja-JP" altLang="en-US" sz="4000" b="1" dirty="0">
                <a:solidFill>
                  <a:srgbClr val="A11D2B"/>
                </a:solidFill>
              </a:rPr>
              <a:t>（</a:t>
            </a:r>
            <a:r>
              <a:rPr lang="en-US" altLang="ja-JP" sz="4000" b="1" dirty="0">
                <a:solidFill>
                  <a:srgbClr val="A11D2B"/>
                </a:solidFill>
              </a:rPr>
              <a:t>32</a:t>
            </a:r>
            <a:r>
              <a:rPr lang="ja-JP" altLang="en-US" sz="4000" b="1" dirty="0">
                <a:solidFill>
                  <a:srgbClr val="A11D2B"/>
                </a:solidFill>
              </a:rPr>
              <a:t>ページ）</a:t>
            </a:r>
            <a:endParaRPr lang="en-US" sz="4000" b="1" dirty="0">
              <a:solidFill>
                <a:srgbClr val="A11D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65191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519" y="377157"/>
            <a:ext cx="11165511" cy="814745"/>
          </a:xfrm>
          <a:solidFill>
            <a:srgbClr val="D9910B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800" b="1" dirty="0">
                <a:solidFill>
                  <a:srgbClr val="FF0000"/>
                </a:solidFill>
              </a:rPr>
              <a:t>～</a:t>
            </a:r>
            <a:r>
              <a:rPr lang="ja-JP" altLang="en-US" sz="2400" dirty="0">
                <a:solidFill>
                  <a:srgbClr val="FF0000"/>
                </a:solidFill>
              </a:rPr>
              <a:t> </a:t>
            </a:r>
            <a:r>
              <a:rPr lang="ja-JP" altLang="en-US" sz="4000" b="1" dirty="0">
                <a:solidFill>
                  <a:srgbClr val="FF0000"/>
                </a:solidFill>
              </a:rPr>
              <a:t>に限り</a:t>
            </a:r>
            <a:endParaRPr lang="en-US" sz="4800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7519" y="1600200"/>
            <a:ext cx="5149618" cy="3643132"/>
          </a:xfrm>
          <a:solidFill>
            <a:srgbClr val="5E9C53"/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ja-JP" altLang="en-US" sz="3200" b="1" dirty="0">
                <a:solidFill>
                  <a:srgbClr val="A11D2B"/>
                </a:solidFill>
              </a:rPr>
              <a:t>意 味</a:t>
            </a:r>
            <a:endParaRPr lang="en-US" altLang="ja-JP" sz="3200" b="1" dirty="0">
              <a:solidFill>
                <a:srgbClr val="A11D2B"/>
              </a:solidFill>
            </a:endParaRPr>
          </a:p>
          <a:p>
            <a:pPr marL="0" indent="0" algn="ctr">
              <a:buNone/>
            </a:pPr>
            <a:endParaRPr lang="en-US" altLang="ja-JP" sz="3200" b="1" dirty="0">
              <a:solidFill>
                <a:srgbClr val="A11D2B"/>
              </a:solidFill>
            </a:endParaRPr>
          </a:p>
          <a:p>
            <a:pPr marL="0" indent="0">
              <a:buNone/>
            </a:pPr>
            <a:r>
              <a:rPr lang="ja-JP" altLang="en-US" sz="3200" dirty="0"/>
              <a:t>＊</a:t>
            </a:r>
            <a:r>
              <a:rPr lang="ja-JP" altLang="en-US" sz="2800" dirty="0"/>
              <a:t> ～</a:t>
            </a:r>
            <a:r>
              <a:rPr lang="ja-JP" altLang="en-US" sz="2400" dirty="0"/>
              <a:t> だけ </a:t>
            </a:r>
            <a:endParaRPr lang="en-US" altLang="ja-JP" sz="2400" dirty="0"/>
          </a:p>
          <a:p>
            <a:pPr marL="0" indent="0">
              <a:buNone/>
            </a:pPr>
            <a:r>
              <a:rPr lang="ja-JP" altLang="en-US" sz="2400" dirty="0"/>
              <a:t>＊書き言葉 </a:t>
            </a:r>
            <a:endParaRPr lang="en-US" altLang="ja-JP" sz="2400" dirty="0"/>
          </a:p>
          <a:p>
            <a:pPr marL="0" indent="0">
              <a:buNone/>
            </a:pPr>
            <a:r>
              <a:rPr lang="vi-VN" altLang="ja-JP" sz="2400" dirty="0"/>
              <a:t>Chỉ (giới hạn trong...)</a:t>
            </a:r>
            <a:endParaRPr lang="en-US" altLang="ja-JP" sz="2400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98D3A890-C849-4777-ABA2-6969C6DAD515}"/>
              </a:ext>
            </a:extLst>
          </p:cNvPr>
          <p:cNvSpPr txBox="1">
            <a:spLocks/>
          </p:cNvSpPr>
          <p:nvPr/>
        </p:nvSpPr>
        <p:spPr>
          <a:xfrm>
            <a:off x="6832315" y="1600200"/>
            <a:ext cx="4638409" cy="3393040"/>
          </a:xfrm>
          <a:prstGeom prst="rect">
            <a:avLst/>
          </a:prstGeom>
          <a:solidFill>
            <a:srgbClr val="5E9C53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ja-JP" altLang="en-US" sz="2800" b="1" dirty="0">
                <a:solidFill>
                  <a:srgbClr val="A11D2B"/>
                </a:solidFill>
              </a:rPr>
              <a:t>接続</a:t>
            </a:r>
            <a:endParaRPr lang="vi-VN" altLang="ja-JP" sz="2800" b="1" dirty="0">
              <a:solidFill>
                <a:srgbClr val="A11D2B"/>
              </a:solidFill>
            </a:endParaRPr>
          </a:p>
          <a:p>
            <a:pPr marL="0" indent="0" algn="ctr">
              <a:buNone/>
            </a:pPr>
            <a:endParaRPr lang="vi-VN" altLang="ja-JP" sz="2800" b="1" dirty="0">
              <a:solidFill>
                <a:srgbClr val="A11D2B"/>
              </a:solidFill>
            </a:endParaRPr>
          </a:p>
          <a:p>
            <a:pPr marL="0" indent="0" algn="ctr">
              <a:buNone/>
            </a:pPr>
            <a:r>
              <a:rPr lang="en-US" altLang="ja-JP" sz="3200" dirty="0"/>
              <a:t>N</a:t>
            </a:r>
            <a:r>
              <a:rPr lang="ja-JP" altLang="en-US" sz="3200" dirty="0"/>
              <a:t>＋に限り</a:t>
            </a:r>
            <a:endParaRPr lang="en-US" altLang="ja-JP" sz="4400" b="1" dirty="0">
              <a:solidFill>
                <a:srgbClr val="A11D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44297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083" y="161741"/>
            <a:ext cx="10800722" cy="752659"/>
          </a:xfrm>
          <a:solidFill>
            <a:srgbClr val="D9910B"/>
          </a:solidFill>
        </p:spPr>
        <p:txBody>
          <a:bodyPr>
            <a:normAutofit fontScale="90000"/>
          </a:bodyPr>
          <a:lstStyle/>
          <a:p>
            <a:pPr algn="ctr"/>
            <a:r>
              <a:rPr lang="ja-JP" altLang="en-US" sz="6000" b="1" dirty="0">
                <a:solidFill>
                  <a:srgbClr val="C00000"/>
                </a:solidFill>
              </a:rPr>
              <a:t>～</a:t>
            </a:r>
            <a:r>
              <a:rPr lang="ja-JP" altLang="en-US" sz="3200" dirty="0">
                <a:solidFill>
                  <a:srgbClr val="C00000"/>
                </a:solidFill>
              </a:rPr>
              <a:t> </a:t>
            </a:r>
            <a:r>
              <a:rPr lang="ja-JP" altLang="en-US" sz="4800" b="1" dirty="0">
                <a:solidFill>
                  <a:srgbClr val="C00000"/>
                </a:solidFill>
              </a:rPr>
              <a:t>に限り</a:t>
            </a:r>
            <a:endParaRPr lang="en-US" sz="4400" b="1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7083" y="1201479"/>
            <a:ext cx="5627947" cy="4826622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2800" dirty="0"/>
              <a:t> </a:t>
            </a:r>
            <a:r>
              <a:rPr lang="en-US" altLang="ja-JP" sz="2800" dirty="0"/>
              <a:t>〈</a:t>
            </a:r>
            <a:r>
              <a:rPr lang="ja-JP" altLang="en-US" sz="2800" b="1" dirty="0">
                <a:solidFill>
                  <a:srgbClr val="C00000"/>
                </a:solidFill>
              </a:rPr>
              <a:t>イベント案 内 </a:t>
            </a:r>
            <a:r>
              <a:rPr lang="en-US" altLang="ja-JP" sz="2800" b="1" dirty="0">
                <a:solidFill>
                  <a:srgbClr val="C00000"/>
                </a:solidFill>
              </a:rPr>
              <a:t>〉</a:t>
            </a:r>
            <a:r>
              <a:rPr lang="ja-JP" altLang="en-US" sz="2800" b="1" dirty="0">
                <a:solidFill>
                  <a:srgbClr val="C00000"/>
                </a:solidFill>
              </a:rPr>
              <a:t> </a:t>
            </a:r>
            <a:endParaRPr lang="vi-VN" altLang="ja-JP" sz="28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vi-VN" altLang="ja-JP" sz="2800" dirty="0"/>
              <a:t>  </a:t>
            </a:r>
            <a:r>
              <a:rPr lang="ja-JP" altLang="en-US" sz="2800" dirty="0"/>
              <a:t>この交 流 会に参加できるのは、</a:t>
            </a: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 ＿＿＿＿＿＿＿＿に限りです。</a:t>
            </a: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en-US" altLang="ja-JP" sz="2800" b="1" dirty="0">
                <a:solidFill>
                  <a:srgbClr val="C00000"/>
                </a:solidFill>
              </a:rPr>
              <a:t>〈</a:t>
            </a:r>
            <a:r>
              <a:rPr lang="ja-JP" altLang="en-US" sz="2800" b="1" dirty="0">
                <a:solidFill>
                  <a:srgbClr val="C00000"/>
                </a:solidFill>
              </a:rPr>
              <a:t>セールのチラシ</a:t>
            </a:r>
            <a:r>
              <a:rPr lang="en-US" altLang="ja-JP" sz="2800" b="1" dirty="0">
                <a:solidFill>
                  <a:srgbClr val="C00000"/>
                </a:solidFill>
              </a:rPr>
              <a:t>〉</a:t>
            </a:r>
          </a:p>
          <a:p>
            <a:pPr marL="0" indent="0">
              <a:buNone/>
            </a:pPr>
            <a:r>
              <a:rPr lang="ja-JP" altLang="en-US" sz="2800" dirty="0"/>
              <a:t>このチラシを＿＿＿＿＿＿＿ 方に限り、</a:t>
            </a:r>
            <a:r>
              <a:rPr lang="en-US" altLang="ja-JP" sz="2800" dirty="0"/>
              <a:t>30</a:t>
            </a:r>
            <a:r>
              <a:rPr lang="ja-JP" altLang="en-US" sz="2800" dirty="0"/>
              <a:t>％割引きいたします。 </a:t>
            </a:r>
            <a:endParaRPr lang="en-US" altLang="ja-JP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12BB4A-8F80-4E09-99AB-03BE164EA79B}"/>
              </a:ext>
            </a:extLst>
          </p:cNvPr>
          <p:cNvSpPr txBox="1"/>
          <p:nvPr/>
        </p:nvSpPr>
        <p:spPr>
          <a:xfrm>
            <a:off x="5636794" y="2959768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F4016E-6937-4D04-9D27-86EA3F5C5DEF}"/>
              </a:ext>
            </a:extLst>
          </p:cNvPr>
          <p:cNvSpPr txBox="1"/>
          <p:nvPr/>
        </p:nvSpPr>
        <p:spPr>
          <a:xfrm>
            <a:off x="1206128" y="2155341"/>
            <a:ext cx="1690683" cy="400110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US" altLang="ja-JP" sz="2000" b="1" dirty="0">
                <a:highlight>
                  <a:srgbClr val="00FFFF"/>
                </a:highlight>
              </a:rPr>
              <a:t>FPT</a:t>
            </a:r>
            <a:r>
              <a:rPr lang="ja-JP" altLang="en-US" sz="2000" b="1" dirty="0">
                <a:highlight>
                  <a:srgbClr val="00FFFF"/>
                </a:highlight>
              </a:rPr>
              <a:t>大学生</a:t>
            </a:r>
            <a:endParaRPr lang="en-US" sz="2000" b="1" dirty="0">
              <a:highlight>
                <a:srgbClr val="00FFFF"/>
              </a:highligh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FC1EFB-37F6-4D48-AC4E-F513F39E54A4}"/>
              </a:ext>
            </a:extLst>
          </p:cNvPr>
          <p:cNvSpPr txBox="1"/>
          <p:nvPr/>
        </p:nvSpPr>
        <p:spPr>
          <a:xfrm>
            <a:off x="3460337" y="3614790"/>
            <a:ext cx="2020293" cy="400110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sz="2000" b="1" dirty="0">
                <a:highlight>
                  <a:srgbClr val="00FFFF"/>
                </a:highlight>
              </a:rPr>
              <a:t>持って来られる</a:t>
            </a:r>
            <a:endParaRPr lang="en-US" sz="2000" b="1" dirty="0">
              <a:highlight>
                <a:srgbClr val="00FFFF"/>
              </a:highlight>
            </a:endParaRPr>
          </a:p>
        </p:txBody>
      </p:sp>
      <p:pic>
        <p:nvPicPr>
          <p:cNvPr id="14338" name="Picture 2" descr="スーパー セール 30 割引ポスターとチラシデザイン ポスターチラシや色の背景上のバナーのテンプレートですフラット ベクトル イラスト Eps 10  - アイコンのベクターアート素材や画像を多数ご用意 - iStock">
            <a:extLst>
              <a:ext uri="{FF2B5EF4-FFF2-40B4-BE49-F238E27FC236}">
                <a16:creationId xmlns:a16="http://schemas.microsoft.com/office/drawing/2014/main" id="{2260FEEC-666F-4DBF-AA89-A1DAEFADBC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4889" y="3204923"/>
            <a:ext cx="3859852" cy="2568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2" name="Picture 6" descr="「交流会」のイラスト文字">
            <a:extLst>
              <a:ext uri="{FF2B5EF4-FFF2-40B4-BE49-F238E27FC236}">
                <a16:creationId xmlns:a16="http://schemas.microsoft.com/office/drawing/2014/main" id="{323A30AA-273D-4C69-8826-BB16A4B581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8540" y="977634"/>
            <a:ext cx="2451366" cy="2451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1079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195" y="161741"/>
            <a:ext cx="10943610" cy="814745"/>
          </a:xfrm>
          <a:solidFill>
            <a:srgbClr val="D9910B"/>
          </a:solidFill>
        </p:spPr>
        <p:txBody>
          <a:bodyPr>
            <a:normAutofit fontScale="90000"/>
          </a:bodyPr>
          <a:lstStyle/>
          <a:p>
            <a:pPr algn="ctr"/>
            <a:r>
              <a:rPr lang="ja-JP" altLang="en-US" sz="6000" b="1" dirty="0">
                <a:solidFill>
                  <a:srgbClr val="C00000"/>
                </a:solidFill>
              </a:rPr>
              <a:t>～</a:t>
            </a:r>
            <a:r>
              <a:rPr lang="ja-JP" altLang="en-US" sz="3200" dirty="0">
                <a:solidFill>
                  <a:srgbClr val="C00000"/>
                </a:solidFill>
              </a:rPr>
              <a:t> </a:t>
            </a:r>
            <a:r>
              <a:rPr lang="ja-JP" altLang="en-US" sz="4800" b="1" dirty="0">
                <a:solidFill>
                  <a:srgbClr val="C00000"/>
                </a:solidFill>
              </a:rPr>
              <a:t>に限り</a:t>
            </a:r>
            <a:endParaRPr lang="en-US" sz="4400" b="1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443064" y="5269832"/>
            <a:ext cx="8879305" cy="541422"/>
          </a:xfrm>
          <a:solidFill>
            <a:schemeClr val="bg2">
              <a:lumMod val="75000"/>
            </a:schemeClr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ja-JP" altLang="en-US" sz="2800" b="1" dirty="0">
                <a:solidFill>
                  <a:srgbClr val="FF0000"/>
                </a:solidFill>
                <a:highlight>
                  <a:srgbClr val="FFFF00"/>
                </a:highlight>
              </a:rPr>
              <a:t>このトマトジュースを </a:t>
            </a:r>
            <a:r>
              <a:rPr lang="en-US" altLang="ja-JP" sz="2800" b="1" dirty="0">
                <a:solidFill>
                  <a:srgbClr val="FF0000"/>
                </a:solidFill>
                <a:highlight>
                  <a:srgbClr val="FFFF00"/>
                </a:highlight>
              </a:rPr>
              <a:t>10 </a:t>
            </a:r>
            <a:r>
              <a:rPr lang="ja-JP" altLang="en-US" sz="2800" b="1" dirty="0">
                <a:solidFill>
                  <a:srgbClr val="FF0000"/>
                </a:solidFill>
                <a:highlight>
                  <a:srgbClr val="FFFF00"/>
                </a:highlight>
              </a:rPr>
              <a:t>本だけ買えますか。</a:t>
            </a:r>
            <a:endParaRPr lang="en-US" altLang="ja-JP" sz="2800" b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pic>
        <p:nvPicPr>
          <p:cNvPr id="3" name="Picture 2" descr="Text, letter&#10;&#10;Description automatically generated">
            <a:extLst>
              <a:ext uri="{FF2B5EF4-FFF2-40B4-BE49-F238E27FC236}">
                <a16:creationId xmlns:a16="http://schemas.microsoft.com/office/drawing/2014/main" id="{2813F166-D36C-4D92-B720-E9AE0A58BD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3064" y="1181022"/>
            <a:ext cx="9265763" cy="3209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471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519" y="377157"/>
            <a:ext cx="11165511" cy="814745"/>
          </a:xfrm>
          <a:solidFill>
            <a:srgbClr val="D9910B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000" b="1" dirty="0">
                <a:solidFill>
                  <a:srgbClr val="C00000"/>
                </a:solidFill>
              </a:rPr>
              <a:t>～こそ／～からこそ</a:t>
            </a:r>
            <a:endParaRPr lang="en-US" sz="6600" b="1" dirty="0">
              <a:solidFill>
                <a:srgbClr val="C0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7519" y="1600199"/>
            <a:ext cx="5478481" cy="4608096"/>
          </a:xfrm>
          <a:solidFill>
            <a:srgbClr val="5E9C53"/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ja-JP" altLang="en-US" sz="3200" b="1" dirty="0">
                <a:solidFill>
                  <a:srgbClr val="A11D2B"/>
                </a:solidFill>
              </a:rPr>
              <a:t>意 味</a:t>
            </a:r>
            <a:endParaRPr lang="en-US" altLang="ja-JP" sz="3200" b="1" dirty="0">
              <a:solidFill>
                <a:srgbClr val="A11D2B"/>
              </a:solidFill>
            </a:endParaRPr>
          </a:p>
          <a:p>
            <a:pPr marL="0" indent="0">
              <a:buNone/>
            </a:pPr>
            <a:r>
              <a:rPr lang="ja-JP" altLang="en-US" sz="3200" dirty="0"/>
              <a:t>＊</a:t>
            </a:r>
            <a:r>
              <a:rPr lang="ja-JP" altLang="en-US" sz="2800" dirty="0"/>
              <a:t> 強 調するとき使う。 </a:t>
            </a:r>
            <a:endParaRPr lang="vi-VN" altLang="ja-JP" sz="2800" dirty="0"/>
          </a:p>
          <a:p>
            <a:pPr marL="0" indent="0">
              <a:buNone/>
            </a:pPr>
            <a:r>
              <a:rPr lang="ja-JP" altLang="en-US" sz="2800" dirty="0"/>
              <a:t>＊理由を言いたいときは「普通 形＋からこそ」を使う。 </a:t>
            </a:r>
            <a:endParaRPr lang="en-US" altLang="ja-JP" sz="3200" dirty="0"/>
          </a:p>
          <a:p>
            <a:pPr marL="0" indent="0">
              <a:buNone/>
            </a:pPr>
            <a:endParaRPr lang="en-US" altLang="ja-JP" sz="3200" dirty="0"/>
          </a:p>
          <a:p>
            <a:pPr marL="0" indent="0">
              <a:buNone/>
            </a:pPr>
            <a:r>
              <a:rPr lang="vi-VN" altLang="ja-JP" sz="2800" dirty="0"/>
              <a:t>Vì/Chính vì</a:t>
            </a:r>
            <a:endParaRPr lang="en-US" altLang="ja-JP" sz="2800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98D3A890-C849-4777-ABA2-6969C6DAD515}"/>
              </a:ext>
            </a:extLst>
          </p:cNvPr>
          <p:cNvSpPr txBox="1">
            <a:spLocks/>
          </p:cNvSpPr>
          <p:nvPr/>
        </p:nvSpPr>
        <p:spPr>
          <a:xfrm>
            <a:off x="6737685" y="1600200"/>
            <a:ext cx="4836796" cy="4511840"/>
          </a:xfrm>
          <a:prstGeom prst="rect">
            <a:avLst/>
          </a:prstGeom>
          <a:solidFill>
            <a:srgbClr val="5E9C53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ja-JP" altLang="en-US" sz="2800" b="1" dirty="0">
                <a:solidFill>
                  <a:srgbClr val="A11D2B"/>
                </a:solidFill>
              </a:rPr>
              <a:t>接続</a:t>
            </a:r>
            <a:endParaRPr lang="vi-VN" altLang="ja-JP" sz="2800" b="1" dirty="0">
              <a:solidFill>
                <a:srgbClr val="A11D2B"/>
              </a:solidFill>
            </a:endParaRPr>
          </a:p>
          <a:p>
            <a:pPr marL="0" indent="0" algn="ctr">
              <a:buNone/>
            </a:pPr>
            <a:endParaRPr lang="vi-VN" altLang="ja-JP" sz="2800" b="1" dirty="0">
              <a:solidFill>
                <a:srgbClr val="A11D2B"/>
              </a:solidFill>
            </a:endParaRPr>
          </a:p>
          <a:p>
            <a:pPr marL="0" indent="0" algn="ctr">
              <a:buNone/>
            </a:pPr>
            <a:endParaRPr lang="vi-VN" altLang="ja-JP" sz="2800" b="1" dirty="0">
              <a:solidFill>
                <a:srgbClr val="A11D2B"/>
              </a:solidFill>
            </a:endParaRPr>
          </a:p>
          <a:p>
            <a:pPr marL="0" indent="0" algn="ctr">
              <a:buNone/>
            </a:pPr>
            <a:r>
              <a:rPr lang="ja-JP" altLang="en-US" sz="2800" dirty="0"/>
              <a:t>Ｎ（＋助詞）＋こそ 普 通 形＋からこそ</a:t>
            </a:r>
            <a:endParaRPr lang="vi-VN" altLang="ja-JP" sz="3200" b="1" dirty="0">
              <a:solidFill>
                <a:srgbClr val="A11D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0694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195" y="161741"/>
            <a:ext cx="10943610" cy="814745"/>
          </a:xfrm>
          <a:solidFill>
            <a:srgbClr val="D9910B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800" b="1" dirty="0">
                <a:solidFill>
                  <a:srgbClr val="C00000"/>
                </a:solidFill>
              </a:rPr>
              <a:t>～こそ／～からこそ</a:t>
            </a:r>
            <a:endParaRPr lang="en-US" sz="4400" b="1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4195" y="1082843"/>
            <a:ext cx="10943610" cy="5474368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① いつも寝 坊してしまう</a:t>
            </a:r>
            <a:r>
              <a:rPr lang="en-US" altLang="ja-JP" sz="2800" dirty="0"/>
              <a:t>…</a:t>
            </a:r>
            <a:r>
              <a:rPr lang="ja-JP" altLang="en-US" sz="2800" dirty="0"/>
              <a:t>。でも、これではだめだ。明日こそ、</a:t>
            </a:r>
            <a:endParaRPr lang="en-US" altLang="ja-JP" sz="2800" dirty="0"/>
          </a:p>
          <a:p>
            <a:pPr marL="0" indent="0">
              <a:buNone/>
            </a:pPr>
            <a:r>
              <a:rPr lang="vi-VN" altLang="ja-JP" sz="2800" dirty="0"/>
              <a:t>________________</a:t>
            </a:r>
            <a:r>
              <a:rPr lang="ja-JP" altLang="en-US" sz="2800" dirty="0"/>
              <a:t> ！</a:t>
            </a:r>
            <a:endParaRPr lang="vi-VN" altLang="ja-JP" sz="2800" dirty="0"/>
          </a:p>
          <a:p>
            <a:pPr marL="0" indent="0">
              <a:buNone/>
            </a:pPr>
            <a:r>
              <a:rPr lang="ja-JP" altLang="en-US" sz="2800" dirty="0"/>
              <a:t> ② いつもあのチームには負けています。次 こそ絶対 に</a:t>
            </a:r>
            <a:r>
              <a:rPr lang="vi-VN" altLang="ja-JP" sz="2800" dirty="0"/>
              <a:t>________</a:t>
            </a:r>
            <a:r>
              <a:rPr lang="ja-JP" altLang="en-US" sz="2800" dirty="0"/>
              <a:t> たいです。 </a:t>
            </a:r>
            <a:endParaRPr lang="vi-VN" altLang="ja-JP" sz="2800" dirty="0"/>
          </a:p>
          <a:p>
            <a:pPr marL="0" indent="0">
              <a:buNone/>
            </a:pPr>
            <a:endParaRPr lang="vi-VN" altLang="ja-JP" sz="2800" dirty="0"/>
          </a:p>
          <a:p>
            <a:pPr marL="0" indent="0">
              <a:buNone/>
            </a:pPr>
            <a:r>
              <a:rPr lang="ja-JP" altLang="en-US" sz="2800" dirty="0"/>
              <a:t>③ Ａ：本当にお世話になりました。 </a:t>
            </a:r>
            <a:endParaRPr lang="vi-VN" altLang="ja-JP" sz="2800" dirty="0"/>
          </a:p>
          <a:p>
            <a:pPr marL="0" indent="0">
              <a:buNone/>
            </a:pPr>
            <a:r>
              <a:rPr lang="vi-VN" altLang="ja-JP" sz="2800" dirty="0"/>
              <a:t>    </a:t>
            </a:r>
            <a:r>
              <a:rPr lang="ja-JP" altLang="en-US" sz="2800" dirty="0"/>
              <a:t>Ｂ：いえいえ、＿＿＿＿ こそ、いつも助けてもらって、感謝しています。</a:t>
            </a:r>
            <a:endParaRPr lang="vi-VN" altLang="ja-JP" sz="2800" dirty="0"/>
          </a:p>
          <a:p>
            <a:pPr marL="0" indent="0">
              <a:buNone/>
            </a:pPr>
            <a:endParaRPr lang="vi-VN" altLang="ja-JP" sz="2800" dirty="0"/>
          </a:p>
          <a:p>
            <a:pPr marL="0" indent="0">
              <a:buNone/>
            </a:pPr>
            <a:r>
              <a:rPr lang="ja-JP" altLang="en-US" sz="2800" dirty="0"/>
              <a:t> ④ ＿＿＿＿＿ときにこそ、家族は助け合わなければなりません。</a:t>
            </a:r>
            <a:endParaRPr lang="en-US" altLang="ja-JP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6FABEA-AF34-499D-AC16-11633CF654DB}"/>
              </a:ext>
            </a:extLst>
          </p:cNvPr>
          <p:cNvSpPr txBox="1"/>
          <p:nvPr/>
        </p:nvSpPr>
        <p:spPr>
          <a:xfrm>
            <a:off x="940467" y="2002036"/>
            <a:ext cx="22238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b="1" dirty="0">
                <a:solidFill>
                  <a:srgbClr val="FF0000"/>
                </a:solidFill>
                <a:highlight>
                  <a:srgbClr val="FFFF00"/>
                </a:highlight>
              </a:rPr>
              <a:t>早く起きよう</a:t>
            </a:r>
            <a:endParaRPr lang="en-US" sz="2400" b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C41D68-2E92-419A-9D90-0814AE66459C}"/>
              </a:ext>
            </a:extLst>
          </p:cNvPr>
          <p:cNvSpPr txBox="1"/>
          <p:nvPr/>
        </p:nvSpPr>
        <p:spPr>
          <a:xfrm>
            <a:off x="1378617" y="5544324"/>
            <a:ext cx="2026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b="1" dirty="0">
                <a:solidFill>
                  <a:srgbClr val="FF0000"/>
                </a:solidFill>
                <a:highlight>
                  <a:srgbClr val="FFFF00"/>
                </a:highlight>
              </a:rPr>
              <a:t>大変な</a:t>
            </a:r>
            <a:endParaRPr lang="en-US" sz="2400" b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E1A69A-38DC-4272-A079-89FB4D955502}"/>
              </a:ext>
            </a:extLst>
          </p:cNvPr>
          <p:cNvSpPr txBox="1"/>
          <p:nvPr/>
        </p:nvSpPr>
        <p:spPr>
          <a:xfrm>
            <a:off x="9470858" y="2463701"/>
            <a:ext cx="1780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b="1" dirty="0">
                <a:solidFill>
                  <a:srgbClr val="FF0000"/>
                </a:solidFill>
                <a:highlight>
                  <a:srgbClr val="FFFF00"/>
                </a:highlight>
              </a:rPr>
              <a:t>勝ち</a:t>
            </a:r>
            <a:endParaRPr lang="en-US" sz="2400" b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C8BD06-056F-4B7F-B5AA-9F7F52174571}"/>
              </a:ext>
            </a:extLst>
          </p:cNvPr>
          <p:cNvSpPr txBox="1"/>
          <p:nvPr/>
        </p:nvSpPr>
        <p:spPr>
          <a:xfrm>
            <a:off x="3164304" y="4394300"/>
            <a:ext cx="2026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b="1" dirty="0">
                <a:solidFill>
                  <a:srgbClr val="FF0000"/>
                </a:solidFill>
                <a:highlight>
                  <a:srgbClr val="FFFF00"/>
                </a:highlight>
              </a:rPr>
              <a:t>こちら</a:t>
            </a:r>
            <a:endParaRPr lang="en-US" sz="2400" b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384855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72">
            <a:extLst>
              <a:ext uri="{FF2B5EF4-FFF2-40B4-BE49-F238E27FC236}">
                <a16:creationId xmlns:a16="http://schemas.microsoft.com/office/drawing/2014/main" id="{823AC064-BC96-4F32-8AE1-B2FD38754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96882" y="280374"/>
            <a:ext cx="11438793" cy="1844256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351" y="433545"/>
            <a:ext cx="11139854" cy="93044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ja-JP" altLang="en-US" sz="5400" b="1" dirty="0">
                <a:solidFill>
                  <a:srgbClr val="C00000"/>
                </a:solidFill>
                <a:highlight>
                  <a:srgbClr val="FFFF00"/>
                </a:highlight>
              </a:rPr>
              <a:t>ことわざ</a:t>
            </a:r>
            <a:endParaRPr lang="en-US" sz="5400" b="1" dirty="0">
              <a:solidFill>
                <a:srgbClr val="C00000"/>
              </a:solidFill>
              <a:highlight>
                <a:srgbClr val="FFFF00"/>
              </a:highlight>
            </a:endParaRP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7E7C77BC-7138-40B1-A15B-20F57A4946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30078" y="1522292"/>
            <a:ext cx="777240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好き な もの こそ 上手 なれ - 🍓会社案内 | amp.petmd.com">
            <a:extLst>
              <a:ext uri="{FF2B5EF4-FFF2-40B4-BE49-F238E27FC236}">
                <a16:creationId xmlns:a16="http://schemas.microsoft.com/office/drawing/2014/main" id="{74D9EFFF-7210-4AC6-B6F9-3AC89D3D3C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91000" y="2426818"/>
            <a:ext cx="5337051" cy="3997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DB146403-F3D6-484B-B2ED-97F9565D03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116278" y="2596836"/>
            <a:ext cx="0" cy="365760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好きこそ物の上手なれ（すきこそもののじょうずなれ）とは – マナラボ">
            <a:extLst>
              <a:ext uri="{FF2B5EF4-FFF2-40B4-BE49-F238E27FC236}">
                <a16:creationId xmlns:a16="http://schemas.microsoft.com/office/drawing/2014/main" id="{EC094EDE-B907-4625-9EF1-A02B6A0E10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65346" y="2972739"/>
            <a:ext cx="5790295" cy="3115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E12BB4A-8F80-4E09-99AB-03BE164EA79B}"/>
              </a:ext>
            </a:extLst>
          </p:cNvPr>
          <p:cNvSpPr txBox="1"/>
          <p:nvPr/>
        </p:nvSpPr>
        <p:spPr>
          <a:xfrm>
            <a:off x="5636794" y="2959768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974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519" y="377157"/>
            <a:ext cx="11165511" cy="814745"/>
          </a:xfrm>
          <a:solidFill>
            <a:srgbClr val="D9910B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800" b="1" dirty="0">
                <a:solidFill>
                  <a:srgbClr val="A11D2B"/>
                </a:solidFill>
              </a:rPr>
              <a:t>～につき</a:t>
            </a:r>
            <a:endParaRPr lang="en-US" sz="4800" b="1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7518" y="1600200"/>
            <a:ext cx="5478482" cy="4186988"/>
          </a:xfrm>
          <a:solidFill>
            <a:srgbClr val="5E9C53"/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ja-JP" altLang="en-US" sz="3200" b="1" dirty="0">
                <a:solidFill>
                  <a:srgbClr val="A11D2B"/>
                </a:solidFill>
              </a:rPr>
              <a:t>意 味</a:t>
            </a:r>
            <a:endParaRPr lang="en-US" altLang="ja-JP" sz="3200" b="1" dirty="0">
              <a:solidFill>
                <a:srgbClr val="A11D2B"/>
              </a:solidFill>
            </a:endParaRPr>
          </a:p>
          <a:p>
            <a:pPr marL="0" indent="0" algn="ctr">
              <a:buNone/>
            </a:pPr>
            <a:endParaRPr lang="en-US" altLang="ja-JP" sz="3200" b="1" dirty="0">
              <a:solidFill>
                <a:srgbClr val="A11D2B"/>
              </a:solidFill>
            </a:endParaRPr>
          </a:p>
          <a:p>
            <a:pPr marL="0" indent="0" algn="ctr">
              <a:buNone/>
            </a:pPr>
            <a:r>
              <a:rPr lang="ja-JP" altLang="en-US" sz="2800" dirty="0"/>
              <a:t>～だから </a:t>
            </a: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＊看板 、お知らせなどによく使われる。 </a:t>
            </a: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＊書き言葉</a:t>
            </a:r>
            <a:endParaRPr lang="vi-VN" altLang="ja-JP" sz="2800" dirty="0"/>
          </a:p>
          <a:p>
            <a:pPr marL="0" indent="0">
              <a:buNone/>
            </a:pPr>
            <a:r>
              <a:rPr lang="vi-VN" altLang="ja-JP" sz="2800" b="1" dirty="0">
                <a:solidFill>
                  <a:srgbClr val="A11D2B"/>
                </a:solidFill>
              </a:rPr>
              <a:t>Vì~</a:t>
            </a:r>
            <a:r>
              <a:rPr lang="ja-JP" altLang="en-US" sz="2800" b="1" dirty="0">
                <a:solidFill>
                  <a:srgbClr val="A11D2B"/>
                </a:solidFill>
              </a:rPr>
              <a:t>　</a:t>
            </a:r>
            <a:endParaRPr lang="en-US" altLang="ja-JP" sz="3200" b="1" dirty="0">
              <a:solidFill>
                <a:srgbClr val="A11D2B"/>
              </a:solidFill>
            </a:endParaRP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98D3A890-C849-4777-ABA2-6969C6DAD515}"/>
              </a:ext>
            </a:extLst>
          </p:cNvPr>
          <p:cNvSpPr txBox="1">
            <a:spLocks/>
          </p:cNvSpPr>
          <p:nvPr/>
        </p:nvSpPr>
        <p:spPr>
          <a:xfrm>
            <a:off x="6954252" y="1600199"/>
            <a:ext cx="4620229" cy="4186988"/>
          </a:xfrm>
          <a:prstGeom prst="rect">
            <a:avLst/>
          </a:prstGeom>
          <a:solidFill>
            <a:srgbClr val="5E9C53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ja-JP" altLang="en-US" sz="2800" b="1" dirty="0">
                <a:solidFill>
                  <a:srgbClr val="A11D2B"/>
                </a:solidFill>
              </a:rPr>
              <a:t>接続</a:t>
            </a:r>
            <a:endParaRPr lang="vi-VN" altLang="ja-JP" sz="2800" b="1" dirty="0">
              <a:solidFill>
                <a:srgbClr val="A11D2B"/>
              </a:solidFill>
            </a:endParaRPr>
          </a:p>
          <a:p>
            <a:pPr marL="0" indent="0" algn="ctr">
              <a:buNone/>
            </a:pPr>
            <a:endParaRPr lang="vi-VN" altLang="ja-JP" sz="2800" b="1" dirty="0">
              <a:solidFill>
                <a:srgbClr val="A11D2B"/>
              </a:solidFill>
            </a:endParaRPr>
          </a:p>
          <a:p>
            <a:pPr marL="0" indent="0" algn="ctr">
              <a:buNone/>
            </a:pPr>
            <a:r>
              <a:rPr lang="en-US" sz="2800" dirty="0"/>
              <a:t>Ｎ ＋ </a:t>
            </a:r>
            <a:r>
              <a:rPr lang="ja-JP" altLang="en-US" sz="2800" dirty="0"/>
              <a:t>につき</a:t>
            </a:r>
            <a:endParaRPr lang="vi-VN" altLang="ja-JP" sz="3600" b="1" dirty="0">
              <a:solidFill>
                <a:srgbClr val="A11D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14192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7C98A213-5994-475E-B327-DC6EC27FB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670218"/>
            <a:ext cx="10909640" cy="1065836"/>
          </a:xfrm>
          <a:solidFill>
            <a:srgbClr val="FFFF0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ja-JP" altLang="en-US" b="1" dirty="0"/>
              <a:t>「～につき」が使われているのを見てみよう！</a:t>
            </a:r>
            <a:endParaRPr lang="en-US" b="1" dirty="0"/>
          </a:p>
        </p:txBody>
      </p:sp>
      <p:sp>
        <p:nvSpPr>
          <p:cNvPr id="23" name="sketch line">
            <a:extLst>
              <a:ext uri="{FF2B5EF4-FFF2-40B4-BE49-F238E27FC236}">
                <a16:creationId xmlns:a16="http://schemas.microsoft.com/office/drawing/2014/main" id="{4B030A0D-0DAD-4A99-89BB-419527D6A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89376" y="1800088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A picture containing qr code&#10;&#10;Description automatically generated">
            <a:extLst>
              <a:ext uri="{FF2B5EF4-FFF2-40B4-BE49-F238E27FC236}">
                <a16:creationId xmlns:a16="http://schemas.microsoft.com/office/drawing/2014/main" id="{1494EEE2-F06C-4629-BE4D-519F336C04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881" y="2034094"/>
            <a:ext cx="2689332" cy="4185731"/>
          </a:xfrm>
          <a:prstGeom prst="rect">
            <a:avLst/>
          </a:prstGeom>
        </p:spPr>
      </p:pic>
      <p:pic>
        <p:nvPicPr>
          <p:cNvPr id="14" name="Picture 13" descr="Qr code&#10;&#10;Description automatically generated with low confidence">
            <a:extLst>
              <a:ext uri="{FF2B5EF4-FFF2-40B4-BE49-F238E27FC236}">
                <a16:creationId xmlns:a16="http://schemas.microsoft.com/office/drawing/2014/main" id="{7467004F-90D8-419E-B88D-88BABDF9AF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8839" y="2544920"/>
            <a:ext cx="4456253" cy="3241923"/>
          </a:xfrm>
          <a:prstGeom prst="rect">
            <a:avLst/>
          </a:prstGeom>
        </p:spPr>
      </p:pic>
      <p:pic>
        <p:nvPicPr>
          <p:cNvPr id="16" name="Picture 15" descr="Text, whiteboard&#10;&#10;Description automatically generated">
            <a:extLst>
              <a:ext uri="{FF2B5EF4-FFF2-40B4-BE49-F238E27FC236}">
                <a16:creationId xmlns:a16="http://schemas.microsoft.com/office/drawing/2014/main" id="{666ED6CF-8E47-4B15-BBC5-ADBC5095882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863" y="2857742"/>
            <a:ext cx="4227039" cy="2779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0762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195" y="161741"/>
            <a:ext cx="10943610" cy="814745"/>
          </a:xfrm>
          <a:solidFill>
            <a:srgbClr val="D9910B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800" b="1" dirty="0">
                <a:solidFill>
                  <a:srgbClr val="A11D2B"/>
                </a:solidFill>
              </a:rPr>
              <a:t>～につき</a:t>
            </a:r>
            <a:endParaRPr lang="en-US" sz="4400" b="1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4196" y="1203446"/>
            <a:ext cx="5933016" cy="5613417"/>
          </a:xfrm>
          <a:solidFill>
            <a:schemeClr val="bg2">
              <a:lumMod val="7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2800" dirty="0"/>
              <a:t> </a:t>
            </a:r>
            <a:endParaRPr lang="en-US" altLang="ja-JP" sz="2800" dirty="0"/>
          </a:p>
          <a:p>
            <a:pPr marL="0" indent="0">
              <a:buNone/>
            </a:pPr>
            <a:r>
              <a:rPr lang="ja-JP" altLang="en-US" sz="2800" b="1" dirty="0">
                <a:solidFill>
                  <a:srgbClr val="FF0000"/>
                </a:solidFill>
              </a:rPr>
              <a:t>［</a:t>
            </a:r>
            <a:r>
              <a:rPr lang="ja-JP" altLang="en-US" sz="2800" b="1" dirty="0">
                <a:solidFill>
                  <a:srgbClr val="C00000"/>
                </a:solidFill>
              </a:rPr>
              <a:t>店の入り口の書き</a:t>
            </a:r>
            <a:r>
              <a:rPr lang="ja-JP" altLang="en-US" sz="2800" b="1" dirty="0">
                <a:solidFill>
                  <a:srgbClr val="FF0000"/>
                </a:solidFill>
              </a:rPr>
              <a:t>］ </a:t>
            </a:r>
            <a:endParaRPr lang="vi-VN" altLang="ja-JP" sz="28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vi-VN" altLang="ja-JP" sz="28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vi-VN" altLang="ja-JP" sz="2800" dirty="0"/>
              <a:t>__________________</a:t>
            </a:r>
            <a:r>
              <a:rPr lang="ja-JP" altLang="en-US" sz="2800" dirty="0"/>
              <a:t>につき、もう</a:t>
            </a:r>
            <a:endParaRPr lang="vi-VN" altLang="ja-JP" sz="2800" dirty="0"/>
          </a:p>
          <a:p>
            <a:pPr marL="0" indent="0">
              <a:buNone/>
            </a:pPr>
            <a:endParaRPr lang="vi-VN" altLang="ja-JP" sz="2800" dirty="0"/>
          </a:p>
          <a:p>
            <a:pPr marL="0" indent="0">
              <a:buNone/>
            </a:pPr>
            <a:r>
              <a:rPr lang="ja-JP" altLang="en-US" sz="2800" dirty="0"/>
              <a:t>しばらくお待ちください。 </a:t>
            </a:r>
            <a:endParaRPr lang="en-US" altLang="ja-JP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FC1EFB-37F6-4D48-AC4E-F513F39E54A4}"/>
              </a:ext>
            </a:extLst>
          </p:cNvPr>
          <p:cNvSpPr txBox="1"/>
          <p:nvPr/>
        </p:nvSpPr>
        <p:spPr>
          <a:xfrm>
            <a:off x="847502" y="2595433"/>
            <a:ext cx="3183077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b="1" dirty="0">
                <a:highlight>
                  <a:srgbClr val="00FFFF"/>
                </a:highlight>
              </a:rPr>
              <a:t>ただいま準備中</a:t>
            </a:r>
            <a:endParaRPr lang="en-US" sz="2400" b="1" dirty="0">
              <a:highlight>
                <a:srgbClr val="00FFFF"/>
              </a:highlight>
            </a:endParaRPr>
          </a:p>
        </p:txBody>
      </p:sp>
      <p:pic>
        <p:nvPicPr>
          <p:cNvPr id="2050" name="Picture 2" descr="入り口のイラスト文字">
            <a:extLst>
              <a:ext uri="{FF2B5EF4-FFF2-40B4-BE49-F238E27FC236}">
                <a16:creationId xmlns:a16="http://schemas.microsoft.com/office/drawing/2014/main" id="{F1DCAF59-111D-41A0-BDD1-D50E038E8C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7728" y="1356559"/>
            <a:ext cx="2256924" cy="2256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居酒屋のイラスト">
            <a:extLst>
              <a:ext uri="{FF2B5EF4-FFF2-40B4-BE49-F238E27FC236}">
                <a16:creationId xmlns:a16="http://schemas.microsoft.com/office/drawing/2014/main" id="{EAFF18F6-8FB8-4C82-A9A3-D981FB56E9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7728" y="3849176"/>
            <a:ext cx="2702703" cy="2702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5964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195" y="161741"/>
            <a:ext cx="10943610" cy="814745"/>
          </a:xfrm>
          <a:solidFill>
            <a:srgbClr val="D9910B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800" b="1" dirty="0">
                <a:solidFill>
                  <a:srgbClr val="A11D2B"/>
                </a:solidFill>
              </a:rPr>
              <a:t>～につき</a:t>
            </a:r>
            <a:endParaRPr lang="en-US" sz="4400" b="1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4196" y="1203446"/>
            <a:ext cx="5933016" cy="5613417"/>
          </a:xfrm>
          <a:solidFill>
            <a:schemeClr val="bg2">
              <a:lumMod val="7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2800" dirty="0"/>
              <a:t> </a:t>
            </a:r>
            <a:endParaRPr lang="en-US" altLang="ja-JP" sz="2800" dirty="0"/>
          </a:p>
          <a:p>
            <a:pPr marL="0" indent="0">
              <a:buNone/>
            </a:pPr>
            <a:r>
              <a:rPr lang="ja-JP" altLang="en-US" sz="2800" b="1" dirty="0">
                <a:solidFill>
                  <a:srgbClr val="C00000"/>
                </a:solidFill>
              </a:rPr>
              <a:t>［説明会ー会場の張り紙］</a:t>
            </a:r>
            <a:r>
              <a:rPr lang="ja-JP" altLang="en-US" sz="2800" b="1" dirty="0">
                <a:solidFill>
                  <a:srgbClr val="FF0000"/>
                </a:solidFill>
              </a:rPr>
              <a:t> </a:t>
            </a:r>
            <a:endParaRPr lang="vi-VN" altLang="ja-JP" sz="28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ja-JP" sz="28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ja-JP" sz="28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ja-JP" altLang="en-US" sz="2800" dirty="0"/>
              <a:t>雨 天 につき、本日の＿＿＿＿＿＿ </a:t>
            </a: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は＿＿＿＿＿＿＿＿</a:t>
            </a:r>
            <a:endParaRPr lang="vi-VN" altLang="ja-JP" sz="2800" b="1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FC1EFB-37F6-4D48-AC4E-F513F39E54A4}"/>
              </a:ext>
            </a:extLst>
          </p:cNvPr>
          <p:cNvSpPr txBox="1"/>
          <p:nvPr/>
        </p:nvSpPr>
        <p:spPr>
          <a:xfrm>
            <a:off x="4228377" y="3069129"/>
            <a:ext cx="2328835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b="1" dirty="0">
                <a:highlight>
                  <a:srgbClr val="00FFFF"/>
                </a:highlight>
              </a:rPr>
              <a:t>説明会</a:t>
            </a:r>
            <a:endParaRPr lang="en-US" sz="2400" b="1" dirty="0">
              <a:highlight>
                <a:srgbClr val="00FFFF"/>
              </a:highlight>
            </a:endParaRPr>
          </a:p>
        </p:txBody>
      </p:sp>
      <p:pic>
        <p:nvPicPr>
          <p:cNvPr id="3074" name="Picture 2" descr="案内貼紙】会社で使う案内用貼り紙 ＜シンプル版＞▷PDFを差し上げます | Q-site">
            <a:extLst>
              <a:ext uri="{FF2B5EF4-FFF2-40B4-BE49-F238E27FC236}">
                <a16:creationId xmlns:a16="http://schemas.microsoft.com/office/drawing/2014/main" id="{C2AEFD22-9002-4077-B177-F76A136611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6983" y="1600573"/>
            <a:ext cx="4136606" cy="2875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9FA9651-8299-4361-A323-678124A96507}"/>
              </a:ext>
            </a:extLst>
          </p:cNvPr>
          <p:cNvSpPr txBox="1"/>
          <p:nvPr/>
        </p:nvSpPr>
        <p:spPr>
          <a:xfrm>
            <a:off x="1347537" y="4206837"/>
            <a:ext cx="3874171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b="1" dirty="0">
                <a:highlight>
                  <a:srgbClr val="00FFFF"/>
                </a:highlight>
              </a:rPr>
              <a:t>中止になっております。</a:t>
            </a:r>
            <a:endParaRPr lang="en-US" sz="2400" b="1" dirty="0">
              <a:highlight>
                <a:srgbClr val="00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693319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7FF3D-1C5F-4028-AF2A-1DAE728C2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195" y="100431"/>
            <a:ext cx="10943610" cy="814745"/>
          </a:xfrm>
          <a:solidFill>
            <a:schemeClr val="accent2"/>
          </a:solidFill>
        </p:spPr>
        <p:txBody>
          <a:bodyPr/>
          <a:lstStyle/>
          <a:p>
            <a:r>
              <a:rPr lang="ja-JP" altLang="en-US" dirty="0">
                <a:highlight>
                  <a:srgbClr val="FFFF00"/>
                </a:highlight>
              </a:rPr>
              <a:t>例文（</a:t>
            </a:r>
            <a:r>
              <a:rPr lang="en-US" altLang="ja-JP" dirty="0">
                <a:highlight>
                  <a:srgbClr val="FFFF00"/>
                </a:highlight>
              </a:rPr>
              <a:t>P32</a:t>
            </a:r>
            <a:r>
              <a:rPr lang="ja-JP" altLang="en-US" dirty="0">
                <a:highlight>
                  <a:srgbClr val="FFFF00"/>
                </a:highlight>
              </a:rPr>
              <a:t>）</a:t>
            </a:r>
            <a:endParaRPr lang="en-US" dirty="0">
              <a:highlight>
                <a:srgbClr val="FFFF00"/>
              </a:highlight>
            </a:endParaRPr>
          </a:p>
        </p:txBody>
      </p:sp>
      <p:pic>
        <p:nvPicPr>
          <p:cNvPr id="7" name="Content Placeholder 6" descr="Text, letter&#10;&#10;Description automatically generated">
            <a:extLst>
              <a:ext uri="{FF2B5EF4-FFF2-40B4-BE49-F238E27FC236}">
                <a16:creationId xmlns:a16="http://schemas.microsoft.com/office/drawing/2014/main" id="{0B9E40C5-BDF4-4369-81C2-B55ED7F3B308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195" y="1270443"/>
            <a:ext cx="10228289" cy="5400298"/>
          </a:xfrm>
        </p:spPr>
      </p:pic>
    </p:spTree>
    <p:extLst>
      <p:ext uri="{BB962C8B-B14F-4D97-AF65-F5344CB8AC3E}">
        <p14:creationId xmlns:p14="http://schemas.microsoft.com/office/powerpoint/2010/main" val="37665534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195" y="161741"/>
            <a:ext cx="10943610" cy="743240"/>
          </a:xfrm>
          <a:solidFill>
            <a:srgbClr val="D9910B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400" b="1" dirty="0">
                <a:solidFill>
                  <a:srgbClr val="C00000"/>
                </a:solidFill>
              </a:rPr>
              <a:t>どっちがいい？</a:t>
            </a:r>
            <a:endParaRPr lang="en-US" sz="6000" b="1" dirty="0">
              <a:solidFill>
                <a:srgbClr val="C0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4195" y="1082843"/>
            <a:ext cx="10943610" cy="5474368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①</a:t>
            </a:r>
            <a:r>
              <a:rPr lang="ja-JP" altLang="en-US" sz="3200" dirty="0"/>
              <a:t>冷 蔵 庫の中にりんごが１個 </a:t>
            </a:r>
            <a:r>
              <a:rPr lang="en-US" altLang="ja-JP" sz="3200" dirty="0"/>
              <a:t>【</a:t>
            </a:r>
            <a:r>
              <a:rPr lang="ja-JP" altLang="en-US" sz="3200" dirty="0"/>
              <a:t> だけ ・ に限 り </a:t>
            </a:r>
            <a:r>
              <a:rPr lang="en-US" altLang="ja-JP" sz="3200" dirty="0"/>
              <a:t>】</a:t>
            </a:r>
            <a:r>
              <a:rPr lang="ja-JP" altLang="en-US" sz="3200" dirty="0"/>
              <a:t>ある。</a:t>
            </a:r>
            <a:endParaRPr lang="vi-VN" altLang="ja-JP" sz="3200" dirty="0"/>
          </a:p>
          <a:p>
            <a:pPr marL="0" indent="0">
              <a:buNone/>
            </a:pPr>
            <a:endParaRPr lang="en-US" altLang="ja-JP" sz="3200" dirty="0"/>
          </a:p>
          <a:p>
            <a:pPr marL="0" indent="0">
              <a:buNone/>
            </a:pPr>
            <a:r>
              <a:rPr lang="ja-JP" altLang="en-US" sz="3600" dirty="0"/>
              <a:t>②</a:t>
            </a:r>
            <a:r>
              <a:rPr lang="ja-JP" altLang="en-US" sz="3200" dirty="0"/>
              <a:t> </a:t>
            </a:r>
            <a:r>
              <a:rPr lang="en-US" altLang="ja-JP" sz="3200" dirty="0"/>
              <a:t>【 </a:t>
            </a:r>
            <a:r>
              <a:rPr lang="ja-JP" altLang="en-US" sz="3200" dirty="0"/>
              <a:t>明日こそ ・ 明日だけ </a:t>
            </a:r>
            <a:r>
              <a:rPr lang="en-US" altLang="ja-JP" sz="3200" dirty="0"/>
              <a:t>】</a:t>
            </a:r>
            <a:r>
              <a:rPr lang="ja-JP" altLang="en-US" sz="3200" dirty="0"/>
              <a:t>遅 刻 しないように頑 張 ばる。 </a:t>
            </a:r>
            <a:endParaRPr lang="en-US" altLang="ja-JP" sz="3200" dirty="0"/>
          </a:p>
          <a:p>
            <a:pPr marL="0" indent="0">
              <a:buNone/>
            </a:pPr>
            <a:endParaRPr lang="vi-VN" sz="3200" dirty="0"/>
          </a:p>
          <a:p>
            <a:pPr marL="0" indent="0">
              <a:buNone/>
            </a:pPr>
            <a:r>
              <a:rPr lang="en-US" sz="3200" dirty="0"/>
              <a:t>③ </a:t>
            </a:r>
            <a:r>
              <a:rPr lang="en-US" altLang="ja-JP" sz="3200" dirty="0"/>
              <a:t>【 </a:t>
            </a:r>
            <a:r>
              <a:rPr lang="ja-JP" altLang="en-US" sz="3200" dirty="0"/>
              <a:t>明日こそ ・ 明日だけ </a:t>
            </a:r>
            <a:r>
              <a:rPr lang="en-US" altLang="ja-JP" sz="3200" dirty="0"/>
              <a:t>】</a:t>
            </a:r>
            <a:r>
              <a:rPr lang="ja-JP" altLang="en-US" sz="3200" dirty="0"/>
              <a:t>休みをいただけませんか</a:t>
            </a:r>
            <a:r>
              <a:rPr lang="vi-VN" altLang="ja-JP" sz="3200" dirty="0"/>
              <a:t>.</a:t>
            </a:r>
            <a:endParaRPr lang="en-US" altLang="ja-JP"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01841C-6234-4A25-A242-BBF73F85649B}"/>
              </a:ext>
            </a:extLst>
          </p:cNvPr>
          <p:cNvSpPr txBox="1"/>
          <p:nvPr/>
        </p:nvSpPr>
        <p:spPr>
          <a:xfrm>
            <a:off x="2364204" y="3820027"/>
            <a:ext cx="91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600" dirty="0">
                <a:solidFill>
                  <a:srgbClr val="C00000"/>
                </a:solidFill>
                <a:highlight>
                  <a:srgbClr val="FFFF00"/>
                </a:highlight>
              </a:rPr>
              <a:t>x</a:t>
            </a:r>
            <a:endParaRPr lang="en-US" sz="3600" dirty="0">
              <a:solidFill>
                <a:srgbClr val="C00000"/>
              </a:solidFill>
              <a:highlight>
                <a:srgbClr val="FFFF00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E1B45D-1429-4679-8EF7-031CF0DDC3D3}"/>
              </a:ext>
            </a:extLst>
          </p:cNvPr>
          <p:cNvSpPr txBox="1"/>
          <p:nvPr/>
        </p:nvSpPr>
        <p:spPr>
          <a:xfrm>
            <a:off x="8752973" y="1459195"/>
            <a:ext cx="91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600" dirty="0">
                <a:solidFill>
                  <a:srgbClr val="C00000"/>
                </a:solidFill>
                <a:highlight>
                  <a:srgbClr val="FFFF00"/>
                </a:highlight>
              </a:rPr>
              <a:t>x</a:t>
            </a:r>
            <a:endParaRPr lang="en-US" sz="3600" dirty="0">
              <a:solidFill>
                <a:srgbClr val="C00000"/>
              </a:solidFill>
              <a:highlight>
                <a:srgbClr val="FFFF00"/>
              </a:highligh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76144A-DBEC-4AD2-824E-59A85A623FC8}"/>
              </a:ext>
            </a:extLst>
          </p:cNvPr>
          <p:cNvSpPr txBox="1"/>
          <p:nvPr/>
        </p:nvSpPr>
        <p:spPr>
          <a:xfrm>
            <a:off x="4361446" y="2782669"/>
            <a:ext cx="91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600" dirty="0">
                <a:solidFill>
                  <a:srgbClr val="C00000"/>
                </a:solidFill>
                <a:highlight>
                  <a:srgbClr val="FFFF00"/>
                </a:highlight>
              </a:rPr>
              <a:t>x</a:t>
            </a:r>
            <a:endParaRPr lang="en-US" sz="3600" dirty="0">
              <a:solidFill>
                <a:srgbClr val="C0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614729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Text, letter&#10;&#10;Description automatically generated">
            <a:extLst>
              <a:ext uri="{FF2B5EF4-FFF2-40B4-BE49-F238E27FC236}">
                <a16:creationId xmlns:a16="http://schemas.microsoft.com/office/drawing/2014/main" id="{450929F7-56B6-4DA7-9D96-A10F95E615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2243074"/>
            <a:ext cx="10905066" cy="2371851"/>
          </a:xfrm>
          <a:prstGeom prst="rect">
            <a:avLst/>
          </a:prstGeom>
          <a:ln>
            <a:noFill/>
          </a:ln>
        </p:spPr>
      </p:pic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6682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6" y="1323475"/>
            <a:ext cx="10058399" cy="3839154"/>
          </a:xfrm>
          <a:solidFill>
            <a:srgbClr val="D9910B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000" b="1" dirty="0">
                <a:solidFill>
                  <a:srgbClr val="A11D2B"/>
                </a:solidFill>
              </a:rPr>
              <a:t>セールのチラシや看板でよく使われる言葉</a:t>
            </a:r>
            <a:br>
              <a:rPr lang="en-US" altLang="ja-JP" sz="4000" b="1" dirty="0">
                <a:solidFill>
                  <a:srgbClr val="A11D2B"/>
                </a:solidFill>
              </a:rPr>
            </a:br>
            <a:r>
              <a:rPr lang="ja-JP" altLang="en-US" sz="2800" b="1" dirty="0">
                <a:solidFill>
                  <a:srgbClr val="A11D2B"/>
                </a:solidFill>
              </a:rPr>
              <a:t>（ワークブック</a:t>
            </a:r>
            <a:r>
              <a:rPr lang="en-US" altLang="ja-JP" sz="2800" b="1" dirty="0">
                <a:solidFill>
                  <a:srgbClr val="A11D2B"/>
                </a:solidFill>
              </a:rPr>
              <a:t>―15</a:t>
            </a:r>
            <a:r>
              <a:rPr lang="ja-JP" altLang="en-US" sz="2800" b="1" dirty="0">
                <a:solidFill>
                  <a:srgbClr val="A11D2B"/>
                </a:solidFill>
              </a:rPr>
              <a:t>ページ）　</a:t>
            </a:r>
            <a:endParaRPr lang="en-US" sz="4000" b="1" dirty="0">
              <a:solidFill>
                <a:srgbClr val="A11D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01222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6511</TotalTime>
  <Words>1125</Words>
  <Application>Microsoft Office PowerPoint</Application>
  <PresentationFormat>Widescreen</PresentationFormat>
  <Paragraphs>149</Paragraphs>
  <Slides>22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Times New Roman</vt:lpstr>
      <vt:lpstr>Office Theme</vt:lpstr>
      <vt:lpstr>第2課</vt:lpstr>
      <vt:lpstr>PowerPoint Presentation</vt:lpstr>
      <vt:lpstr>PowerPoint Presentation</vt:lpstr>
      <vt:lpstr>できること　</vt:lpstr>
      <vt:lpstr>見つけた（28ページ）</vt:lpstr>
      <vt:lpstr>答えてみて　</vt:lpstr>
      <vt:lpstr>回答　</vt:lpstr>
      <vt:lpstr>使ってみよう3 文法1.2.3（32ページ）</vt:lpstr>
      <vt:lpstr>～ に限り</vt:lpstr>
      <vt:lpstr>～ に限り</vt:lpstr>
      <vt:lpstr>～ に限り</vt:lpstr>
      <vt:lpstr>～こそ／～からこそ</vt:lpstr>
      <vt:lpstr>～こそ／～からこそ</vt:lpstr>
      <vt:lpstr>ことわざ</vt:lpstr>
      <vt:lpstr>～につき</vt:lpstr>
      <vt:lpstr>「～につき」が使われているのを見てみよう！</vt:lpstr>
      <vt:lpstr>～につき</vt:lpstr>
      <vt:lpstr>～につき</vt:lpstr>
      <vt:lpstr>例文（P32）</vt:lpstr>
      <vt:lpstr>どっちがいい？</vt:lpstr>
      <vt:lpstr>PowerPoint Presentation</vt:lpstr>
      <vt:lpstr>セールのチラシや看板でよく使われる言葉 （ワークブック―15ページ）　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Oanh Le</dc:creator>
  <cp:lastModifiedBy>Le Thi Kim Oanh (FE FPTU CT)</cp:lastModifiedBy>
  <cp:revision>4</cp:revision>
  <dcterms:created xsi:type="dcterms:W3CDTF">2021-07-16T02:45:36Z</dcterms:created>
  <dcterms:modified xsi:type="dcterms:W3CDTF">2021-09-17T01:38:47Z</dcterms:modified>
</cp:coreProperties>
</file>