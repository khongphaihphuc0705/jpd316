
<file path=[Content_Types].xml><?xml version="1.0" encoding="utf-8"?>
<Types xmlns="http://schemas.openxmlformats.org/package/2006/content-types">
  <Default Extension="jpeg" ContentType="image/jpeg"/>
  <Default Extension="JPG" ContentType="image/jpeg"/>
  <Default Extension="mp3" ContentType="audio/m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23"/>
  </p:notesMasterIdLst>
  <p:sldIdLst>
    <p:sldId id="256" r:id="rId2"/>
    <p:sldId id="371" r:id="rId3"/>
    <p:sldId id="357" r:id="rId4"/>
    <p:sldId id="525" r:id="rId5"/>
    <p:sldId id="565" r:id="rId6"/>
    <p:sldId id="526" r:id="rId7"/>
    <p:sldId id="564" r:id="rId8"/>
    <p:sldId id="566" r:id="rId9"/>
    <p:sldId id="532" r:id="rId10"/>
    <p:sldId id="527" r:id="rId11"/>
    <p:sldId id="481" r:id="rId12"/>
    <p:sldId id="567" r:id="rId13"/>
    <p:sldId id="528" r:id="rId14"/>
    <p:sldId id="572" r:id="rId15"/>
    <p:sldId id="569" r:id="rId16"/>
    <p:sldId id="571" r:id="rId17"/>
    <p:sldId id="570" r:id="rId18"/>
    <p:sldId id="568" r:id="rId19"/>
    <p:sldId id="468" r:id="rId20"/>
    <p:sldId id="573" r:id="rId21"/>
    <p:sldId id="428" r:id="rId2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64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1A1E3B"/>
    <a:srgbClr val="5E9C53"/>
    <a:srgbClr val="D9910B"/>
    <a:srgbClr val="A11D2B"/>
    <a:srgbClr val="256766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90DBF4E1-70A8-40F9-BA4A-65CF726E5490}" v="16" dt="2021-09-17T01:41:59.746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517" autoAdjust="0"/>
    <p:restoredTop sz="82603" autoAdjust="0"/>
  </p:normalViewPr>
  <p:slideViewPr>
    <p:cSldViewPr snapToGrid="0" showGuides="1">
      <p:cViewPr varScale="1">
        <p:scale>
          <a:sx n="53" d="100"/>
          <a:sy n="53" d="100"/>
        </p:scale>
        <p:origin x="1088" y="36"/>
      </p:cViewPr>
      <p:guideLst>
        <p:guide orient="horz" pos="2160"/>
        <p:guide pos="3864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heme" Target="theme/theme1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microsoft.com/office/2015/10/relationships/revisionInfo" Target="revisionInfo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notesMaster" Target="notesMasters/notesMaster1.xml"/><Relationship Id="rId28" Type="http://schemas.microsoft.com/office/2016/11/relationships/changesInfo" Target="changesInfos/changesInfo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tableStyles" Target="tableStyle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Oanh Le Thi Kim  (FE FPTU CT)" userId="33772939-cd87-45c1-be61-e0648bc25a53" providerId="ADAL" clId="{90DBF4E1-70A8-40F9-BA4A-65CF726E5490}"/>
    <pc:docChg chg="custSel addSld delSld modSld delSection modSection">
      <pc:chgData name="Oanh Le Thi Kim  (FE FPTU CT)" userId="33772939-cd87-45c1-be61-e0648bc25a53" providerId="ADAL" clId="{90DBF4E1-70A8-40F9-BA4A-65CF726E5490}" dt="2021-08-21T11:40:06.446" v="81" actId="1076"/>
      <pc:docMkLst>
        <pc:docMk/>
      </pc:docMkLst>
      <pc:sldChg chg="delSp add del setBg delDesignElem">
        <pc:chgData name="Oanh Le Thi Kim  (FE FPTU CT)" userId="33772939-cd87-45c1-be61-e0648bc25a53" providerId="ADAL" clId="{90DBF4E1-70A8-40F9-BA4A-65CF726E5490}" dt="2021-08-21T11:33:47.542" v="42"/>
        <pc:sldMkLst>
          <pc:docMk/>
          <pc:sldMk cId="1809037783" sldId="256"/>
        </pc:sldMkLst>
        <pc:spChg chg="del">
          <ac:chgData name="Oanh Le Thi Kim  (FE FPTU CT)" userId="33772939-cd87-45c1-be61-e0648bc25a53" providerId="ADAL" clId="{90DBF4E1-70A8-40F9-BA4A-65CF726E5490}" dt="2021-08-21T11:33:47.542" v="42"/>
          <ac:spMkLst>
            <pc:docMk/>
            <pc:sldMk cId="1809037783" sldId="256"/>
            <ac:spMk id="13" creationId="{62245F03-66D5-45EC-A0B5-90E656B114D0}"/>
          </ac:spMkLst>
        </pc:spChg>
        <pc:spChg chg="del">
          <ac:chgData name="Oanh Le Thi Kim  (FE FPTU CT)" userId="33772939-cd87-45c1-be61-e0648bc25a53" providerId="ADAL" clId="{90DBF4E1-70A8-40F9-BA4A-65CF726E5490}" dt="2021-08-21T11:33:47.542" v="42"/>
          <ac:spMkLst>
            <pc:docMk/>
            <pc:sldMk cId="1809037783" sldId="256"/>
            <ac:spMk id="15" creationId="{EB2DCC78-9962-49FE-9691-A391B5AA8258}"/>
          </ac:spMkLst>
        </pc:spChg>
      </pc:sldChg>
      <pc:sldChg chg="del">
        <pc:chgData name="Oanh Le Thi Kim  (FE FPTU CT)" userId="33772939-cd87-45c1-be61-e0648bc25a53" providerId="ADAL" clId="{90DBF4E1-70A8-40F9-BA4A-65CF726E5490}" dt="2021-08-08T08:37:55.551" v="0" actId="47"/>
        <pc:sldMkLst>
          <pc:docMk/>
          <pc:sldMk cId="1275143594" sldId="258"/>
        </pc:sldMkLst>
      </pc:sldChg>
      <pc:sldChg chg="del">
        <pc:chgData name="Oanh Le Thi Kim  (FE FPTU CT)" userId="33772939-cd87-45c1-be61-e0648bc25a53" providerId="ADAL" clId="{90DBF4E1-70A8-40F9-BA4A-65CF726E5490}" dt="2021-08-08T08:37:55.551" v="0" actId="47"/>
        <pc:sldMkLst>
          <pc:docMk/>
          <pc:sldMk cId="1378875007" sldId="351"/>
        </pc:sldMkLst>
      </pc:sldChg>
      <pc:sldChg chg="del">
        <pc:chgData name="Oanh Le Thi Kim  (FE FPTU CT)" userId="33772939-cd87-45c1-be61-e0648bc25a53" providerId="ADAL" clId="{90DBF4E1-70A8-40F9-BA4A-65CF726E5490}" dt="2021-08-08T08:37:55.551" v="0" actId="47"/>
        <pc:sldMkLst>
          <pc:docMk/>
          <pc:sldMk cId="1502880382" sldId="352"/>
        </pc:sldMkLst>
      </pc:sldChg>
      <pc:sldChg chg="del">
        <pc:chgData name="Oanh Le Thi Kim  (FE FPTU CT)" userId="33772939-cd87-45c1-be61-e0648bc25a53" providerId="ADAL" clId="{90DBF4E1-70A8-40F9-BA4A-65CF726E5490}" dt="2021-08-08T08:38:03.172" v="1" actId="47"/>
        <pc:sldMkLst>
          <pc:docMk/>
          <pc:sldMk cId="1921137803" sldId="353"/>
        </pc:sldMkLst>
      </pc:sldChg>
      <pc:sldChg chg="del">
        <pc:chgData name="Oanh Le Thi Kim  (FE FPTU CT)" userId="33772939-cd87-45c1-be61-e0648bc25a53" providerId="ADAL" clId="{90DBF4E1-70A8-40F9-BA4A-65CF726E5490}" dt="2021-08-08T08:37:55.551" v="0" actId="47"/>
        <pc:sldMkLst>
          <pc:docMk/>
          <pc:sldMk cId="2396949239" sldId="357"/>
        </pc:sldMkLst>
      </pc:sldChg>
      <pc:sldChg chg="del">
        <pc:chgData name="Oanh Le Thi Kim  (FE FPTU CT)" userId="33772939-cd87-45c1-be61-e0648bc25a53" providerId="ADAL" clId="{90DBF4E1-70A8-40F9-BA4A-65CF726E5490}" dt="2021-08-08T08:37:55.551" v="0" actId="47"/>
        <pc:sldMkLst>
          <pc:docMk/>
          <pc:sldMk cId="2373456421" sldId="358"/>
        </pc:sldMkLst>
      </pc:sldChg>
      <pc:sldChg chg="del">
        <pc:chgData name="Oanh Le Thi Kim  (FE FPTU CT)" userId="33772939-cd87-45c1-be61-e0648bc25a53" providerId="ADAL" clId="{90DBF4E1-70A8-40F9-BA4A-65CF726E5490}" dt="2021-08-08T08:37:55.551" v="0" actId="47"/>
        <pc:sldMkLst>
          <pc:docMk/>
          <pc:sldMk cId="3795194396" sldId="359"/>
        </pc:sldMkLst>
      </pc:sldChg>
      <pc:sldChg chg="del">
        <pc:chgData name="Oanh Le Thi Kim  (FE FPTU CT)" userId="33772939-cd87-45c1-be61-e0648bc25a53" providerId="ADAL" clId="{90DBF4E1-70A8-40F9-BA4A-65CF726E5490}" dt="2021-08-08T08:37:55.551" v="0" actId="47"/>
        <pc:sldMkLst>
          <pc:docMk/>
          <pc:sldMk cId="2507326125" sldId="360"/>
        </pc:sldMkLst>
      </pc:sldChg>
      <pc:sldChg chg="del">
        <pc:chgData name="Oanh Le Thi Kim  (FE FPTU CT)" userId="33772939-cd87-45c1-be61-e0648bc25a53" providerId="ADAL" clId="{90DBF4E1-70A8-40F9-BA4A-65CF726E5490}" dt="2021-08-08T08:38:03.172" v="1" actId="47"/>
        <pc:sldMkLst>
          <pc:docMk/>
          <pc:sldMk cId="1703791009" sldId="365"/>
        </pc:sldMkLst>
      </pc:sldChg>
      <pc:sldChg chg="del">
        <pc:chgData name="Oanh Le Thi Kim  (FE FPTU CT)" userId="33772939-cd87-45c1-be61-e0648bc25a53" providerId="ADAL" clId="{90DBF4E1-70A8-40F9-BA4A-65CF726E5490}" dt="2021-08-08T08:38:03.172" v="1" actId="47"/>
        <pc:sldMkLst>
          <pc:docMk/>
          <pc:sldMk cId="427404198" sldId="370"/>
        </pc:sldMkLst>
      </pc:sldChg>
      <pc:sldChg chg="del">
        <pc:chgData name="Oanh Le Thi Kim  (FE FPTU CT)" userId="33772939-cd87-45c1-be61-e0648bc25a53" providerId="ADAL" clId="{90DBF4E1-70A8-40F9-BA4A-65CF726E5490}" dt="2021-08-08T08:38:03.172" v="1" actId="47"/>
        <pc:sldMkLst>
          <pc:docMk/>
          <pc:sldMk cId="3397200444" sldId="372"/>
        </pc:sldMkLst>
      </pc:sldChg>
      <pc:sldChg chg="del">
        <pc:chgData name="Oanh Le Thi Kim  (FE FPTU CT)" userId="33772939-cd87-45c1-be61-e0648bc25a53" providerId="ADAL" clId="{90DBF4E1-70A8-40F9-BA4A-65CF726E5490}" dt="2021-08-08T08:37:55.551" v="0" actId="47"/>
        <pc:sldMkLst>
          <pc:docMk/>
          <pc:sldMk cId="408844313" sldId="413"/>
        </pc:sldMkLst>
      </pc:sldChg>
      <pc:sldChg chg="del">
        <pc:chgData name="Oanh Le Thi Kim  (FE FPTU CT)" userId="33772939-cd87-45c1-be61-e0648bc25a53" providerId="ADAL" clId="{90DBF4E1-70A8-40F9-BA4A-65CF726E5490}" dt="2021-08-08T08:38:03.172" v="1" actId="47"/>
        <pc:sldMkLst>
          <pc:docMk/>
          <pc:sldMk cId="906519154" sldId="415"/>
        </pc:sldMkLst>
      </pc:sldChg>
      <pc:sldChg chg="del">
        <pc:chgData name="Oanh Le Thi Kim  (FE FPTU CT)" userId="33772939-cd87-45c1-be61-e0648bc25a53" providerId="ADAL" clId="{90DBF4E1-70A8-40F9-BA4A-65CF726E5490}" dt="2021-08-08T08:38:03.172" v="1" actId="47"/>
        <pc:sldMkLst>
          <pc:docMk/>
          <pc:sldMk cId="1364144826" sldId="427"/>
        </pc:sldMkLst>
      </pc:sldChg>
      <pc:sldChg chg="del">
        <pc:chgData name="Oanh Le Thi Kim  (FE FPTU CT)" userId="33772939-cd87-45c1-be61-e0648bc25a53" providerId="ADAL" clId="{90DBF4E1-70A8-40F9-BA4A-65CF726E5490}" dt="2021-08-08T08:38:03.172" v="1" actId="47"/>
        <pc:sldMkLst>
          <pc:docMk/>
          <pc:sldMk cId="886559900" sldId="430"/>
        </pc:sldMkLst>
      </pc:sldChg>
      <pc:sldChg chg="del">
        <pc:chgData name="Oanh Le Thi Kim  (FE FPTU CT)" userId="33772939-cd87-45c1-be61-e0648bc25a53" providerId="ADAL" clId="{90DBF4E1-70A8-40F9-BA4A-65CF726E5490}" dt="2021-08-08T08:38:03.172" v="1" actId="47"/>
        <pc:sldMkLst>
          <pc:docMk/>
          <pc:sldMk cId="1905524200" sldId="432"/>
        </pc:sldMkLst>
      </pc:sldChg>
      <pc:sldChg chg="del">
        <pc:chgData name="Oanh Le Thi Kim  (FE FPTU CT)" userId="33772939-cd87-45c1-be61-e0648bc25a53" providerId="ADAL" clId="{90DBF4E1-70A8-40F9-BA4A-65CF726E5490}" dt="2021-08-08T08:38:03.172" v="1" actId="47"/>
        <pc:sldMkLst>
          <pc:docMk/>
          <pc:sldMk cId="577269292" sldId="433"/>
        </pc:sldMkLst>
      </pc:sldChg>
      <pc:sldChg chg="del">
        <pc:chgData name="Oanh Le Thi Kim  (FE FPTU CT)" userId="33772939-cd87-45c1-be61-e0648bc25a53" providerId="ADAL" clId="{90DBF4E1-70A8-40F9-BA4A-65CF726E5490}" dt="2021-08-08T08:38:03.172" v="1" actId="47"/>
        <pc:sldMkLst>
          <pc:docMk/>
          <pc:sldMk cId="3710736048" sldId="434"/>
        </pc:sldMkLst>
      </pc:sldChg>
      <pc:sldChg chg="del">
        <pc:chgData name="Oanh Le Thi Kim  (FE FPTU CT)" userId="33772939-cd87-45c1-be61-e0648bc25a53" providerId="ADAL" clId="{90DBF4E1-70A8-40F9-BA4A-65CF726E5490}" dt="2021-08-08T08:38:03.172" v="1" actId="47"/>
        <pc:sldMkLst>
          <pc:docMk/>
          <pc:sldMk cId="3245471418" sldId="435"/>
        </pc:sldMkLst>
      </pc:sldChg>
      <pc:sldChg chg="del">
        <pc:chgData name="Oanh Le Thi Kim  (FE FPTU CT)" userId="33772939-cd87-45c1-be61-e0648bc25a53" providerId="ADAL" clId="{90DBF4E1-70A8-40F9-BA4A-65CF726E5490}" dt="2021-08-08T08:38:03.172" v="1" actId="47"/>
        <pc:sldMkLst>
          <pc:docMk/>
          <pc:sldMk cId="1898346204" sldId="443"/>
        </pc:sldMkLst>
      </pc:sldChg>
      <pc:sldChg chg="del">
        <pc:chgData name="Oanh Le Thi Kim  (FE FPTU CT)" userId="33772939-cd87-45c1-be61-e0648bc25a53" providerId="ADAL" clId="{90DBF4E1-70A8-40F9-BA4A-65CF726E5490}" dt="2021-08-08T08:38:03.172" v="1" actId="47"/>
        <pc:sldMkLst>
          <pc:docMk/>
          <pc:sldMk cId="3450673402" sldId="454"/>
        </pc:sldMkLst>
      </pc:sldChg>
      <pc:sldChg chg="del">
        <pc:chgData name="Oanh Le Thi Kim  (FE FPTU CT)" userId="33772939-cd87-45c1-be61-e0648bc25a53" providerId="ADAL" clId="{90DBF4E1-70A8-40F9-BA4A-65CF726E5490}" dt="2021-08-08T08:38:03.172" v="1" actId="47"/>
        <pc:sldMkLst>
          <pc:docMk/>
          <pc:sldMk cId="888382770" sldId="460"/>
        </pc:sldMkLst>
      </pc:sldChg>
      <pc:sldChg chg="del">
        <pc:chgData name="Oanh Le Thi Kim  (FE FPTU CT)" userId="33772939-cd87-45c1-be61-e0648bc25a53" providerId="ADAL" clId="{90DBF4E1-70A8-40F9-BA4A-65CF726E5490}" dt="2021-08-08T08:37:55.551" v="0" actId="47"/>
        <pc:sldMkLst>
          <pc:docMk/>
          <pc:sldMk cId="3154101632" sldId="461"/>
        </pc:sldMkLst>
      </pc:sldChg>
      <pc:sldChg chg="del">
        <pc:chgData name="Oanh Le Thi Kim  (FE FPTU CT)" userId="33772939-cd87-45c1-be61-e0648bc25a53" providerId="ADAL" clId="{90DBF4E1-70A8-40F9-BA4A-65CF726E5490}" dt="2021-08-08T08:37:55.551" v="0" actId="47"/>
        <pc:sldMkLst>
          <pc:docMk/>
          <pc:sldMk cId="3832996583" sldId="464"/>
        </pc:sldMkLst>
      </pc:sldChg>
      <pc:sldChg chg="addSp modSp mod">
        <pc:chgData name="Oanh Le Thi Kim  (FE FPTU CT)" userId="33772939-cd87-45c1-be61-e0648bc25a53" providerId="ADAL" clId="{90DBF4E1-70A8-40F9-BA4A-65CF726E5490}" dt="2021-08-21T11:40:06.446" v="81" actId="1076"/>
        <pc:sldMkLst>
          <pc:docMk/>
          <pc:sldMk cId="639745509" sldId="468"/>
        </pc:sldMkLst>
        <pc:spChg chg="add mod">
          <ac:chgData name="Oanh Le Thi Kim  (FE FPTU CT)" userId="33772939-cd87-45c1-be61-e0648bc25a53" providerId="ADAL" clId="{90DBF4E1-70A8-40F9-BA4A-65CF726E5490}" dt="2021-08-21T11:40:06.446" v="81" actId="1076"/>
          <ac:spMkLst>
            <pc:docMk/>
            <pc:sldMk cId="639745509" sldId="468"/>
            <ac:spMk id="6" creationId="{BF4950ED-C154-4079-B582-D99D3064E083}"/>
          </ac:spMkLst>
        </pc:spChg>
        <pc:spChg chg="mod">
          <ac:chgData name="Oanh Le Thi Kim  (FE FPTU CT)" userId="33772939-cd87-45c1-be61-e0648bc25a53" providerId="ADAL" clId="{90DBF4E1-70A8-40F9-BA4A-65CF726E5490}" dt="2021-08-21T11:39:25.158" v="52" actId="14100"/>
          <ac:spMkLst>
            <pc:docMk/>
            <pc:sldMk cId="639745509" sldId="468"/>
            <ac:spMk id="10" creationId="{142427EA-C4D6-47D9-94C6-E203D427801B}"/>
          </ac:spMkLst>
        </pc:spChg>
      </pc:sldChg>
      <pc:sldChg chg="del">
        <pc:chgData name="Oanh Le Thi Kim  (FE FPTU CT)" userId="33772939-cd87-45c1-be61-e0648bc25a53" providerId="ADAL" clId="{90DBF4E1-70A8-40F9-BA4A-65CF726E5490}" dt="2021-08-08T08:38:03.172" v="1" actId="47"/>
        <pc:sldMkLst>
          <pc:docMk/>
          <pc:sldMk cId="2595167715" sldId="471"/>
        </pc:sldMkLst>
      </pc:sldChg>
      <pc:sldChg chg="del">
        <pc:chgData name="Oanh Le Thi Kim  (FE FPTU CT)" userId="33772939-cd87-45c1-be61-e0648bc25a53" providerId="ADAL" clId="{90DBF4E1-70A8-40F9-BA4A-65CF726E5490}" dt="2021-08-08T08:38:03.172" v="1" actId="47"/>
        <pc:sldMkLst>
          <pc:docMk/>
          <pc:sldMk cId="171005382" sldId="472"/>
        </pc:sldMkLst>
      </pc:sldChg>
      <pc:sldChg chg="del">
        <pc:chgData name="Oanh Le Thi Kim  (FE FPTU CT)" userId="33772939-cd87-45c1-be61-e0648bc25a53" providerId="ADAL" clId="{90DBF4E1-70A8-40F9-BA4A-65CF726E5490}" dt="2021-08-08T08:38:03.172" v="1" actId="47"/>
        <pc:sldMkLst>
          <pc:docMk/>
          <pc:sldMk cId="2492953139" sldId="473"/>
        </pc:sldMkLst>
      </pc:sldChg>
      <pc:sldChg chg="del">
        <pc:chgData name="Oanh Le Thi Kim  (FE FPTU CT)" userId="33772939-cd87-45c1-be61-e0648bc25a53" providerId="ADAL" clId="{90DBF4E1-70A8-40F9-BA4A-65CF726E5490}" dt="2021-08-08T08:38:03.172" v="1" actId="47"/>
        <pc:sldMkLst>
          <pc:docMk/>
          <pc:sldMk cId="1040436584" sldId="474"/>
        </pc:sldMkLst>
      </pc:sldChg>
      <pc:sldChg chg="del">
        <pc:chgData name="Oanh Le Thi Kim  (FE FPTU CT)" userId="33772939-cd87-45c1-be61-e0648bc25a53" providerId="ADAL" clId="{90DBF4E1-70A8-40F9-BA4A-65CF726E5490}" dt="2021-08-08T08:38:03.172" v="1" actId="47"/>
        <pc:sldMkLst>
          <pc:docMk/>
          <pc:sldMk cId="342738750" sldId="475"/>
        </pc:sldMkLst>
      </pc:sldChg>
      <pc:sldChg chg="del">
        <pc:chgData name="Oanh Le Thi Kim  (FE FPTU CT)" userId="33772939-cd87-45c1-be61-e0648bc25a53" providerId="ADAL" clId="{90DBF4E1-70A8-40F9-BA4A-65CF726E5490}" dt="2021-08-08T08:38:03.172" v="1" actId="47"/>
        <pc:sldMkLst>
          <pc:docMk/>
          <pc:sldMk cId="3174917863" sldId="480"/>
        </pc:sldMkLst>
      </pc:sldChg>
      <pc:sldChg chg="del">
        <pc:chgData name="Oanh Le Thi Kim  (FE FPTU CT)" userId="33772939-cd87-45c1-be61-e0648bc25a53" providerId="ADAL" clId="{90DBF4E1-70A8-40F9-BA4A-65CF726E5490}" dt="2021-08-08T08:38:03.172" v="1" actId="47"/>
        <pc:sldMkLst>
          <pc:docMk/>
          <pc:sldMk cId="2208081324" sldId="485"/>
        </pc:sldMkLst>
      </pc:sldChg>
      <pc:sldChg chg="del">
        <pc:chgData name="Oanh Le Thi Kim  (FE FPTU CT)" userId="33772939-cd87-45c1-be61-e0648bc25a53" providerId="ADAL" clId="{90DBF4E1-70A8-40F9-BA4A-65CF726E5490}" dt="2021-08-08T08:38:03.172" v="1" actId="47"/>
        <pc:sldMkLst>
          <pc:docMk/>
          <pc:sldMk cId="894429737" sldId="486"/>
        </pc:sldMkLst>
      </pc:sldChg>
      <pc:sldChg chg="del">
        <pc:chgData name="Oanh Le Thi Kim  (FE FPTU CT)" userId="33772939-cd87-45c1-be61-e0648bc25a53" providerId="ADAL" clId="{90DBF4E1-70A8-40F9-BA4A-65CF726E5490}" dt="2021-08-08T08:38:03.172" v="1" actId="47"/>
        <pc:sldMkLst>
          <pc:docMk/>
          <pc:sldMk cId="3384855407" sldId="487"/>
        </pc:sldMkLst>
      </pc:sldChg>
      <pc:sldChg chg="del">
        <pc:chgData name="Oanh Le Thi Kim  (FE FPTU CT)" userId="33772939-cd87-45c1-be61-e0648bc25a53" providerId="ADAL" clId="{90DBF4E1-70A8-40F9-BA4A-65CF726E5490}" dt="2021-08-08T08:38:03.172" v="1" actId="47"/>
        <pc:sldMkLst>
          <pc:docMk/>
          <pc:sldMk cId="1061079787" sldId="488"/>
        </pc:sldMkLst>
      </pc:sldChg>
      <pc:sldChg chg="del">
        <pc:chgData name="Oanh Le Thi Kim  (FE FPTU CT)" userId="33772939-cd87-45c1-be61-e0648bc25a53" providerId="ADAL" clId="{90DBF4E1-70A8-40F9-BA4A-65CF726E5490}" dt="2021-08-08T08:38:03.172" v="1" actId="47"/>
        <pc:sldMkLst>
          <pc:docMk/>
          <pc:sldMk cId="370069448" sldId="489"/>
        </pc:sldMkLst>
      </pc:sldChg>
      <pc:sldChg chg="del">
        <pc:chgData name="Oanh Le Thi Kim  (FE FPTU CT)" userId="33772939-cd87-45c1-be61-e0648bc25a53" providerId="ADAL" clId="{90DBF4E1-70A8-40F9-BA4A-65CF726E5490}" dt="2021-08-08T08:38:03.172" v="1" actId="47"/>
        <pc:sldMkLst>
          <pc:docMk/>
          <pc:sldMk cId="614729614" sldId="490"/>
        </pc:sldMkLst>
      </pc:sldChg>
      <pc:sldChg chg="del">
        <pc:chgData name="Oanh Le Thi Kim  (FE FPTU CT)" userId="33772939-cd87-45c1-be61-e0648bc25a53" providerId="ADAL" clId="{90DBF4E1-70A8-40F9-BA4A-65CF726E5490}" dt="2021-08-08T08:38:03.172" v="1" actId="47"/>
        <pc:sldMkLst>
          <pc:docMk/>
          <pc:sldMk cId="1064471091" sldId="491"/>
        </pc:sldMkLst>
      </pc:sldChg>
      <pc:sldChg chg="del">
        <pc:chgData name="Oanh Le Thi Kim  (FE FPTU CT)" userId="33772939-cd87-45c1-be61-e0648bc25a53" providerId="ADAL" clId="{90DBF4E1-70A8-40F9-BA4A-65CF726E5490}" dt="2021-08-08T08:38:03.172" v="1" actId="47"/>
        <pc:sldMkLst>
          <pc:docMk/>
          <pc:sldMk cId="851419260" sldId="492"/>
        </pc:sldMkLst>
      </pc:sldChg>
      <pc:sldChg chg="del">
        <pc:chgData name="Oanh Le Thi Kim  (FE FPTU CT)" userId="33772939-cd87-45c1-be61-e0648bc25a53" providerId="ADAL" clId="{90DBF4E1-70A8-40F9-BA4A-65CF726E5490}" dt="2021-08-08T08:38:03.172" v="1" actId="47"/>
        <pc:sldMkLst>
          <pc:docMk/>
          <pc:sldMk cId="1768076208" sldId="493"/>
        </pc:sldMkLst>
      </pc:sldChg>
      <pc:sldChg chg="del">
        <pc:chgData name="Oanh Le Thi Kim  (FE FPTU CT)" userId="33772939-cd87-45c1-be61-e0648bc25a53" providerId="ADAL" clId="{90DBF4E1-70A8-40F9-BA4A-65CF726E5490}" dt="2021-08-08T08:38:03.172" v="1" actId="47"/>
        <pc:sldMkLst>
          <pc:docMk/>
          <pc:sldMk cId="3365964024" sldId="495"/>
        </pc:sldMkLst>
      </pc:sldChg>
      <pc:sldChg chg="del">
        <pc:chgData name="Oanh Le Thi Kim  (FE FPTU CT)" userId="33772939-cd87-45c1-be61-e0648bc25a53" providerId="ADAL" clId="{90DBF4E1-70A8-40F9-BA4A-65CF726E5490}" dt="2021-08-08T08:38:03.172" v="1" actId="47"/>
        <pc:sldMkLst>
          <pc:docMk/>
          <pc:sldMk cId="292098498" sldId="497"/>
        </pc:sldMkLst>
      </pc:sldChg>
      <pc:sldChg chg="del">
        <pc:chgData name="Oanh Le Thi Kim  (FE FPTU CT)" userId="33772939-cd87-45c1-be61-e0648bc25a53" providerId="ADAL" clId="{90DBF4E1-70A8-40F9-BA4A-65CF726E5490}" dt="2021-08-08T08:38:03.172" v="1" actId="47"/>
        <pc:sldMkLst>
          <pc:docMk/>
          <pc:sldMk cId="535750892" sldId="498"/>
        </pc:sldMkLst>
      </pc:sldChg>
      <pc:sldChg chg="del">
        <pc:chgData name="Oanh Le Thi Kim  (FE FPTU CT)" userId="33772939-cd87-45c1-be61-e0648bc25a53" providerId="ADAL" clId="{90DBF4E1-70A8-40F9-BA4A-65CF726E5490}" dt="2021-08-08T08:38:03.172" v="1" actId="47"/>
        <pc:sldMkLst>
          <pc:docMk/>
          <pc:sldMk cId="63526228" sldId="499"/>
        </pc:sldMkLst>
      </pc:sldChg>
      <pc:sldChg chg="del">
        <pc:chgData name="Oanh Le Thi Kim  (FE FPTU CT)" userId="33772939-cd87-45c1-be61-e0648bc25a53" providerId="ADAL" clId="{90DBF4E1-70A8-40F9-BA4A-65CF726E5490}" dt="2021-08-08T08:38:03.172" v="1" actId="47"/>
        <pc:sldMkLst>
          <pc:docMk/>
          <pc:sldMk cId="2081556552" sldId="502"/>
        </pc:sldMkLst>
      </pc:sldChg>
      <pc:sldChg chg="del">
        <pc:chgData name="Oanh Le Thi Kim  (FE FPTU CT)" userId="33772939-cd87-45c1-be61-e0648bc25a53" providerId="ADAL" clId="{90DBF4E1-70A8-40F9-BA4A-65CF726E5490}" dt="2021-08-08T08:38:03.172" v="1" actId="47"/>
        <pc:sldMkLst>
          <pc:docMk/>
          <pc:sldMk cId="2783505280" sldId="506"/>
        </pc:sldMkLst>
      </pc:sldChg>
      <pc:sldChg chg="del">
        <pc:chgData name="Oanh Le Thi Kim  (FE FPTU CT)" userId="33772939-cd87-45c1-be61-e0648bc25a53" providerId="ADAL" clId="{90DBF4E1-70A8-40F9-BA4A-65CF726E5490}" dt="2021-08-08T08:37:55.551" v="0" actId="47"/>
        <pc:sldMkLst>
          <pc:docMk/>
          <pc:sldMk cId="316366365" sldId="508"/>
        </pc:sldMkLst>
      </pc:sldChg>
      <pc:sldChg chg="del">
        <pc:chgData name="Oanh Le Thi Kim  (FE FPTU CT)" userId="33772939-cd87-45c1-be61-e0648bc25a53" providerId="ADAL" clId="{90DBF4E1-70A8-40F9-BA4A-65CF726E5490}" dt="2021-08-08T08:38:03.172" v="1" actId="47"/>
        <pc:sldMkLst>
          <pc:docMk/>
          <pc:sldMk cId="3735703511" sldId="512"/>
        </pc:sldMkLst>
      </pc:sldChg>
      <pc:sldChg chg="del">
        <pc:chgData name="Oanh Le Thi Kim  (FE FPTU CT)" userId="33772939-cd87-45c1-be61-e0648bc25a53" providerId="ADAL" clId="{90DBF4E1-70A8-40F9-BA4A-65CF726E5490}" dt="2021-08-08T08:38:03.172" v="1" actId="47"/>
        <pc:sldMkLst>
          <pc:docMk/>
          <pc:sldMk cId="903742106" sldId="516"/>
        </pc:sldMkLst>
      </pc:sldChg>
      <pc:sldChg chg="del">
        <pc:chgData name="Oanh Le Thi Kim  (FE FPTU CT)" userId="33772939-cd87-45c1-be61-e0648bc25a53" providerId="ADAL" clId="{90DBF4E1-70A8-40F9-BA4A-65CF726E5490}" dt="2021-08-08T08:37:55.551" v="0" actId="47"/>
        <pc:sldMkLst>
          <pc:docMk/>
          <pc:sldMk cId="2841483565" sldId="522"/>
        </pc:sldMkLst>
      </pc:sldChg>
      <pc:sldChg chg="del">
        <pc:chgData name="Oanh Le Thi Kim  (FE FPTU CT)" userId="33772939-cd87-45c1-be61-e0648bc25a53" providerId="ADAL" clId="{90DBF4E1-70A8-40F9-BA4A-65CF726E5490}" dt="2021-08-08T08:37:55.551" v="0" actId="47"/>
        <pc:sldMkLst>
          <pc:docMk/>
          <pc:sldMk cId="3751877675" sldId="523"/>
        </pc:sldMkLst>
      </pc:sldChg>
      <pc:sldChg chg="del">
        <pc:chgData name="Oanh Le Thi Kim  (FE FPTU CT)" userId="33772939-cd87-45c1-be61-e0648bc25a53" providerId="ADAL" clId="{90DBF4E1-70A8-40F9-BA4A-65CF726E5490}" dt="2021-08-08T08:37:55.551" v="0" actId="47"/>
        <pc:sldMkLst>
          <pc:docMk/>
          <pc:sldMk cId="791423648" sldId="524"/>
        </pc:sldMkLst>
      </pc:sldChg>
      <pc:sldChg chg="del">
        <pc:chgData name="Oanh Le Thi Kim  (FE FPTU CT)" userId="33772939-cd87-45c1-be61-e0648bc25a53" providerId="ADAL" clId="{90DBF4E1-70A8-40F9-BA4A-65CF726E5490}" dt="2021-08-08T08:37:55.551" v="0" actId="47"/>
        <pc:sldMkLst>
          <pc:docMk/>
          <pc:sldMk cId="3092057956" sldId="529"/>
        </pc:sldMkLst>
      </pc:sldChg>
      <pc:sldChg chg="del">
        <pc:chgData name="Oanh Le Thi Kim  (FE FPTU CT)" userId="33772939-cd87-45c1-be61-e0648bc25a53" providerId="ADAL" clId="{90DBF4E1-70A8-40F9-BA4A-65CF726E5490}" dt="2021-08-08T08:38:03.172" v="1" actId="47"/>
        <pc:sldMkLst>
          <pc:docMk/>
          <pc:sldMk cId="3040785848" sldId="530"/>
        </pc:sldMkLst>
      </pc:sldChg>
      <pc:sldChg chg="del">
        <pc:chgData name="Oanh Le Thi Kim  (FE FPTU CT)" userId="33772939-cd87-45c1-be61-e0648bc25a53" providerId="ADAL" clId="{90DBF4E1-70A8-40F9-BA4A-65CF726E5490}" dt="2021-08-08T08:38:03.172" v="1" actId="47"/>
        <pc:sldMkLst>
          <pc:docMk/>
          <pc:sldMk cId="3681659485" sldId="531"/>
        </pc:sldMkLst>
      </pc:sldChg>
      <pc:sldChg chg="del">
        <pc:chgData name="Oanh Le Thi Kim  (FE FPTU CT)" userId="33772939-cd87-45c1-be61-e0648bc25a53" providerId="ADAL" clId="{90DBF4E1-70A8-40F9-BA4A-65CF726E5490}" dt="2021-08-08T08:38:03.172" v="1" actId="47"/>
        <pc:sldMkLst>
          <pc:docMk/>
          <pc:sldMk cId="3733174323" sldId="532"/>
        </pc:sldMkLst>
      </pc:sldChg>
      <pc:sldChg chg="del">
        <pc:chgData name="Oanh Le Thi Kim  (FE FPTU CT)" userId="33772939-cd87-45c1-be61-e0648bc25a53" providerId="ADAL" clId="{90DBF4E1-70A8-40F9-BA4A-65CF726E5490}" dt="2021-08-08T08:38:03.172" v="1" actId="47"/>
        <pc:sldMkLst>
          <pc:docMk/>
          <pc:sldMk cId="4256717469" sldId="534"/>
        </pc:sldMkLst>
      </pc:sldChg>
      <pc:sldChg chg="del">
        <pc:chgData name="Oanh Le Thi Kim  (FE FPTU CT)" userId="33772939-cd87-45c1-be61-e0648bc25a53" providerId="ADAL" clId="{90DBF4E1-70A8-40F9-BA4A-65CF726E5490}" dt="2021-08-08T08:38:03.172" v="1" actId="47"/>
        <pc:sldMkLst>
          <pc:docMk/>
          <pc:sldMk cId="3837441371" sldId="535"/>
        </pc:sldMkLst>
      </pc:sldChg>
      <pc:sldChg chg="del">
        <pc:chgData name="Oanh Le Thi Kim  (FE FPTU CT)" userId="33772939-cd87-45c1-be61-e0648bc25a53" providerId="ADAL" clId="{90DBF4E1-70A8-40F9-BA4A-65CF726E5490}" dt="2021-08-08T08:38:03.172" v="1" actId="47"/>
        <pc:sldMkLst>
          <pc:docMk/>
          <pc:sldMk cId="3010122261" sldId="536"/>
        </pc:sldMkLst>
      </pc:sldChg>
      <pc:sldChg chg="del">
        <pc:chgData name="Oanh Le Thi Kim  (FE FPTU CT)" userId="33772939-cd87-45c1-be61-e0648bc25a53" providerId="ADAL" clId="{90DBF4E1-70A8-40F9-BA4A-65CF726E5490}" dt="2021-08-08T08:38:03.172" v="1" actId="47"/>
        <pc:sldMkLst>
          <pc:docMk/>
          <pc:sldMk cId="302974804" sldId="537"/>
        </pc:sldMkLst>
      </pc:sldChg>
      <pc:sldChg chg="del">
        <pc:chgData name="Oanh Le Thi Kim  (FE FPTU CT)" userId="33772939-cd87-45c1-be61-e0648bc25a53" providerId="ADAL" clId="{90DBF4E1-70A8-40F9-BA4A-65CF726E5490}" dt="2021-08-08T08:38:03.172" v="1" actId="47"/>
        <pc:sldMkLst>
          <pc:docMk/>
          <pc:sldMk cId="2693319192" sldId="538"/>
        </pc:sldMkLst>
      </pc:sldChg>
      <pc:sldChg chg="del">
        <pc:chgData name="Oanh Le Thi Kim  (FE FPTU CT)" userId="33772939-cd87-45c1-be61-e0648bc25a53" providerId="ADAL" clId="{90DBF4E1-70A8-40F9-BA4A-65CF726E5490}" dt="2021-08-08T08:38:03.172" v="1" actId="47"/>
        <pc:sldMkLst>
          <pc:docMk/>
          <pc:sldMk cId="2430155440" sldId="539"/>
        </pc:sldMkLst>
      </pc:sldChg>
      <pc:sldChg chg="del">
        <pc:chgData name="Oanh Le Thi Kim  (FE FPTU CT)" userId="33772939-cd87-45c1-be61-e0648bc25a53" providerId="ADAL" clId="{90DBF4E1-70A8-40F9-BA4A-65CF726E5490}" dt="2021-08-08T08:38:03.172" v="1" actId="47"/>
        <pc:sldMkLst>
          <pc:docMk/>
          <pc:sldMk cId="3615177685" sldId="540"/>
        </pc:sldMkLst>
      </pc:sldChg>
      <pc:sldChg chg="del">
        <pc:chgData name="Oanh Le Thi Kim  (FE FPTU CT)" userId="33772939-cd87-45c1-be61-e0648bc25a53" providerId="ADAL" clId="{90DBF4E1-70A8-40F9-BA4A-65CF726E5490}" dt="2021-08-08T08:38:03.172" v="1" actId="47"/>
        <pc:sldMkLst>
          <pc:docMk/>
          <pc:sldMk cId="770406131" sldId="541"/>
        </pc:sldMkLst>
      </pc:sldChg>
      <pc:sldChg chg="del">
        <pc:chgData name="Oanh Le Thi Kim  (FE FPTU CT)" userId="33772939-cd87-45c1-be61-e0648bc25a53" providerId="ADAL" clId="{90DBF4E1-70A8-40F9-BA4A-65CF726E5490}" dt="2021-08-08T08:38:03.172" v="1" actId="47"/>
        <pc:sldMkLst>
          <pc:docMk/>
          <pc:sldMk cId="3752467374" sldId="542"/>
        </pc:sldMkLst>
      </pc:sldChg>
      <pc:sldChg chg="del">
        <pc:chgData name="Oanh Le Thi Kim  (FE FPTU CT)" userId="33772939-cd87-45c1-be61-e0648bc25a53" providerId="ADAL" clId="{90DBF4E1-70A8-40F9-BA4A-65CF726E5490}" dt="2021-08-08T08:38:03.172" v="1" actId="47"/>
        <pc:sldMkLst>
          <pc:docMk/>
          <pc:sldMk cId="2081367690" sldId="543"/>
        </pc:sldMkLst>
      </pc:sldChg>
      <pc:sldChg chg="del">
        <pc:chgData name="Oanh Le Thi Kim  (FE FPTU CT)" userId="33772939-cd87-45c1-be61-e0648bc25a53" providerId="ADAL" clId="{90DBF4E1-70A8-40F9-BA4A-65CF726E5490}" dt="2021-08-08T08:38:03.172" v="1" actId="47"/>
        <pc:sldMkLst>
          <pc:docMk/>
          <pc:sldMk cId="2398544092" sldId="544"/>
        </pc:sldMkLst>
      </pc:sldChg>
      <pc:sldChg chg="del">
        <pc:chgData name="Oanh Le Thi Kim  (FE FPTU CT)" userId="33772939-cd87-45c1-be61-e0648bc25a53" providerId="ADAL" clId="{90DBF4E1-70A8-40F9-BA4A-65CF726E5490}" dt="2021-08-08T08:38:03.172" v="1" actId="47"/>
        <pc:sldMkLst>
          <pc:docMk/>
          <pc:sldMk cId="4158076005" sldId="545"/>
        </pc:sldMkLst>
      </pc:sldChg>
      <pc:sldChg chg="del">
        <pc:chgData name="Oanh Le Thi Kim  (FE FPTU CT)" userId="33772939-cd87-45c1-be61-e0648bc25a53" providerId="ADAL" clId="{90DBF4E1-70A8-40F9-BA4A-65CF726E5490}" dt="2021-08-08T08:38:03.172" v="1" actId="47"/>
        <pc:sldMkLst>
          <pc:docMk/>
          <pc:sldMk cId="2662556945" sldId="546"/>
        </pc:sldMkLst>
      </pc:sldChg>
      <pc:sldChg chg="del">
        <pc:chgData name="Oanh Le Thi Kim  (FE FPTU CT)" userId="33772939-cd87-45c1-be61-e0648bc25a53" providerId="ADAL" clId="{90DBF4E1-70A8-40F9-BA4A-65CF726E5490}" dt="2021-08-08T08:38:03.172" v="1" actId="47"/>
        <pc:sldMkLst>
          <pc:docMk/>
          <pc:sldMk cId="2770987428" sldId="547"/>
        </pc:sldMkLst>
      </pc:sldChg>
      <pc:sldChg chg="del">
        <pc:chgData name="Oanh Le Thi Kim  (FE FPTU CT)" userId="33772939-cd87-45c1-be61-e0648bc25a53" providerId="ADAL" clId="{90DBF4E1-70A8-40F9-BA4A-65CF726E5490}" dt="2021-08-08T08:38:03.172" v="1" actId="47"/>
        <pc:sldMkLst>
          <pc:docMk/>
          <pc:sldMk cId="2960468807" sldId="548"/>
        </pc:sldMkLst>
      </pc:sldChg>
      <pc:sldChg chg="del">
        <pc:chgData name="Oanh Le Thi Kim  (FE FPTU CT)" userId="33772939-cd87-45c1-be61-e0648bc25a53" providerId="ADAL" clId="{90DBF4E1-70A8-40F9-BA4A-65CF726E5490}" dt="2021-08-08T08:38:03.172" v="1" actId="47"/>
        <pc:sldMkLst>
          <pc:docMk/>
          <pc:sldMk cId="1600793120" sldId="550"/>
        </pc:sldMkLst>
      </pc:sldChg>
      <pc:sldChg chg="del">
        <pc:chgData name="Oanh Le Thi Kim  (FE FPTU CT)" userId="33772939-cd87-45c1-be61-e0648bc25a53" providerId="ADAL" clId="{90DBF4E1-70A8-40F9-BA4A-65CF726E5490}" dt="2021-08-08T08:38:03.172" v="1" actId="47"/>
        <pc:sldMkLst>
          <pc:docMk/>
          <pc:sldMk cId="1776055069" sldId="551"/>
        </pc:sldMkLst>
      </pc:sldChg>
      <pc:sldChg chg="del">
        <pc:chgData name="Oanh Le Thi Kim  (FE FPTU CT)" userId="33772939-cd87-45c1-be61-e0648bc25a53" providerId="ADAL" clId="{90DBF4E1-70A8-40F9-BA4A-65CF726E5490}" dt="2021-08-08T08:38:03.172" v="1" actId="47"/>
        <pc:sldMkLst>
          <pc:docMk/>
          <pc:sldMk cId="305453889" sldId="552"/>
        </pc:sldMkLst>
      </pc:sldChg>
      <pc:sldChg chg="del">
        <pc:chgData name="Oanh Le Thi Kim  (FE FPTU CT)" userId="33772939-cd87-45c1-be61-e0648bc25a53" providerId="ADAL" clId="{90DBF4E1-70A8-40F9-BA4A-65CF726E5490}" dt="2021-08-08T08:38:03.172" v="1" actId="47"/>
        <pc:sldMkLst>
          <pc:docMk/>
          <pc:sldMk cId="3649587596" sldId="553"/>
        </pc:sldMkLst>
      </pc:sldChg>
      <pc:sldChg chg="del">
        <pc:chgData name="Oanh Le Thi Kim  (FE FPTU CT)" userId="33772939-cd87-45c1-be61-e0648bc25a53" providerId="ADAL" clId="{90DBF4E1-70A8-40F9-BA4A-65CF726E5490}" dt="2021-08-08T08:38:03.172" v="1" actId="47"/>
        <pc:sldMkLst>
          <pc:docMk/>
          <pc:sldMk cId="4250152740" sldId="554"/>
        </pc:sldMkLst>
      </pc:sldChg>
      <pc:sldChg chg="del">
        <pc:chgData name="Oanh Le Thi Kim  (FE FPTU CT)" userId="33772939-cd87-45c1-be61-e0648bc25a53" providerId="ADAL" clId="{90DBF4E1-70A8-40F9-BA4A-65CF726E5490}" dt="2021-08-08T08:38:03.172" v="1" actId="47"/>
        <pc:sldMkLst>
          <pc:docMk/>
          <pc:sldMk cId="677789189" sldId="555"/>
        </pc:sldMkLst>
      </pc:sldChg>
      <pc:sldChg chg="del">
        <pc:chgData name="Oanh Le Thi Kim  (FE FPTU CT)" userId="33772939-cd87-45c1-be61-e0648bc25a53" providerId="ADAL" clId="{90DBF4E1-70A8-40F9-BA4A-65CF726E5490}" dt="2021-08-08T08:38:03.172" v="1" actId="47"/>
        <pc:sldMkLst>
          <pc:docMk/>
          <pc:sldMk cId="2629178545" sldId="556"/>
        </pc:sldMkLst>
      </pc:sldChg>
      <pc:sldChg chg="del">
        <pc:chgData name="Oanh Le Thi Kim  (FE FPTU CT)" userId="33772939-cd87-45c1-be61-e0648bc25a53" providerId="ADAL" clId="{90DBF4E1-70A8-40F9-BA4A-65CF726E5490}" dt="2021-08-08T08:38:03.172" v="1" actId="47"/>
        <pc:sldMkLst>
          <pc:docMk/>
          <pc:sldMk cId="2891615596" sldId="557"/>
        </pc:sldMkLst>
      </pc:sldChg>
      <pc:sldChg chg="del">
        <pc:chgData name="Oanh Le Thi Kim  (FE FPTU CT)" userId="33772939-cd87-45c1-be61-e0648bc25a53" providerId="ADAL" clId="{90DBF4E1-70A8-40F9-BA4A-65CF726E5490}" dt="2021-08-08T08:38:03.172" v="1" actId="47"/>
        <pc:sldMkLst>
          <pc:docMk/>
          <pc:sldMk cId="1667909617" sldId="558"/>
        </pc:sldMkLst>
      </pc:sldChg>
      <pc:sldChg chg="del">
        <pc:chgData name="Oanh Le Thi Kim  (FE FPTU CT)" userId="33772939-cd87-45c1-be61-e0648bc25a53" providerId="ADAL" clId="{90DBF4E1-70A8-40F9-BA4A-65CF726E5490}" dt="2021-08-08T08:38:03.172" v="1" actId="47"/>
        <pc:sldMkLst>
          <pc:docMk/>
          <pc:sldMk cId="3161898313" sldId="559"/>
        </pc:sldMkLst>
      </pc:sldChg>
      <pc:sldChg chg="del">
        <pc:chgData name="Oanh Le Thi Kim  (FE FPTU CT)" userId="33772939-cd87-45c1-be61-e0648bc25a53" providerId="ADAL" clId="{90DBF4E1-70A8-40F9-BA4A-65CF726E5490}" dt="2021-08-08T08:38:03.172" v="1" actId="47"/>
        <pc:sldMkLst>
          <pc:docMk/>
          <pc:sldMk cId="58658810" sldId="560"/>
        </pc:sldMkLst>
      </pc:sldChg>
      <pc:sldChg chg="del">
        <pc:chgData name="Oanh Le Thi Kim  (FE FPTU CT)" userId="33772939-cd87-45c1-be61-e0648bc25a53" providerId="ADAL" clId="{90DBF4E1-70A8-40F9-BA4A-65CF726E5490}" dt="2021-08-08T08:38:03.172" v="1" actId="47"/>
        <pc:sldMkLst>
          <pc:docMk/>
          <pc:sldMk cId="3018015578" sldId="561"/>
        </pc:sldMkLst>
      </pc:sldChg>
      <pc:sldChg chg="del">
        <pc:chgData name="Oanh Le Thi Kim  (FE FPTU CT)" userId="33772939-cd87-45c1-be61-e0648bc25a53" providerId="ADAL" clId="{90DBF4E1-70A8-40F9-BA4A-65CF726E5490}" dt="2021-08-08T08:38:03.172" v="1" actId="47"/>
        <pc:sldMkLst>
          <pc:docMk/>
          <pc:sldMk cId="1213890815" sldId="562"/>
        </pc:sldMkLst>
      </pc:sldChg>
      <pc:sldChg chg="del">
        <pc:chgData name="Oanh Le Thi Kim  (FE FPTU CT)" userId="33772939-cd87-45c1-be61-e0648bc25a53" providerId="ADAL" clId="{90DBF4E1-70A8-40F9-BA4A-65CF726E5490}" dt="2021-08-08T08:38:03.172" v="1" actId="47"/>
        <pc:sldMkLst>
          <pc:docMk/>
          <pc:sldMk cId="2743263029" sldId="563"/>
        </pc:sldMkLst>
      </pc:sldChg>
      <pc:sldChg chg="addSp modSp mod">
        <pc:chgData name="Oanh Le Thi Kim  (FE FPTU CT)" userId="33772939-cd87-45c1-be61-e0648bc25a53" providerId="ADAL" clId="{90DBF4E1-70A8-40F9-BA4A-65CF726E5490}" dt="2021-08-21T11:39:48.127" v="67" actId="122"/>
        <pc:sldMkLst>
          <pc:docMk/>
          <pc:sldMk cId="721525283" sldId="568"/>
        </pc:sldMkLst>
        <pc:spChg chg="add mod">
          <ac:chgData name="Oanh Le Thi Kim  (FE FPTU CT)" userId="33772939-cd87-45c1-be61-e0648bc25a53" providerId="ADAL" clId="{90DBF4E1-70A8-40F9-BA4A-65CF726E5490}" dt="2021-08-21T11:39:48.127" v="67" actId="122"/>
          <ac:spMkLst>
            <pc:docMk/>
            <pc:sldMk cId="721525283" sldId="568"/>
            <ac:spMk id="6" creationId="{6024C0D8-3BD3-444E-A088-B88ED1AF4AD3}"/>
          </ac:spMkLst>
        </pc:spChg>
        <pc:spChg chg="mod">
          <ac:chgData name="Oanh Le Thi Kim  (FE FPTU CT)" userId="33772939-cd87-45c1-be61-e0648bc25a53" providerId="ADAL" clId="{90DBF4E1-70A8-40F9-BA4A-65CF726E5490}" dt="2021-08-21T11:39:09.937" v="48" actId="27636"/>
          <ac:spMkLst>
            <pc:docMk/>
            <pc:sldMk cId="721525283" sldId="568"/>
            <ac:spMk id="8" creationId="{DAEFD4E7-6F3B-431B-AFC3-4AD21E95532A}"/>
          </ac:spMkLst>
        </pc:spChg>
      </pc:sldChg>
      <pc:sldChg chg="delSp modSp mod delAnim modAnim">
        <pc:chgData name="Oanh Le Thi Kim  (FE FPTU CT)" userId="33772939-cd87-45c1-be61-e0648bc25a53" providerId="ADAL" clId="{90DBF4E1-70A8-40F9-BA4A-65CF726E5490}" dt="2021-08-08T08:39:10.450" v="28" actId="1076"/>
        <pc:sldMkLst>
          <pc:docMk/>
          <pc:sldMk cId="3566389117" sldId="569"/>
        </pc:sldMkLst>
        <pc:spChg chg="mod">
          <ac:chgData name="Oanh Le Thi Kim  (FE FPTU CT)" userId="33772939-cd87-45c1-be61-e0648bc25a53" providerId="ADAL" clId="{90DBF4E1-70A8-40F9-BA4A-65CF726E5490}" dt="2021-08-08T08:39:10.450" v="28" actId="1076"/>
          <ac:spMkLst>
            <pc:docMk/>
            <pc:sldMk cId="3566389117" sldId="569"/>
            <ac:spMk id="2" creationId="{61779324-6D22-46B3-A32A-7DE538941686}"/>
          </ac:spMkLst>
        </pc:spChg>
        <pc:spChg chg="mod">
          <ac:chgData name="Oanh Le Thi Kim  (FE FPTU CT)" userId="33772939-cd87-45c1-be61-e0648bc25a53" providerId="ADAL" clId="{90DBF4E1-70A8-40F9-BA4A-65CF726E5490}" dt="2021-08-08T08:38:54.519" v="25" actId="14100"/>
          <ac:spMkLst>
            <pc:docMk/>
            <pc:sldMk cId="3566389117" sldId="569"/>
            <ac:spMk id="5" creationId="{9F4B3034-E2E3-4173-8554-B1E008035346}"/>
          </ac:spMkLst>
        </pc:spChg>
        <pc:spChg chg="mod">
          <ac:chgData name="Oanh Le Thi Kim  (FE FPTU CT)" userId="33772939-cd87-45c1-be61-e0648bc25a53" providerId="ADAL" clId="{90DBF4E1-70A8-40F9-BA4A-65CF726E5490}" dt="2021-08-08T08:39:07.073" v="27" actId="1076"/>
          <ac:spMkLst>
            <pc:docMk/>
            <pc:sldMk cId="3566389117" sldId="569"/>
            <ac:spMk id="6" creationId="{BC8E6B62-C6F0-4753-A988-88A883915C9E}"/>
          </ac:spMkLst>
        </pc:spChg>
        <pc:spChg chg="mod">
          <ac:chgData name="Oanh Le Thi Kim  (FE FPTU CT)" userId="33772939-cd87-45c1-be61-e0648bc25a53" providerId="ADAL" clId="{90DBF4E1-70A8-40F9-BA4A-65CF726E5490}" dt="2021-08-08T08:39:02.665" v="26" actId="1076"/>
          <ac:spMkLst>
            <pc:docMk/>
            <pc:sldMk cId="3566389117" sldId="569"/>
            <ac:spMk id="7" creationId="{527E86EF-4344-4DF3-972D-BF53E1B88E50}"/>
          </ac:spMkLst>
        </pc:spChg>
        <pc:spChg chg="del">
          <ac:chgData name="Oanh Le Thi Kim  (FE FPTU CT)" userId="33772939-cd87-45c1-be61-e0648bc25a53" providerId="ADAL" clId="{90DBF4E1-70A8-40F9-BA4A-65CF726E5490}" dt="2021-08-08T08:38:48.091" v="22" actId="478"/>
          <ac:spMkLst>
            <pc:docMk/>
            <pc:sldMk cId="3566389117" sldId="569"/>
            <ac:spMk id="8" creationId="{41DFC2A4-54AB-455C-8D25-D1D470726056}"/>
          </ac:spMkLst>
        </pc:spChg>
        <pc:spChg chg="del">
          <ac:chgData name="Oanh Le Thi Kim  (FE FPTU CT)" userId="33772939-cd87-45c1-be61-e0648bc25a53" providerId="ADAL" clId="{90DBF4E1-70A8-40F9-BA4A-65CF726E5490}" dt="2021-08-08T08:38:49.730" v="23" actId="478"/>
          <ac:spMkLst>
            <pc:docMk/>
            <pc:sldMk cId="3566389117" sldId="569"/>
            <ac:spMk id="9" creationId="{490F1279-F669-43CF-B2EB-AAC27C9928FD}"/>
          </ac:spMkLst>
        </pc:spChg>
      </pc:sldChg>
      <pc:sldChg chg="modNotesTx">
        <pc:chgData name="Oanh Le Thi Kim  (FE FPTU CT)" userId="33772939-cd87-45c1-be61-e0648bc25a53" providerId="ADAL" clId="{90DBF4E1-70A8-40F9-BA4A-65CF726E5490}" dt="2021-08-08T08:38:24.666" v="19" actId="20577"/>
        <pc:sldMkLst>
          <pc:docMk/>
          <pc:sldMk cId="4224009424" sldId="570"/>
        </pc:sldMkLst>
      </pc:sldChg>
      <pc:sldChg chg="del">
        <pc:chgData name="Oanh Le Thi Kim  (FE FPTU CT)" userId="33772939-cd87-45c1-be61-e0648bc25a53" providerId="ADAL" clId="{90DBF4E1-70A8-40F9-BA4A-65CF726E5490}" dt="2021-08-08T08:38:03.172" v="1" actId="47"/>
        <pc:sldMkLst>
          <pc:docMk/>
          <pc:sldMk cId="2234046126" sldId="571"/>
        </pc:sldMkLst>
      </pc:sldChg>
      <pc:sldChg chg="delSp modSp add mod delAnim modAnim">
        <pc:chgData name="Oanh Le Thi Kim  (FE FPTU CT)" userId="33772939-cd87-45c1-be61-e0648bc25a53" providerId="ADAL" clId="{90DBF4E1-70A8-40F9-BA4A-65CF726E5490}" dt="2021-08-08T08:39:52.362" v="40" actId="14100"/>
        <pc:sldMkLst>
          <pc:docMk/>
          <pc:sldMk cId="3461913124" sldId="571"/>
        </pc:sldMkLst>
        <pc:spChg chg="del">
          <ac:chgData name="Oanh Le Thi Kim  (FE FPTU CT)" userId="33772939-cd87-45c1-be61-e0648bc25a53" providerId="ADAL" clId="{90DBF4E1-70A8-40F9-BA4A-65CF726E5490}" dt="2021-08-08T08:39:21.447" v="31" actId="478"/>
          <ac:spMkLst>
            <pc:docMk/>
            <pc:sldMk cId="3461913124" sldId="571"/>
            <ac:spMk id="2" creationId="{61779324-6D22-46B3-A32A-7DE538941686}"/>
          </ac:spMkLst>
        </pc:spChg>
        <pc:spChg chg="mod">
          <ac:chgData name="Oanh Le Thi Kim  (FE FPTU CT)" userId="33772939-cd87-45c1-be61-e0648bc25a53" providerId="ADAL" clId="{90DBF4E1-70A8-40F9-BA4A-65CF726E5490}" dt="2021-08-08T08:39:52.362" v="40" actId="14100"/>
          <ac:spMkLst>
            <pc:docMk/>
            <pc:sldMk cId="3461913124" sldId="571"/>
            <ac:spMk id="5" creationId="{9F4B3034-E2E3-4173-8554-B1E008035346}"/>
          </ac:spMkLst>
        </pc:spChg>
        <pc:spChg chg="del">
          <ac:chgData name="Oanh Le Thi Kim  (FE FPTU CT)" userId="33772939-cd87-45c1-be61-e0648bc25a53" providerId="ADAL" clId="{90DBF4E1-70A8-40F9-BA4A-65CF726E5490}" dt="2021-08-08T08:39:22.908" v="32" actId="478"/>
          <ac:spMkLst>
            <pc:docMk/>
            <pc:sldMk cId="3461913124" sldId="571"/>
            <ac:spMk id="6" creationId="{BC8E6B62-C6F0-4753-A988-88A883915C9E}"/>
          </ac:spMkLst>
        </pc:spChg>
        <pc:spChg chg="del">
          <ac:chgData name="Oanh Le Thi Kim  (FE FPTU CT)" userId="33772939-cd87-45c1-be61-e0648bc25a53" providerId="ADAL" clId="{90DBF4E1-70A8-40F9-BA4A-65CF726E5490}" dt="2021-08-08T08:39:24.321" v="33" actId="478"/>
          <ac:spMkLst>
            <pc:docMk/>
            <pc:sldMk cId="3461913124" sldId="571"/>
            <ac:spMk id="7" creationId="{527E86EF-4344-4DF3-972D-BF53E1B88E50}"/>
          </ac:spMkLst>
        </pc:spChg>
        <pc:spChg chg="mod">
          <ac:chgData name="Oanh Le Thi Kim  (FE FPTU CT)" userId="33772939-cd87-45c1-be61-e0648bc25a53" providerId="ADAL" clId="{90DBF4E1-70A8-40F9-BA4A-65CF726E5490}" dt="2021-08-08T08:39:30.475" v="34" actId="1076"/>
          <ac:spMkLst>
            <pc:docMk/>
            <pc:sldMk cId="3461913124" sldId="571"/>
            <ac:spMk id="8" creationId="{41DFC2A4-54AB-455C-8D25-D1D470726056}"/>
          </ac:spMkLst>
        </pc:spChg>
        <pc:spChg chg="mod">
          <ac:chgData name="Oanh Le Thi Kim  (FE FPTU CT)" userId="33772939-cd87-45c1-be61-e0648bc25a53" providerId="ADAL" clId="{90DBF4E1-70A8-40F9-BA4A-65CF726E5490}" dt="2021-08-08T08:39:42.680" v="37" actId="1076"/>
          <ac:spMkLst>
            <pc:docMk/>
            <pc:sldMk cId="3461913124" sldId="571"/>
            <ac:spMk id="9" creationId="{490F1279-F669-43CF-B2EB-AAC27C9928FD}"/>
          </ac:spMkLst>
        </pc:spChg>
      </pc:sldChg>
      <pc:sldChg chg="del">
        <pc:chgData name="Oanh Le Thi Kim  (FE FPTU CT)" userId="33772939-cd87-45c1-be61-e0648bc25a53" providerId="ADAL" clId="{90DBF4E1-70A8-40F9-BA4A-65CF726E5490}" dt="2021-08-08T08:38:03.172" v="1" actId="47"/>
        <pc:sldMkLst>
          <pc:docMk/>
          <pc:sldMk cId="948520764" sldId="572"/>
        </pc:sldMkLst>
      </pc:sldChg>
    </pc:docChg>
  </pc:docChgLst>
  <pc:docChgLst>
    <pc:chgData name="Le Thi Kim Oanh (FE FPTU CT)" userId="33772939-cd87-45c1-be61-e0648bc25a53" providerId="ADAL" clId="{90DBF4E1-70A8-40F9-BA4A-65CF726E5490}"/>
    <pc:docChg chg="custSel addSld delSld modSld">
      <pc:chgData name="Le Thi Kim Oanh (FE FPTU CT)" userId="33772939-cd87-45c1-be61-e0648bc25a53" providerId="ADAL" clId="{90DBF4E1-70A8-40F9-BA4A-65CF726E5490}" dt="2021-09-17T01:42:19.184" v="36" actId="1076"/>
      <pc:docMkLst>
        <pc:docMk/>
      </pc:docMkLst>
      <pc:sldChg chg="add">
        <pc:chgData name="Le Thi Kim Oanh (FE FPTU CT)" userId="33772939-cd87-45c1-be61-e0648bc25a53" providerId="ADAL" clId="{90DBF4E1-70A8-40F9-BA4A-65CF726E5490}" dt="2021-09-13T11:02:12.384" v="0"/>
        <pc:sldMkLst>
          <pc:docMk/>
          <pc:sldMk cId="2396949239" sldId="357"/>
        </pc:sldMkLst>
      </pc:sldChg>
      <pc:sldChg chg="delSp modSp mod">
        <pc:chgData name="Le Thi Kim Oanh (FE FPTU CT)" userId="33772939-cd87-45c1-be61-e0648bc25a53" providerId="ADAL" clId="{90DBF4E1-70A8-40F9-BA4A-65CF726E5490}" dt="2021-09-13T11:04:15.609" v="18" actId="1076"/>
        <pc:sldMkLst>
          <pc:docMk/>
          <pc:sldMk cId="131976238" sldId="527"/>
        </pc:sldMkLst>
        <pc:spChg chg="mod">
          <ac:chgData name="Le Thi Kim Oanh (FE FPTU CT)" userId="33772939-cd87-45c1-be61-e0648bc25a53" providerId="ADAL" clId="{90DBF4E1-70A8-40F9-BA4A-65CF726E5490}" dt="2021-09-13T11:04:15.609" v="18" actId="1076"/>
          <ac:spMkLst>
            <pc:docMk/>
            <pc:sldMk cId="131976238" sldId="527"/>
            <ac:spMk id="5" creationId="{9F4B3034-E2E3-4173-8554-B1E008035346}"/>
          </ac:spMkLst>
        </pc:spChg>
        <pc:spChg chg="del mod">
          <ac:chgData name="Le Thi Kim Oanh (FE FPTU CT)" userId="33772939-cd87-45c1-be61-e0648bc25a53" providerId="ADAL" clId="{90DBF4E1-70A8-40F9-BA4A-65CF726E5490}" dt="2021-09-13T11:04:04.076" v="14" actId="478"/>
          <ac:spMkLst>
            <pc:docMk/>
            <pc:sldMk cId="131976238" sldId="527"/>
            <ac:spMk id="6" creationId="{98D3A890-C849-4777-ABA2-6969C6DAD515}"/>
          </ac:spMkLst>
        </pc:spChg>
      </pc:sldChg>
      <pc:sldChg chg="addSp delSp modSp add mod">
        <pc:chgData name="Le Thi Kim Oanh (FE FPTU CT)" userId="33772939-cd87-45c1-be61-e0648bc25a53" providerId="ADAL" clId="{90DBF4E1-70A8-40F9-BA4A-65CF726E5490}" dt="2021-09-13T11:03:53.193" v="12" actId="14100"/>
        <pc:sldMkLst>
          <pc:docMk/>
          <pc:sldMk cId="3766553441" sldId="532"/>
        </pc:sldMkLst>
        <pc:spChg chg="add del mod">
          <ac:chgData name="Le Thi Kim Oanh (FE FPTU CT)" userId="33772939-cd87-45c1-be61-e0648bc25a53" providerId="ADAL" clId="{90DBF4E1-70A8-40F9-BA4A-65CF726E5490}" dt="2021-09-13T11:03:43.166" v="6" actId="931"/>
          <ac:spMkLst>
            <pc:docMk/>
            <pc:sldMk cId="3766553441" sldId="532"/>
            <ac:spMk id="4" creationId="{4C614BE0-F420-46BE-B983-BDEEA930D60A}"/>
          </ac:spMkLst>
        </pc:spChg>
        <pc:picChg chg="del">
          <ac:chgData name="Le Thi Kim Oanh (FE FPTU CT)" userId="33772939-cd87-45c1-be61-e0648bc25a53" providerId="ADAL" clId="{90DBF4E1-70A8-40F9-BA4A-65CF726E5490}" dt="2021-09-13T11:03:28.803" v="5" actId="478"/>
          <ac:picMkLst>
            <pc:docMk/>
            <pc:sldMk cId="3766553441" sldId="532"/>
            <ac:picMk id="6" creationId="{73F97F71-496B-4FF9-BFF7-1E7EB15F26F5}"/>
          </ac:picMkLst>
        </pc:picChg>
        <pc:picChg chg="add mod">
          <ac:chgData name="Le Thi Kim Oanh (FE FPTU CT)" userId="33772939-cd87-45c1-be61-e0648bc25a53" providerId="ADAL" clId="{90DBF4E1-70A8-40F9-BA4A-65CF726E5490}" dt="2021-09-13T11:03:53.193" v="12" actId="14100"/>
          <ac:picMkLst>
            <pc:docMk/>
            <pc:sldMk cId="3766553441" sldId="532"/>
            <ac:picMk id="7" creationId="{59D41243-606A-44D7-969D-DA201492296A}"/>
          </ac:picMkLst>
        </pc:picChg>
      </pc:sldChg>
      <pc:sldChg chg="addSp delSp modSp add mod">
        <pc:chgData name="Le Thi Kim Oanh (FE FPTU CT)" userId="33772939-cd87-45c1-be61-e0648bc25a53" providerId="ADAL" clId="{90DBF4E1-70A8-40F9-BA4A-65CF726E5490}" dt="2021-09-13T11:04:57.908" v="28" actId="14100"/>
        <pc:sldMkLst>
          <pc:docMk/>
          <pc:sldMk cId="3550402443" sldId="572"/>
        </pc:sldMkLst>
        <pc:spChg chg="mod">
          <ac:chgData name="Le Thi Kim Oanh (FE FPTU CT)" userId="33772939-cd87-45c1-be61-e0648bc25a53" providerId="ADAL" clId="{90DBF4E1-70A8-40F9-BA4A-65CF726E5490}" dt="2021-09-13T11:04:37.086" v="20" actId="20577"/>
          <ac:spMkLst>
            <pc:docMk/>
            <pc:sldMk cId="3550402443" sldId="572"/>
            <ac:spMk id="2" creationId="{42E7FF3D-1C5F-4028-AF2A-1DAE728C2E9F}"/>
          </ac:spMkLst>
        </pc:spChg>
        <pc:spChg chg="add del mod">
          <ac:chgData name="Le Thi Kim Oanh (FE FPTU CT)" userId="33772939-cd87-45c1-be61-e0648bc25a53" providerId="ADAL" clId="{90DBF4E1-70A8-40F9-BA4A-65CF726E5490}" dt="2021-09-13T11:04:47.769" v="22" actId="931"/>
          <ac:spMkLst>
            <pc:docMk/>
            <pc:sldMk cId="3550402443" sldId="572"/>
            <ac:spMk id="4" creationId="{09D858E5-51C9-402F-8F96-782056DD7F89}"/>
          </ac:spMkLst>
        </pc:spChg>
        <pc:picChg chg="del">
          <ac:chgData name="Le Thi Kim Oanh (FE FPTU CT)" userId="33772939-cd87-45c1-be61-e0648bc25a53" providerId="ADAL" clId="{90DBF4E1-70A8-40F9-BA4A-65CF726E5490}" dt="2021-09-13T11:04:39.993" v="21" actId="478"/>
          <ac:picMkLst>
            <pc:docMk/>
            <pc:sldMk cId="3550402443" sldId="572"/>
            <ac:picMk id="6" creationId="{73F97F71-496B-4FF9-BFF7-1E7EB15F26F5}"/>
          </ac:picMkLst>
        </pc:picChg>
        <pc:picChg chg="add mod">
          <ac:chgData name="Le Thi Kim Oanh (FE FPTU CT)" userId="33772939-cd87-45c1-be61-e0648bc25a53" providerId="ADAL" clId="{90DBF4E1-70A8-40F9-BA4A-65CF726E5490}" dt="2021-09-13T11:04:57.908" v="28" actId="14100"/>
          <ac:picMkLst>
            <pc:docMk/>
            <pc:sldMk cId="3550402443" sldId="572"/>
            <ac:picMk id="7" creationId="{8F1C8DB5-FD99-45D0-A7BD-FE708B5CC7EC}"/>
          </ac:picMkLst>
        </pc:picChg>
      </pc:sldChg>
      <pc:sldChg chg="modSp new del mod">
        <pc:chgData name="Le Thi Kim Oanh (FE FPTU CT)" userId="33772939-cd87-45c1-be61-e0648bc25a53" providerId="ADAL" clId="{90DBF4E1-70A8-40F9-BA4A-65CF726E5490}" dt="2021-09-13T11:03:23.601" v="3" actId="47"/>
        <pc:sldMkLst>
          <pc:docMk/>
          <pc:sldMk cId="3904588403" sldId="572"/>
        </pc:sldMkLst>
        <pc:spChg chg="mod">
          <ac:chgData name="Le Thi Kim Oanh (FE FPTU CT)" userId="33772939-cd87-45c1-be61-e0648bc25a53" providerId="ADAL" clId="{90DBF4E1-70A8-40F9-BA4A-65CF726E5490}" dt="2021-09-13T11:03:13.774" v="2" actId="14100"/>
          <ac:spMkLst>
            <pc:docMk/>
            <pc:sldMk cId="3904588403" sldId="572"/>
            <ac:spMk id="2" creationId="{7B56E2A7-C512-43DC-A814-2E18CF028115}"/>
          </ac:spMkLst>
        </pc:spChg>
      </pc:sldChg>
      <pc:sldChg chg="addSp delSp modSp new mod modClrScheme chgLayout">
        <pc:chgData name="Le Thi Kim Oanh (FE FPTU CT)" userId="33772939-cd87-45c1-be61-e0648bc25a53" providerId="ADAL" clId="{90DBF4E1-70A8-40F9-BA4A-65CF726E5490}" dt="2021-09-17T01:42:19.184" v="36" actId="1076"/>
        <pc:sldMkLst>
          <pc:docMk/>
          <pc:sldMk cId="1602221911" sldId="573"/>
        </pc:sldMkLst>
        <pc:spChg chg="del">
          <ac:chgData name="Le Thi Kim Oanh (FE FPTU CT)" userId="33772939-cd87-45c1-be61-e0648bc25a53" providerId="ADAL" clId="{90DBF4E1-70A8-40F9-BA4A-65CF726E5490}" dt="2021-09-17T01:41:38.499" v="30" actId="700"/>
          <ac:spMkLst>
            <pc:docMk/>
            <pc:sldMk cId="1602221911" sldId="573"/>
            <ac:spMk id="2" creationId="{F0D057BC-099F-4724-A189-D90C7C1C6C40}"/>
          </ac:spMkLst>
        </pc:spChg>
        <pc:spChg chg="del">
          <ac:chgData name="Le Thi Kim Oanh (FE FPTU CT)" userId="33772939-cd87-45c1-be61-e0648bc25a53" providerId="ADAL" clId="{90DBF4E1-70A8-40F9-BA4A-65CF726E5490}" dt="2021-09-17T01:41:38.499" v="30" actId="700"/>
          <ac:spMkLst>
            <pc:docMk/>
            <pc:sldMk cId="1602221911" sldId="573"/>
            <ac:spMk id="3" creationId="{9F99D948-6562-4186-ACD0-82B591C59536}"/>
          </ac:spMkLst>
        </pc:spChg>
        <pc:spChg chg="del">
          <ac:chgData name="Le Thi Kim Oanh (FE FPTU CT)" userId="33772939-cd87-45c1-be61-e0648bc25a53" providerId="ADAL" clId="{90DBF4E1-70A8-40F9-BA4A-65CF726E5490}" dt="2021-09-17T01:41:38.499" v="30" actId="700"/>
          <ac:spMkLst>
            <pc:docMk/>
            <pc:sldMk cId="1602221911" sldId="573"/>
            <ac:spMk id="4" creationId="{4F315D65-004E-4090-9C37-33C201091429}"/>
          </ac:spMkLst>
        </pc:spChg>
        <pc:picChg chg="add mod">
          <ac:chgData name="Le Thi Kim Oanh (FE FPTU CT)" userId="33772939-cd87-45c1-be61-e0648bc25a53" providerId="ADAL" clId="{90DBF4E1-70A8-40F9-BA4A-65CF726E5490}" dt="2021-09-17T01:42:19.184" v="36" actId="1076"/>
          <ac:picMkLst>
            <pc:docMk/>
            <pc:sldMk cId="1602221911" sldId="573"/>
            <ac:picMk id="6" creationId="{CBF5D32B-1CC9-4A72-B61F-C1D85F4C6812}"/>
          </ac:picMkLst>
        </pc:pic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8D4AC79-637E-4A71-B73B-6E806EDF51EE}" type="datetimeFigureOut">
              <a:rPr lang="en-US" smtClean="0"/>
              <a:t>9/17/2021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4E8D07D-93F7-416F-A73A-05ECF16F3B1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850017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27CD11A-EED3-40CE-98A3-28FEE84867B3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80773017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ja-JP" altLang="en-US" dirty="0"/>
              <a:t>１</a:t>
            </a:r>
            <a:endParaRPr lang="en-US" altLang="ja-JP" b="0" i="0" dirty="0">
              <a:solidFill>
                <a:srgbClr val="000000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4E8D07D-93F7-416F-A73A-05ECF16F3B14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29206675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ja-JP" altLang="en-US" dirty="0"/>
              <a:t>１</a:t>
            </a:r>
            <a:endParaRPr lang="en-US" altLang="ja-JP" b="0" i="0" dirty="0">
              <a:solidFill>
                <a:srgbClr val="000000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4E8D07D-93F7-416F-A73A-05ECF16F3B14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47304577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ja-JP" altLang="en-US" b="0" i="0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３．</a:t>
            </a:r>
            <a:r>
              <a:rPr lang="vi-VN" altLang="ja-JP" b="0" i="0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SV tự điền, GV sửa.</a:t>
            </a:r>
          </a:p>
          <a:p>
            <a:endParaRPr lang="en-US" altLang="ja-JP" b="0" i="0" dirty="0">
              <a:solidFill>
                <a:srgbClr val="000000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4E8D07D-93F7-416F-A73A-05ECF16F3B14}" type="slidenum">
              <a:rPr lang="en-US" smtClean="0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79534862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ja-JP" altLang="en-US" b="0" i="0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３．</a:t>
            </a:r>
            <a:r>
              <a:rPr lang="vi-VN" altLang="ja-JP" b="0" i="0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SV tự điền, GV sửa.</a:t>
            </a:r>
          </a:p>
          <a:p>
            <a:endParaRPr lang="en-US" altLang="ja-JP" b="0" i="0" dirty="0">
              <a:solidFill>
                <a:srgbClr val="000000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4E8D07D-93F7-416F-A73A-05ECF16F3B14}" type="slidenum">
              <a:rPr lang="en-US" smtClean="0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1079088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vi-VN" altLang="ja-JP" b="0" i="0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SV tự điền, GV sửa.</a:t>
            </a:r>
          </a:p>
          <a:p>
            <a:endParaRPr lang="en-US" altLang="ja-JP" b="0" i="0" dirty="0">
              <a:solidFill>
                <a:srgbClr val="000000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4E8D07D-93F7-416F-A73A-05ECF16F3B14}" type="slidenum">
              <a:rPr lang="en-US" smtClean="0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18944942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vi-VN" altLang="ja-JP" b="0" i="0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SV tự điền, GV sửa.</a:t>
            </a:r>
          </a:p>
          <a:p>
            <a:endParaRPr lang="en-US" altLang="ja-JP" b="0" i="0" dirty="0">
              <a:solidFill>
                <a:srgbClr val="000000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4E8D07D-93F7-416F-A73A-05ECF16F3B14}" type="slidenum">
              <a:rPr lang="en-US" smtClean="0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71340328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ja-JP" altLang="en-US" dirty="0"/>
              <a:t>１</a:t>
            </a:r>
            <a:endParaRPr lang="en-US" altLang="ja-JP" b="0" i="0" dirty="0">
              <a:solidFill>
                <a:srgbClr val="000000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4E8D07D-93F7-416F-A73A-05ECF16F3B14}" type="slidenum">
              <a:rPr lang="en-US" smtClean="0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15973418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ja-JP" altLang="en-US" dirty="0"/>
              <a:t>１。</a:t>
            </a:r>
            <a:endParaRPr lang="en-US" altLang="ja-JP" b="0" i="0" dirty="0">
              <a:solidFill>
                <a:srgbClr val="000000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4E8D07D-93F7-416F-A73A-05ECF16F3B14}" type="slidenum">
              <a:rPr lang="en-US" smtClean="0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5824237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ja-JP" altLang="en-US" dirty="0"/>
              <a:t>１。</a:t>
            </a:r>
            <a:endParaRPr lang="en-US" altLang="ja-JP" b="0" i="0" dirty="0">
              <a:solidFill>
                <a:srgbClr val="000000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4E8D07D-93F7-416F-A73A-05ECF16F3B14}" type="slidenum">
              <a:rPr lang="en-US" smtClean="0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15847447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ja-JP" altLang="en-US" dirty="0"/>
              <a:t>１。</a:t>
            </a:r>
            <a:endParaRPr lang="en-US" altLang="ja-JP" b="0" i="0" dirty="0">
              <a:solidFill>
                <a:srgbClr val="000000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4E8D07D-93F7-416F-A73A-05ECF16F3B14}" type="slidenum">
              <a:rPr lang="en-US" smtClean="0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19976439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altLang="ja-JP" b="0" i="0" dirty="0">
              <a:solidFill>
                <a:srgbClr val="000000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4E8D07D-93F7-416F-A73A-05ECF16F3B14}" type="slidenum">
              <a:rPr lang="en-US" smtClean="0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242385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altLang="ja-JP" b="0" i="0" dirty="0">
              <a:solidFill>
                <a:srgbClr val="000000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4E8D07D-93F7-416F-A73A-05ECF16F3B14}" type="slidenum">
              <a:rPr lang="en-US" smtClean="0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51220049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vi-VN" altLang="ja-JP" b="0" i="0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GV cho SV hoàn thành câu theo mẫu và sửabài cho SV.</a:t>
            </a:r>
            <a:endParaRPr lang="en-US" altLang="ja-JP" b="0" i="0" dirty="0">
              <a:solidFill>
                <a:srgbClr val="000000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4E8D07D-93F7-416F-A73A-05ECF16F3B14}" type="slidenum">
              <a:rPr lang="en-US" smtClean="0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84069143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228600" indent="-228600">
              <a:buAutoNum type="arabicPeriod"/>
            </a:pP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4E8D07D-93F7-416F-A73A-05ECF16F3B14}" type="slidenum">
              <a:rPr lang="en-US" smtClean="0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26418486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228600" indent="-228600">
              <a:buAutoNum type="arabicPeriod"/>
            </a:pP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4E8D07D-93F7-416F-A73A-05ECF16F3B14}" type="slidenum">
              <a:rPr lang="en-US" smtClean="0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87422578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ja-JP" altLang="en-US" dirty="0"/>
              <a:t>１</a:t>
            </a:r>
            <a:endParaRPr lang="en-US" altLang="ja-JP" b="0" i="0" dirty="0">
              <a:solidFill>
                <a:srgbClr val="000000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4E8D07D-93F7-416F-A73A-05ECF16F3B14}" type="slidenum">
              <a:rPr lang="en-US" smtClean="0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7719622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068C7FB-2231-4C26-BB4A-5BA9894A69A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17818C77-A614-417B-BFC7-CBA53A8BB79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</p:spTree>
    <p:extLst>
      <p:ext uri="{BB962C8B-B14F-4D97-AF65-F5344CB8AC3E}">
        <p14:creationId xmlns:p14="http://schemas.microsoft.com/office/powerpoint/2010/main" val="157716059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D446F45-CA2A-4988-873F-0116AC8431F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9265" y="365126"/>
            <a:ext cx="10943610" cy="814745"/>
          </a:xfrm>
        </p:spPr>
        <p:txBody>
          <a:bodyPr>
            <a:normAutofit/>
          </a:bodyPr>
          <a:lstStyle>
            <a:lvl1pPr>
              <a:defRPr sz="3600"/>
            </a:lvl1pPr>
          </a:lstStyle>
          <a:p>
            <a:endParaRPr lang="en-US" dirty="0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B525123F-A5C6-452C-853C-53235A48CAD6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629265" y="1828800"/>
            <a:ext cx="5466735" cy="3480619"/>
          </a:xfrm>
        </p:spPr>
        <p:txBody>
          <a:bodyPr/>
          <a:lstStyle>
            <a:lvl1pPr>
              <a:defRPr sz="2000"/>
            </a:lvl1pPr>
            <a:lvl2pPr>
              <a:defRPr sz="2000"/>
            </a:lvl2pPr>
            <a:lvl3pPr>
              <a:defRPr sz="2000"/>
            </a:lvl3pPr>
            <a:lvl4pPr>
              <a:defRPr sz="2000"/>
            </a:lvl4pPr>
            <a:lvl5pPr>
              <a:defRPr sz="200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9" name="Picture Placeholder 8">
            <a:extLst>
              <a:ext uri="{FF2B5EF4-FFF2-40B4-BE49-F238E27FC236}">
                <a16:creationId xmlns:a16="http://schemas.microsoft.com/office/drawing/2014/main" id="{60EA6298-9743-48B8-A25C-863BFFCB9144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7030065" y="1946275"/>
            <a:ext cx="4542810" cy="3097673"/>
          </a:xfrm>
        </p:spPr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5632915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13F0BCD-32CE-47F3-8315-2473B8AF7D9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4C3059B-2D6C-42DF-8074-E72342B2948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2C109A9-74C6-4023-9D79-7A19C6307D1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5A48F5-4720-4E72-9BE0-60A65680E518}" type="datetimeFigureOut">
              <a:rPr lang="en-US" smtClean="0"/>
              <a:t>9/17/2021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FC4CFD5-90D6-432F-982A-07461275F19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C35A442-C7AE-48C1-A3E8-4B6127CDFA4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3A991B-FBDD-4339-A602-F29DCEBE7F2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303340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5C2EE63-C26E-421A-9CD1-766899CBB17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4148466-D14C-4196-A871-13A00CE1555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BA42D23-2217-473F-B4F1-927F290E1AC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5A48F5-4720-4E72-9BE0-60A65680E518}" type="datetimeFigureOut">
              <a:rPr lang="en-US" smtClean="0"/>
              <a:t>9/17/2021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E424888-79E9-4FC9-982B-6C9DB386917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D337D11-5F5D-4098-A402-1EEE154AE52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3A991B-FBDD-4339-A602-F29DCEBE7F2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1363127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5B38151-881E-45F1-B5A1-3486E147F0F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6D9466A-EF98-4CBB-A36A-A5D67930949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B1B4661-4C1D-4729-97C4-09C1E14E8EF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F54AE64-DDF8-4823-8895-A51D00245C7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5A48F5-4720-4E72-9BE0-60A65680E518}" type="datetimeFigureOut">
              <a:rPr lang="en-US" smtClean="0"/>
              <a:t>9/17/2021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EE416DA-647E-4533-AC1E-34BAB737B63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AD3EB35-FFDF-424A-9F11-1EA3BD27C9A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3A991B-FBDD-4339-A602-F29DCEBE7F2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6449947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69D358B-1377-48AB-832D-43003170784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12A7963-751E-45AC-8609-D56E81E28EF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98B208A-D174-4295-B7E2-24EE8E954F2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3B517FF0-5F6E-4193-B326-0659B6B0611A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92B28880-116C-42E4-AC92-D5BB5A644EFD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598204A1-F53A-4EE0-9CDA-CC556A2FA99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5A48F5-4720-4E72-9BE0-60A65680E518}" type="datetimeFigureOut">
              <a:rPr lang="en-US" smtClean="0"/>
              <a:t>9/17/2021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62FC743E-65FF-4520-BEFB-283E61A8768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8A248EE8-1196-4741-B910-F79F488CE35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3A991B-FBDD-4339-A602-F29DCEBE7F2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1239682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554CBB-8EA5-4786-9A6E-6AD78DC24FA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2740D110-F6DD-48CB-B86A-DCD389BF4B0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5A48F5-4720-4E72-9BE0-60A65680E518}" type="datetimeFigureOut">
              <a:rPr lang="en-US" smtClean="0"/>
              <a:t>9/17/2021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E4196B01-C666-4C99-B6D5-0312A7D6AF8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F832530F-F05A-4103-ACA3-8524E3952F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3A991B-FBDD-4339-A602-F29DCEBE7F2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7391999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90774ECB-40C6-4E27-B12A-76765E06C04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5A48F5-4720-4E72-9BE0-60A65680E518}" type="datetimeFigureOut">
              <a:rPr lang="en-US" smtClean="0"/>
              <a:t>9/17/2021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7348A493-46CF-4B48-9829-0B9348D9B13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4394916-4042-4D8E-892A-914EFC5C846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3A991B-FBDD-4339-A602-F29DCEBE7F2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0315827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06E9A22-F9BC-46DC-AEE7-154C4212FDF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7D0601E-00A8-49B9-A830-4F65C30C5C6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A2F4117-F189-49C1-B50B-A6E6F7D45C6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44FDE5D-3801-4B6B-BB4E-8C13D3FA86F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5A48F5-4720-4E72-9BE0-60A65680E518}" type="datetimeFigureOut">
              <a:rPr lang="en-US" smtClean="0"/>
              <a:t>9/17/2021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8B2F431-0B70-4957-8502-1C9D5ED2227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60A9ED5-091C-47EC-A349-9DDCAFB0C0E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3A991B-FBDD-4339-A602-F29DCEBE7F2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9516426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73D373A-8FCB-4D17-8EAD-FFC347B841F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355F3061-C6B3-46FD-9AA6-647F375FF516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3B56BAD-90B9-4DDC-9323-CE6E7CA3CE4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4DBCEDF-9268-40D0-8BD3-2F66ED598A9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5A48F5-4720-4E72-9BE0-60A65680E518}" type="datetimeFigureOut">
              <a:rPr lang="en-US" smtClean="0"/>
              <a:t>9/17/2021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0378D75-586A-435B-AEB3-3B663B057AF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CA3D7D3-8D4E-4C0C-93BA-6805456BB9E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3A991B-FBDD-4339-A602-F29DCEBE7F2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4044516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6686861-86FD-46D3-8C4A-BD8F8739CF2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448C41C9-0E4E-4630-AD3A-F9C01112463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A479CB1-9562-4BE1-B3DF-73F80ED0F05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5A48F5-4720-4E72-9BE0-60A65680E518}" type="datetimeFigureOut">
              <a:rPr lang="en-US" smtClean="0"/>
              <a:t>9/17/2021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63F8E2C-7661-4D7C-84B6-9613A552DE1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6B337A5-7C23-45ED-A420-AFC1BDEB366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3A991B-FBDD-4339-A602-F29DCEBE7F2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18183274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97581C5C-90C6-4213-9929-35460CC0E9E8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4B25DB24-352A-43EE-BF2B-4B92429C672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0B6E31F-E745-417D-96CF-F813DB47BAA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5A48F5-4720-4E72-9BE0-60A65680E518}" type="datetimeFigureOut">
              <a:rPr lang="en-US" smtClean="0"/>
              <a:t>9/17/2021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EE4D048-BFA9-4C3F-8E7F-5A04C249171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04F8832-E1F7-428C-9C5E-4EDA77C09F4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3A991B-FBDD-4339-A602-F29DCEBE7F2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80822050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Contents slide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49799645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1E6D6F93-6FDF-4426-9952-14A26626E76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9F8CDEE-2564-4A48-A6AE-B4267AB94B5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F56B168-9AF9-46D3-A943-488DA535DEFD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85A48F5-4720-4E72-9BE0-60A65680E518}" type="datetimeFigureOut">
              <a:rPr lang="en-US" smtClean="0"/>
              <a:t>9/17/2021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7CA7723-1DC3-4BA8-87A4-36C9907B358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BFB9CAE-CE0B-4F9B-AFE8-36EF8BF3DBD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E3A991B-FBDD-4339-A602-F29DCEBE7F2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2430518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60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1" r:id="rId13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3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3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e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9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JP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audio" Target="../media/media1.mp3"/><Relationship Id="rId1" Type="http://schemas.microsoft.com/office/2007/relationships/media" Target="../media/media1.mp3"/><Relationship Id="rId6" Type="http://schemas.openxmlformats.org/officeDocument/2006/relationships/image" Target="../media/image14.png"/><Relationship Id="rId5" Type="http://schemas.openxmlformats.org/officeDocument/2006/relationships/image" Target="../media/image13.png"/><Relationship Id="rId4" Type="http://schemas.openxmlformats.org/officeDocument/2006/relationships/notesSlide" Target="../notesSlides/notesSlide15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audio" Target="../media/media1.mp3"/><Relationship Id="rId1" Type="http://schemas.microsoft.com/office/2007/relationships/media" Target="../media/media1.mp3"/><Relationship Id="rId6" Type="http://schemas.openxmlformats.org/officeDocument/2006/relationships/image" Target="../media/image14.png"/><Relationship Id="rId5" Type="http://schemas.openxmlformats.org/officeDocument/2006/relationships/image" Target="../media/image13.png"/><Relationship Id="rId4" Type="http://schemas.openxmlformats.org/officeDocument/2006/relationships/notesSlide" Target="../notesSlides/notesSlide16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JPG"/><Relationship Id="rId1" Type="http://schemas.openxmlformats.org/officeDocument/2006/relationships/slideLayout" Target="../slideLayouts/slideLayout8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>
            <a:extLst>
              <a:ext uri="{FF2B5EF4-FFF2-40B4-BE49-F238E27FC236}">
                <a16:creationId xmlns:a16="http://schemas.microsoft.com/office/drawing/2014/main" id="{CC93BCF8-1575-47FE-83D7-E49D028334F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65484" y="1404867"/>
            <a:ext cx="5530516" cy="1152663"/>
          </a:xfrm>
          <a:solidFill>
            <a:srgbClr val="0070C0"/>
          </a:solidFill>
        </p:spPr>
        <p:txBody>
          <a:bodyPr vert="horz" lIns="91440" tIns="45720" rIns="91440" bIns="45720" rtlCol="0" anchor="ctr">
            <a:normAutofit/>
          </a:bodyPr>
          <a:lstStyle/>
          <a:p>
            <a:pPr algn="ctr"/>
            <a:r>
              <a:rPr lang="ja-JP" altLang="en-US" sz="5400" b="1" dirty="0">
                <a:solidFill>
                  <a:srgbClr val="C00000"/>
                </a:solidFill>
              </a:rPr>
              <a:t>第</a:t>
            </a:r>
            <a:r>
              <a:rPr lang="en-US" altLang="ja-JP" sz="5400" b="1" dirty="0">
                <a:solidFill>
                  <a:srgbClr val="C00000"/>
                </a:solidFill>
              </a:rPr>
              <a:t>2</a:t>
            </a:r>
            <a:r>
              <a:rPr lang="ja-JP" altLang="en-US" sz="5400" b="1" dirty="0">
                <a:solidFill>
                  <a:srgbClr val="C00000"/>
                </a:solidFill>
              </a:rPr>
              <a:t>課</a:t>
            </a:r>
            <a:endParaRPr lang="en-US" sz="5400" b="1" dirty="0">
              <a:solidFill>
                <a:srgbClr val="C00000"/>
              </a:solidFill>
            </a:endParaRP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1F42536D-8522-415B-8140-96FCF821CC3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65484" y="4446107"/>
            <a:ext cx="10806588" cy="1702030"/>
          </a:xfrm>
          <a:solidFill>
            <a:schemeClr val="accent4">
              <a:lumMod val="40000"/>
              <a:lumOff val="60000"/>
            </a:schemeClr>
          </a:solidFill>
        </p:spPr>
        <p:txBody>
          <a:bodyPr vert="horz" lIns="91440" tIns="45720" rIns="91440" bIns="45720" rtlCol="0">
            <a:normAutofit/>
          </a:bodyPr>
          <a:lstStyle/>
          <a:p>
            <a:pPr marL="0" indent="0" algn="ctr">
              <a:buNone/>
            </a:pPr>
            <a:r>
              <a:rPr lang="ja-JP" altLang="en-US" sz="4800" b="1" dirty="0">
                <a:solidFill>
                  <a:srgbClr val="FF0000"/>
                </a:solidFill>
              </a:rPr>
              <a:t>楽しい食事・上手な買いもの</a:t>
            </a:r>
            <a:endParaRPr lang="en-US" sz="4800" b="1" dirty="0">
              <a:solidFill>
                <a:srgbClr val="FF0000"/>
              </a:solidFill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DAAF1E5F-AE49-4BFB-A904-4DB64475F41C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42679" y="186151"/>
            <a:ext cx="5130799" cy="538733"/>
          </a:xfrm>
          <a:prstGeom prst="rect">
            <a:avLst/>
          </a:prstGeom>
        </p:spPr>
      </p:pic>
      <p:pic>
        <p:nvPicPr>
          <p:cNvPr id="2" name="Picture 2" descr="デパート・百貨店のイラスト">
            <a:extLst>
              <a:ext uri="{FF2B5EF4-FFF2-40B4-BE49-F238E27FC236}">
                <a16:creationId xmlns:a16="http://schemas.microsoft.com/office/drawing/2014/main" id="{E73D8F75-929F-4554-85D6-EB82268DFE0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7298267" y="186151"/>
            <a:ext cx="4073805" cy="407380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534F1CC5-A7F7-490D-BDDC-7FCEE6297DE2}"/>
              </a:ext>
            </a:extLst>
          </p:cNvPr>
          <p:cNvSpPr txBox="1"/>
          <p:nvPr/>
        </p:nvSpPr>
        <p:spPr>
          <a:xfrm>
            <a:off x="5253789" y="6334288"/>
            <a:ext cx="168442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vi-VN" dirty="0"/>
              <a:t>OANHLTK18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0903778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Right Arrow 31">
            <a:extLst>
              <a:ext uri="{FF2B5EF4-FFF2-40B4-BE49-F238E27FC236}">
                <a16:creationId xmlns:a16="http://schemas.microsoft.com/office/drawing/2014/main" id="{AF13FB71-FB39-43DD-8C61-DD31CDAF2B18}"/>
              </a:ext>
            </a:extLst>
          </p:cNvPr>
          <p:cNvSpPr/>
          <p:nvPr/>
        </p:nvSpPr>
        <p:spPr>
          <a:xfrm>
            <a:off x="3456782" y="1448955"/>
            <a:ext cx="4429662" cy="941145"/>
          </a:xfrm>
          <a:prstGeom prst="rightArrow">
            <a:avLst>
              <a:gd name="adj1" fmla="val 70149"/>
              <a:gd name="adj2" fmla="val 66274"/>
            </a:avLst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ko-KR" altLang="en-US" sz="2700" dirty="0">
              <a:solidFill>
                <a:schemeClr val="accent3"/>
              </a:solidFill>
            </a:endParaRPr>
          </a:p>
        </p:txBody>
      </p:sp>
      <p:sp>
        <p:nvSpPr>
          <p:cNvPr id="65" name="Right Arrow 32">
            <a:extLst>
              <a:ext uri="{FF2B5EF4-FFF2-40B4-BE49-F238E27FC236}">
                <a16:creationId xmlns:a16="http://schemas.microsoft.com/office/drawing/2014/main" id="{2429D96E-5F83-4BC8-AAF6-1C5FFF81E153}"/>
              </a:ext>
            </a:extLst>
          </p:cNvPr>
          <p:cNvSpPr/>
          <p:nvPr/>
        </p:nvSpPr>
        <p:spPr>
          <a:xfrm>
            <a:off x="3456782" y="2623642"/>
            <a:ext cx="3716458" cy="941145"/>
          </a:xfrm>
          <a:prstGeom prst="rightArrow">
            <a:avLst>
              <a:gd name="adj1" fmla="val 70149"/>
              <a:gd name="adj2" fmla="val 66274"/>
            </a:avLst>
          </a:prstGeom>
          <a:solidFill>
            <a:srgbClr val="25676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r>
              <a:rPr lang="ja-JP" altLang="en-US" sz="2400" dirty="0">
                <a:solidFill>
                  <a:srgbClr val="1A1E3B"/>
                </a:solidFill>
                <a:cs typeface="Arial" pitchFamily="34" charset="0"/>
              </a:rPr>
              <a:t>　　　　　</a:t>
            </a:r>
            <a:endParaRPr lang="en-US" altLang="ja-JP" sz="2400" dirty="0">
              <a:solidFill>
                <a:srgbClr val="1A1E3B"/>
              </a:solidFill>
              <a:cs typeface="Arial" pitchFamily="34" charset="0"/>
            </a:endParaRPr>
          </a:p>
          <a:p>
            <a:r>
              <a:rPr lang="en-US" altLang="ja-JP" sz="2400" dirty="0">
                <a:solidFill>
                  <a:srgbClr val="1A1E3B"/>
                </a:solidFill>
                <a:cs typeface="Arial" pitchFamily="34" charset="0"/>
              </a:rPr>
              <a:t> </a:t>
            </a:r>
            <a:r>
              <a:rPr lang="vi-VN" altLang="ja-JP" sz="2400" dirty="0">
                <a:solidFill>
                  <a:srgbClr val="1A1E3B"/>
                </a:solidFill>
                <a:cs typeface="Arial" pitchFamily="34" charset="0"/>
              </a:rPr>
              <a:t>   </a:t>
            </a:r>
            <a:r>
              <a:rPr lang="ja-JP" altLang="en-US" sz="2400" dirty="0">
                <a:solidFill>
                  <a:srgbClr val="D9910B"/>
                </a:solidFill>
              </a:rPr>
              <a:t>文法：</a:t>
            </a:r>
            <a:r>
              <a:rPr lang="en-US" altLang="ja-JP" sz="2400" dirty="0">
                <a:solidFill>
                  <a:srgbClr val="D9910B"/>
                </a:solidFill>
              </a:rPr>
              <a:t>3.4</a:t>
            </a:r>
            <a:endParaRPr lang="ko-KR" altLang="en-US" sz="2000" dirty="0">
              <a:solidFill>
                <a:srgbClr val="D9910B"/>
              </a:solidFill>
            </a:endParaRPr>
          </a:p>
          <a:p>
            <a:endParaRPr lang="ko-KR" altLang="en-US" sz="2400" dirty="0">
              <a:solidFill>
                <a:srgbClr val="1A1E3B"/>
              </a:solidFill>
              <a:highlight>
                <a:srgbClr val="FFFF00"/>
              </a:highlight>
              <a:cs typeface="Arial" pitchFamily="34" charset="0"/>
            </a:endParaRPr>
          </a:p>
        </p:txBody>
      </p:sp>
      <p:sp>
        <p:nvSpPr>
          <p:cNvPr id="67" name="Right Arrow 50">
            <a:extLst>
              <a:ext uri="{FF2B5EF4-FFF2-40B4-BE49-F238E27FC236}">
                <a16:creationId xmlns:a16="http://schemas.microsoft.com/office/drawing/2014/main" id="{DA11F572-F2F7-4422-966B-B26E1FC9651E}"/>
              </a:ext>
            </a:extLst>
          </p:cNvPr>
          <p:cNvSpPr/>
          <p:nvPr/>
        </p:nvSpPr>
        <p:spPr>
          <a:xfrm>
            <a:off x="3516812" y="3735718"/>
            <a:ext cx="4429662" cy="941145"/>
          </a:xfrm>
          <a:prstGeom prst="rightArrow">
            <a:avLst>
              <a:gd name="adj1" fmla="val 70149"/>
              <a:gd name="adj2" fmla="val 66274"/>
            </a:avLst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ko-KR" altLang="en-US" sz="2700">
              <a:solidFill>
                <a:schemeClr val="accent2"/>
              </a:solidFill>
            </a:endParaRPr>
          </a:p>
        </p:txBody>
      </p:sp>
      <p:sp>
        <p:nvSpPr>
          <p:cNvPr id="69" name="Rectangle 68">
            <a:extLst>
              <a:ext uri="{FF2B5EF4-FFF2-40B4-BE49-F238E27FC236}">
                <a16:creationId xmlns:a16="http://schemas.microsoft.com/office/drawing/2014/main" id="{95BED15D-0C26-48BE-B68B-62AD18DD1C26}"/>
              </a:ext>
            </a:extLst>
          </p:cNvPr>
          <p:cNvSpPr/>
          <p:nvPr/>
        </p:nvSpPr>
        <p:spPr>
          <a:xfrm>
            <a:off x="3456781" y="0"/>
            <a:ext cx="45719" cy="687600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2700"/>
          </a:p>
        </p:txBody>
      </p:sp>
      <p:sp>
        <p:nvSpPr>
          <p:cNvPr id="70" name="TextBox 69">
            <a:extLst>
              <a:ext uri="{FF2B5EF4-FFF2-40B4-BE49-F238E27FC236}">
                <a16:creationId xmlns:a16="http://schemas.microsoft.com/office/drawing/2014/main" id="{50D9759D-D2A1-4776-9FE3-C180179E2D07}"/>
              </a:ext>
            </a:extLst>
          </p:cNvPr>
          <p:cNvSpPr txBox="1"/>
          <p:nvPr/>
        </p:nvSpPr>
        <p:spPr>
          <a:xfrm>
            <a:off x="1998813" y="1725035"/>
            <a:ext cx="1313180" cy="523220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ctr"/>
            <a:r>
              <a:rPr lang="en-US" altLang="ko-KR" sz="2800" b="1">
                <a:solidFill>
                  <a:schemeClr val="bg1"/>
                </a:solidFill>
              </a:rPr>
              <a:t>1</a:t>
            </a:r>
            <a:endParaRPr lang="ko-KR" altLang="en-US" sz="2800" b="1" dirty="0">
              <a:solidFill>
                <a:schemeClr val="bg1"/>
              </a:solidFill>
            </a:endParaRPr>
          </a:p>
        </p:txBody>
      </p:sp>
      <p:sp>
        <p:nvSpPr>
          <p:cNvPr id="71" name="TextBox 70">
            <a:extLst>
              <a:ext uri="{FF2B5EF4-FFF2-40B4-BE49-F238E27FC236}">
                <a16:creationId xmlns:a16="http://schemas.microsoft.com/office/drawing/2014/main" id="{645780F6-BE70-4CDD-8B06-0F7CB32B539B}"/>
              </a:ext>
            </a:extLst>
          </p:cNvPr>
          <p:cNvSpPr txBox="1"/>
          <p:nvPr/>
        </p:nvSpPr>
        <p:spPr>
          <a:xfrm>
            <a:off x="1880987" y="2691775"/>
            <a:ext cx="1313180" cy="523220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ctr"/>
            <a:r>
              <a:rPr lang="en-US" altLang="ko-KR" sz="2800" b="1">
                <a:solidFill>
                  <a:schemeClr val="bg1"/>
                </a:solidFill>
              </a:rPr>
              <a:t>2</a:t>
            </a:r>
            <a:endParaRPr lang="ko-KR" altLang="en-US" sz="2800" b="1" dirty="0">
              <a:solidFill>
                <a:schemeClr val="bg1"/>
              </a:solidFill>
            </a:endParaRPr>
          </a:p>
        </p:txBody>
      </p:sp>
      <p:sp>
        <p:nvSpPr>
          <p:cNvPr id="72" name="TextBox 71">
            <a:extLst>
              <a:ext uri="{FF2B5EF4-FFF2-40B4-BE49-F238E27FC236}">
                <a16:creationId xmlns:a16="http://schemas.microsoft.com/office/drawing/2014/main" id="{2813E2F9-8AD4-456C-8DAF-D78D64C46E53}"/>
              </a:ext>
            </a:extLst>
          </p:cNvPr>
          <p:cNvSpPr txBox="1"/>
          <p:nvPr/>
        </p:nvSpPr>
        <p:spPr>
          <a:xfrm>
            <a:off x="1880987" y="3658515"/>
            <a:ext cx="1313180" cy="523220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ctr"/>
            <a:r>
              <a:rPr lang="en-US" altLang="ko-KR" sz="2800" b="1">
                <a:solidFill>
                  <a:schemeClr val="bg1"/>
                </a:solidFill>
              </a:rPr>
              <a:t>3</a:t>
            </a:r>
            <a:endParaRPr lang="ko-KR" altLang="en-US" sz="2800" b="1" dirty="0">
              <a:solidFill>
                <a:schemeClr val="bg1"/>
              </a:solidFill>
            </a:endParaRPr>
          </a:p>
        </p:txBody>
      </p:sp>
      <p:sp>
        <p:nvSpPr>
          <p:cNvPr id="73" name="TextBox 72">
            <a:extLst>
              <a:ext uri="{FF2B5EF4-FFF2-40B4-BE49-F238E27FC236}">
                <a16:creationId xmlns:a16="http://schemas.microsoft.com/office/drawing/2014/main" id="{BCCBE81C-AF3F-48C4-ABD1-0165CF397291}"/>
              </a:ext>
            </a:extLst>
          </p:cNvPr>
          <p:cNvSpPr txBox="1"/>
          <p:nvPr/>
        </p:nvSpPr>
        <p:spPr>
          <a:xfrm>
            <a:off x="1880987" y="4638405"/>
            <a:ext cx="1313180" cy="523220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ctr"/>
            <a:r>
              <a:rPr lang="en-US" altLang="ko-KR" sz="2800" b="1">
                <a:solidFill>
                  <a:schemeClr val="bg1"/>
                </a:solidFill>
              </a:rPr>
              <a:t>4</a:t>
            </a:r>
            <a:endParaRPr lang="ko-KR" altLang="en-US" sz="2800" b="1" dirty="0">
              <a:solidFill>
                <a:schemeClr val="bg1"/>
              </a:solidFill>
            </a:endParaRPr>
          </a:p>
        </p:txBody>
      </p:sp>
      <p:sp>
        <p:nvSpPr>
          <p:cNvPr id="74" name="TextBox 73">
            <a:extLst>
              <a:ext uri="{FF2B5EF4-FFF2-40B4-BE49-F238E27FC236}">
                <a16:creationId xmlns:a16="http://schemas.microsoft.com/office/drawing/2014/main" id="{8282BA71-423F-4FAD-A715-7A62D8245FB8}"/>
              </a:ext>
            </a:extLst>
          </p:cNvPr>
          <p:cNvSpPr txBox="1"/>
          <p:nvPr/>
        </p:nvSpPr>
        <p:spPr>
          <a:xfrm>
            <a:off x="1880987" y="5591997"/>
            <a:ext cx="1313180" cy="523220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ctr"/>
            <a:r>
              <a:rPr lang="en-US" altLang="ko-KR" sz="2800" b="1">
                <a:solidFill>
                  <a:schemeClr val="bg1"/>
                </a:solidFill>
              </a:rPr>
              <a:t>5</a:t>
            </a:r>
            <a:endParaRPr lang="ko-KR" altLang="en-US" sz="2800" b="1" dirty="0">
              <a:solidFill>
                <a:schemeClr val="bg1"/>
              </a:solidFill>
            </a:endParaRPr>
          </a:p>
        </p:txBody>
      </p:sp>
      <p:sp>
        <p:nvSpPr>
          <p:cNvPr id="76" name="TextBox 75">
            <a:extLst>
              <a:ext uri="{FF2B5EF4-FFF2-40B4-BE49-F238E27FC236}">
                <a16:creationId xmlns:a16="http://schemas.microsoft.com/office/drawing/2014/main" id="{5488B2A3-09E1-4ED9-8CB5-A06EA337ED44}"/>
              </a:ext>
            </a:extLst>
          </p:cNvPr>
          <p:cNvSpPr txBox="1"/>
          <p:nvPr/>
        </p:nvSpPr>
        <p:spPr>
          <a:xfrm>
            <a:off x="3765112" y="3970421"/>
            <a:ext cx="3177109" cy="89255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ja-JP" altLang="en-US" sz="2800" dirty="0">
                <a:solidFill>
                  <a:srgbClr val="A11D2B"/>
                </a:solidFill>
                <a:cs typeface="Arial" pitchFamily="34" charset="0"/>
              </a:rPr>
              <a:t>耳でキャッチ</a:t>
            </a:r>
            <a:r>
              <a:rPr lang="ja-JP" altLang="en-US" sz="2400" dirty="0">
                <a:solidFill>
                  <a:srgbClr val="A11D2B"/>
                </a:solidFill>
                <a:cs typeface="Arial" pitchFamily="34" charset="0"/>
              </a:rPr>
              <a:t>（</a:t>
            </a:r>
            <a:r>
              <a:rPr lang="en-US" altLang="ja-JP" sz="2400" dirty="0">
                <a:solidFill>
                  <a:srgbClr val="A11D2B"/>
                </a:solidFill>
                <a:cs typeface="Arial" pitchFamily="34" charset="0"/>
              </a:rPr>
              <a:t>30</a:t>
            </a:r>
            <a:r>
              <a:rPr lang="vi-VN" altLang="ja-JP" sz="2800" dirty="0">
                <a:solidFill>
                  <a:srgbClr val="A11D2B"/>
                </a:solidFill>
                <a:cs typeface="Arial" pitchFamily="34" charset="0"/>
              </a:rPr>
              <a:t>)</a:t>
            </a:r>
            <a:endParaRPr lang="en-US" altLang="ja-JP" sz="2800" dirty="0">
              <a:solidFill>
                <a:srgbClr val="A11D2B"/>
              </a:solidFill>
              <a:cs typeface="Arial" pitchFamily="34" charset="0"/>
            </a:endParaRPr>
          </a:p>
          <a:p>
            <a:r>
              <a:rPr lang="en-US" altLang="ko-KR" sz="2400" dirty="0">
                <a:solidFill>
                  <a:srgbClr val="A11D2B"/>
                </a:solidFill>
                <a:cs typeface="Arial" pitchFamily="34" charset="0"/>
              </a:rPr>
              <a:t> </a:t>
            </a:r>
            <a:endParaRPr lang="ko-KR" altLang="en-US" sz="2400" dirty="0">
              <a:solidFill>
                <a:srgbClr val="A11D2B"/>
              </a:solidFill>
              <a:cs typeface="Arial" pitchFamily="34" charset="0"/>
            </a:endParaRPr>
          </a:p>
        </p:txBody>
      </p:sp>
      <p:sp>
        <p:nvSpPr>
          <p:cNvPr id="90" name="Text Placeholder 1">
            <a:extLst>
              <a:ext uri="{FF2B5EF4-FFF2-40B4-BE49-F238E27FC236}">
                <a16:creationId xmlns:a16="http://schemas.microsoft.com/office/drawing/2014/main" id="{A5B4DECC-1281-46B0-9065-19B46646F737}"/>
              </a:ext>
            </a:extLst>
          </p:cNvPr>
          <p:cNvSpPr txBox="1">
            <a:spLocks/>
          </p:cNvSpPr>
          <p:nvPr/>
        </p:nvSpPr>
        <p:spPr>
          <a:xfrm>
            <a:off x="4063636" y="339509"/>
            <a:ext cx="7833090" cy="724247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5400"/>
              <a:t>I</a:t>
            </a:r>
            <a:endParaRPr lang="en-US" sz="5400" dirty="0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5EF6DCCE-80F6-4D0D-97C7-067D35D1D426}"/>
              </a:ext>
            </a:extLst>
          </p:cNvPr>
          <p:cNvSpPr txBox="1"/>
          <p:nvPr/>
        </p:nvSpPr>
        <p:spPr>
          <a:xfrm>
            <a:off x="3765113" y="137201"/>
            <a:ext cx="3853157" cy="923330"/>
          </a:xfrm>
          <a:prstGeom prst="rect">
            <a:avLst/>
          </a:prstGeom>
          <a:solidFill>
            <a:srgbClr val="5E9C53"/>
          </a:solidFill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vi-VN" altLang="ja-JP" sz="5400" dirty="0">
                <a:solidFill>
                  <a:srgbClr val="A11D2B"/>
                </a:solidFill>
              </a:rPr>
              <a:t>SLOT 13</a:t>
            </a:r>
            <a:endParaRPr lang="en-US" sz="4000" dirty="0">
              <a:solidFill>
                <a:srgbClr val="A11D2B"/>
              </a:solidFill>
            </a:endParaRP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01D98E79-DCBD-40D8-91C0-33E95A32483A}"/>
              </a:ext>
            </a:extLst>
          </p:cNvPr>
          <p:cNvSpPr txBox="1"/>
          <p:nvPr/>
        </p:nvSpPr>
        <p:spPr>
          <a:xfrm>
            <a:off x="3574607" y="1611682"/>
            <a:ext cx="3308684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ja-JP" altLang="en-US" sz="2400" dirty="0">
                <a:solidFill>
                  <a:srgbClr val="1A1E3B"/>
                </a:solidFill>
                <a:cs typeface="Arial" pitchFamily="34" charset="0"/>
              </a:rPr>
              <a:t>使ってみよう１</a:t>
            </a:r>
            <a:r>
              <a:rPr lang="vi-VN" altLang="ja-JP" sz="2400" dirty="0">
                <a:solidFill>
                  <a:srgbClr val="1A1E3B"/>
                </a:solidFill>
                <a:cs typeface="Arial" pitchFamily="34" charset="0"/>
              </a:rPr>
              <a:t>(30</a:t>
            </a:r>
            <a:r>
              <a:rPr lang="vi-VN" altLang="ja-JP" sz="2800" dirty="0">
                <a:solidFill>
                  <a:srgbClr val="1A1E3B"/>
                </a:solidFill>
                <a:cs typeface="Arial" pitchFamily="34" charset="0"/>
              </a:rPr>
              <a:t>)</a:t>
            </a:r>
            <a:endParaRPr lang="ko-KR" altLang="en-US" sz="2800" dirty="0">
              <a:solidFill>
                <a:srgbClr val="1A1E3B"/>
              </a:solidFill>
              <a:cs typeface="Arial" pitchFamily="34" charset="0"/>
            </a:endParaRPr>
          </a:p>
        </p:txBody>
      </p:sp>
      <p:sp>
        <p:nvSpPr>
          <p:cNvPr id="15" name="Right Arrow 32">
            <a:extLst>
              <a:ext uri="{FF2B5EF4-FFF2-40B4-BE49-F238E27FC236}">
                <a16:creationId xmlns:a16="http://schemas.microsoft.com/office/drawing/2014/main" id="{3979261F-7786-4296-9505-3DFC22E0C3E6}"/>
              </a:ext>
            </a:extLst>
          </p:cNvPr>
          <p:cNvSpPr/>
          <p:nvPr/>
        </p:nvSpPr>
        <p:spPr>
          <a:xfrm>
            <a:off x="3479640" y="4817802"/>
            <a:ext cx="3541992" cy="941145"/>
          </a:xfrm>
          <a:prstGeom prst="rightArrow">
            <a:avLst>
              <a:gd name="adj1" fmla="val 70149"/>
              <a:gd name="adj2" fmla="val 66274"/>
            </a:avLst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r>
              <a:rPr lang="ja-JP" altLang="en-US" sz="2400" dirty="0">
                <a:solidFill>
                  <a:srgbClr val="1A1E3B"/>
                </a:solidFill>
                <a:cs typeface="Arial" pitchFamily="34" charset="0"/>
              </a:rPr>
              <a:t>　</a:t>
            </a:r>
            <a:r>
              <a:rPr lang="en-US" altLang="ko-KR" sz="2400" dirty="0">
                <a:solidFill>
                  <a:srgbClr val="A11D2B"/>
                </a:solidFill>
                <a:cs typeface="Arial" pitchFamily="34" charset="0"/>
              </a:rPr>
              <a:t>CD A05</a:t>
            </a:r>
            <a:endParaRPr lang="ko-KR" altLang="en-US" sz="2400" dirty="0">
              <a:solidFill>
                <a:srgbClr val="1A1E3B"/>
              </a:solidFill>
              <a:highlight>
                <a:srgbClr val="FFFF00"/>
              </a:highlight>
              <a:cs typeface="Arial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10460782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9CB7EEE1-C007-45D6-9CB2-FB416E743C6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97428" y="1621971"/>
            <a:ext cx="10374509" cy="3071425"/>
          </a:xfrm>
          <a:solidFill>
            <a:srgbClr val="5E9C53"/>
          </a:solidFill>
        </p:spPr>
        <p:txBody>
          <a:bodyPr>
            <a:normAutofit/>
          </a:bodyPr>
          <a:lstStyle/>
          <a:p>
            <a:pPr algn="ctr"/>
            <a:r>
              <a:rPr lang="ja-JP" altLang="en-US" sz="4400" b="1" dirty="0">
                <a:solidFill>
                  <a:srgbClr val="A11D2B"/>
                </a:solidFill>
              </a:rPr>
              <a:t>使ってみよう</a:t>
            </a:r>
            <a:r>
              <a:rPr lang="en-US" altLang="ja-JP" sz="4400" b="1" dirty="0">
                <a:solidFill>
                  <a:srgbClr val="A11D2B"/>
                </a:solidFill>
              </a:rPr>
              <a:t>1</a:t>
            </a:r>
            <a:r>
              <a:rPr lang="ja-JP" altLang="en-US" sz="4400" b="1" dirty="0">
                <a:solidFill>
                  <a:srgbClr val="A11D2B"/>
                </a:solidFill>
              </a:rPr>
              <a:t>（</a:t>
            </a:r>
            <a:r>
              <a:rPr lang="vi-VN" altLang="ja-JP" sz="4400" b="1" dirty="0">
                <a:solidFill>
                  <a:srgbClr val="A11D2B"/>
                </a:solidFill>
              </a:rPr>
              <a:t>30</a:t>
            </a:r>
            <a:r>
              <a:rPr lang="ja-JP" altLang="en-US" sz="4400" b="1" dirty="0">
                <a:solidFill>
                  <a:srgbClr val="A11D2B"/>
                </a:solidFill>
              </a:rPr>
              <a:t>ページ）</a:t>
            </a:r>
            <a:endParaRPr lang="en-US" sz="4400" b="1" dirty="0">
              <a:solidFill>
                <a:srgbClr val="A11D2B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39694923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9CB7EEE1-C007-45D6-9CB2-FB416E743C66}"/>
              </a:ext>
            </a:extLst>
          </p:cNvPr>
          <p:cNvSpPr>
            <a:spLocks noGrp="1"/>
          </p:cNvSpPr>
          <p:nvPr>
            <p:ph type="title"/>
          </p:nvPr>
        </p:nvSpPr>
        <p:spPr>
          <a:solidFill>
            <a:srgbClr val="D9910B"/>
          </a:solidFill>
        </p:spPr>
        <p:txBody>
          <a:bodyPr>
            <a:normAutofit/>
          </a:bodyPr>
          <a:lstStyle/>
          <a:p>
            <a:pPr algn="ctr"/>
            <a:r>
              <a:rPr lang="ja-JP" altLang="en-US" sz="4000" b="1" dirty="0">
                <a:solidFill>
                  <a:srgbClr val="A11D2B"/>
                </a:solidFill>
              </a:rPr>
              <a:t>～うちに</a:t>
            </a:r>
            <a:endParaRPr lang="en-US" sz="4000" b="1" dirty="0">
              <a:solidFill>
                <a:srgbClr val="A11D2B"/>
              </a:solidFill>
            </a:endParaRP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9F4B3034-E2E3-4173-8554-B1E008035346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629265" y="1828800"/>
            <a:ext cx="5366421" cy="3414532"/>
          </a:xfrm>
          <a:solidFill>
            <a:srgbClr val="5E9C53"/>
          </a:solidFill>
        </p:spPr>
        <p:txBody>
          <a:bodyPr>
            <a:normAutofit/>
          </a:bodyPr>
          <a:lstStyle/>
          <a:p>
            <a:pPr marL="0" indent="0" algn="ctr">
              <a:buNone/>
            </a:pPr>
            <a:r>
              <a:rPr lang="ja-JP" altLang="en-US" sz="3200" b="1" dirty="0">
                <a:solidFill>
                  <a:srgbClr val="A11D2B"/>
                </a:solidFill>
              </a:rPr>
              <a:t>意 味</a:t>
            </a:r>
            <a:endParaRPr lang="en-US" altLang="ja-JP" sz="3200" b="1" dirty="0">
              <a:solidFill>
                <a:srgbClr val="A11D2B"/>
              </a:solidFill>
            </a:endParaRPr>
          </a:p>
          <a:p>
            <a:pPr marL="0" indent="0">
              <a:buNone/>
            </a:pPr>
            <a:r>
              <a:rPr lang="ja-JP" altLang="en-US" sz="2400" dirty="0"/>
              <a:t>＊ </a:t>
            </a:r>
            <a:r>
              <a:rPr lang="ja-JP" altLang="en-US" sz="2800" dirty="0"/>
              <a:t>今の 状 態 が変わる前に、～する</a:t>
            </a:r>
            <a:endParaRPr lang="en-US" altLang="ja-JP" sz="2800" dirty="0"/>
          </a:p>
          <a:p>
            <a:pPr marL="0" indent="0">
              <a:buNone/>
            </a:pPr>
            <a:r>
              <a:rPr lang="vi-VN" sz="2800" dirty="0"/>
              <a:t> </a:t>
            </a:r>
            <a:r>
              <a:rPr lang="vi-VN" altLang="ja-JP" sz="2800" dirty="0"/>
              <a:t>Trong lúc (trạng thái hiện tại chưa thay đổi </a:t>
            </a:r>
            <a:r>
              <a:rPr lang="vi-VN" sz="2800" dirty="0"/>
              <a:t>~làm)</a:t>
            </a:r>
            <a:endParaRPr lang="en-US" sz="3200" dirty="0"/>
          </a:p>
        </p:txBody>
      </p:sp>
      <p:sp>
        <p:nvSpPr>
          <p:cNvPr id="6" name="Content Placeholder 4">
            <a:extLst>
              <a:ext uri="{FF2B5EF4-FFF2-40B4-BE49-F238E27FC236}">
                <a16:creationId xmlns:a16="http://schemas.microsoft.com/office/drawing/2014/main" id="{98D3A890-C849-4777-ABA2-6969C6DAD515}"/>
              </a:ext>
            </a:extLst>
          </p:cNvPr>
          <p:cNvSpPr txBox="1">
            <a:spLocks/>
          </p:cNvSpPr>
          <p:nvPr/>
        </p:nvSpPr>
        <p:spPr>
          <a:xfrm>
            <a:off x="6416608" y="1828800"/>
            <a:ext cx="5366421" cy="3414532"/>
          </a:xfrm>
          <a:prstGeom prst="rect">
            <a:avLst/>
          </a:prstGeom>
          <a:solidFill>
            <a:srgbClr val="5E9C53"/>
          </a:solidFill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ja-JP" altLang="en-US" sz="2800" b="1" dirty="0">
                <a:solidFill>
                  <a:srgbClr val="A11D2B"/>
                </a:solidFill>
              </a:rPr>
              <a:t>接続</a:t>
            </a:r>
            <a:endParaRPr lang="en-US" altLang="ja-JP" sz="2800" b="1" dirty="0">
              <a:solidFill>
                <a:srgbClr val="A11D2B"/>
              </a:solidFill>
            </a:endParaRPr>
          </a:p>
          <a:p>
            <a:pPr marL="0" indent="0" algn="ctr">
              <a:buNone/>
            </a:pPr>
            <a:endParaRPr lang="vi-VN" altLang="ja-JP" sz="3200" dirty="0"/>
          </a:p>
          <a:p>
            <a:pPr marL="0" indent="0" algn="ctr">
              <a:buNone/>
            </a:pPr>
            <a:r>
              <a:rPr lang="ja-JP" altLang="en-US" sz="2800" dirty="0"/>
              <a:t>Ｖ</a:t>
            </a:r>
            <a:r>
              <a:rPr lang="en-US" altLang="ja-JP" sz="2800" dirty="0"/>
              <a:t>‐</a:t>
            </a:r>
            <a:r>
              <a:rPr lang="ja-JP" altLang="en-US" sz="2800" dirty="0"/>
              <a:t>辞書</a:t>
            </a:r>
            <a:r>
              <a:rPr lang="en-US" altLang="ja-JP" sz="2800" dirty="0"/>
              <a:t> </a:t>
            </a:r>
            <a:r>
              <a:rPr lang="ja-JP" altLang="en-US" sz="2800" dirty="0"/>
              <a:t>形・Ｖ</a:t>
            </a:r>
            <a:r>
              <a:rPr lang="en-US" altLang="ja-JP" sz="2800" dirty="0"/>
              <a:t>‐ </a:t>
            </a:r>
            <a:r>
              <a:rPr lang="ja-JP" altLang="en-US" sz="2800" dirty="0"/>
              <a:t>ナイ形ない／イＡい／ナＡな／Ｎ ＋うちに</a:t>
            </a:r>
            <a:endParaRPr lang="en-US" altLang="ja-JP" sz="4000" b="1" dirty="0">
              <a:solidFill>
                <a:srgbClr val="A11D2B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98914138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9CB7EEE1-C007-45D6-9CB2-FB416E743C6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9261" y="132347"/>
            <a:ext cx="10943613" cy="745959"/>
          </a:xfrm>
          <a:solidFill>
            <a:srgbClr val="D9910B"/>
          </a:solidFill>
        </p:spPr>
        <p:txBody>
          <a:bodyPr>
            <a:normAutofit/>
          </a:bodyPr>
          <a:lstStyle/>
          <a:p>
            <a:pPr marL="0" indent="0" algn="ctr">
              <a:buNone/>
            </a:pPr>
            <a:r>
              <a:rPr lang="ja-JP" altLang="en-US" sz="4400" b="1" dirty="0">
                <a:solidFill>
                  <a:srgbClr val="A11D2B"/>
                </a:solidFill>
              </a:rPr>
              <a:t>～うちに</a:t>
            </a:r>
            <a:endParaRPr lang="en-US" altLang="ja-JP" sz="8000" b="1" dirty="0">
              <a:solidFill>
                <a:srgbClr val="A11D2B"/>
              </a:solidFill>
            </a:endParaRP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9F4B3034-E2E3-4173-8554-B1E008035346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860257" y="1398624"/>
            <a:ext cx="5865396" cy="4713418"/>
          </a:xfrm>
          <a:solidFill>
            <a:schemeClr val="accent6">
              <a:lumMod val="40000"/>
              <a:lumOff val="60000"/>
            </a:schemeClr>
          </a:solidFill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altLang="ja-JP" sz="2800" dirty="0">
                <a:solidFill>
                  <a:srgbClr val="FF0000"/>
                </a:solidFill>
              </a:rPr>
              <a:t>[</a:t>
            </a:r>
            <a:r>
              <a:rPr lang="ja-JP" altLang="en-US" sz="2800" dirty="0">
                <a:solidFill>
                  <a:srgbClr val="FF0000"/>
                </a:solidFill>
              </a:rPr>
              <a:t>テストについて大切なことを先生から聞きました。早くメモしないと、忘 れてしまう</a:t>
            </a:r>
            <a:r>
              <a:rPr lang="en-US" altLang="ja-JP" sz="2800" dirty="0">
                <a:solidFill>
                  <a:srgbClr val="FF0000"/>
                </a:solidFill>
              </a:rPr>
              <a:t>…] </a:t>
            </a:r>
          </a:p>
          <a:p>
            <a:pPr marL="0" indent="0">
              <a:buNone/>
            </a:pPr>
            <a:endParaRPr lang="en-US" altLang="ja-JP" sz="2800" dirty="0">
              <a:solidFill>
                <a:srgbClr val="FF0000"/>
              </a:solidFill>
            </a:endParaRPr>
          </a:p>
          <a:p>
            <a:pPr marL="0" indent="0">
              <a:buNone/>
            </a:pPr>
            <a:endParaRPr lang="en-US" altLang="ja-JP" sz="2800" dirty="0"/>
          </a:p>
          <a:p>
            <a:pPr marL="0" indent="0">
              <a:buNone/>
            </a:pPr>
            <a:r>
              <a:rPr lang="ja-JP" altLang="en-US" sz="2800" dirty="0"/>
              <a:t>＿＿＿＿＿＿＿＿＿＿＿うちに、メモします。 </a:t>
            </a:r>
            <a:endParaRPr lang="en-US" altLang="ja-JP" sz="2800" dirty="0"/>
          </a:p>
          <a:p>
            <a:pPr marL="0" indent="0">
              <a:buNone/>
            </a:pPr>
            <a:endParaRPr lang="en-US" altLang="ja-JP" sz="2800" dirty="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548D49E3-E7D0-4A51-9C2C-419F3ED5BC01}"/>
              </a:ext>
            </a:extLst>
          </p:cNvPr>
          <p:cNvSpPr txBox="1"/>
          <p:nvPr/>
        </p:nvSpPr>
        <p:spPr>
          <a:xfrm>
            <a:off x="1149014" y="3524500"/>
            <a:ext cx="3771902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ja-JP" altLang="en-US" sz="2800" dirty="0">
                <a:highlight>
                  <a:srgbClr val="FFFF00"/>
                </a:highlight>
              </a:rPr>
              <a:t>大切なことを忘れない</a:t>
            </a:r>
            <a:endParaRPr lang="en-US" sz="2800" dirty="0">
              <a:highlight>
                <a:srgbClr val="FFFF00"/>
              </a:highlight>
            </a:endParaRPr>
          </a:p>
        </p:txBody>
      </p:sp>
      <p:pic>
        <p:nvPicPr>
          <p:cNvPr id="1026" name="Picture 2" descr="小学校の授業のイラスト">
            <a:extLst>
              <a:ext uri="{FF2B5EF4-FFF2-40B4-BE49-F238E27FC236}">
                <a16:creationId xmlns:a16="http://schemas.microsoft.com/office/drawing/2014/main" id="{92929A3D-FAED-4EE8-9D0C-90E49F9C11F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260054" y="1398624"/>
            <a:ext cx="4400597" cy="440059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76992049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000"/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9" dur="500"/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9CB7EEE1-C007-45D6-9CB2-FB416E743C6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9261" y="132347"/>
            <a:ext cx="10943613" cy="745959"/>
          </a:xfrm>
          <a:solidFill>
            <a:srgbClr val="D9910B"/>
          </a:solidFill>
        </p:spPr>
        <p:txBody>
          <a:bodyPr>
            <a:normAutofit/>
          </a:bodyPr>
          <a:lstStyle/>
          <a:p>
            <a:pPr marL="0" indent="0" algn="ctr">
              <a:buNone/>
            </a:pPr>
            <a:r>
              <a:rPr lang="ja-JP" altLang="en-US" sz="4400" b="1" dirty="0">
                <a:solidFill>
                  <a:srgbClr val="A11D2B"/>
                </a:solidFill>
              </a:rPr>
              <a:t>～うちに</a:t>
            </a:r>
            <a:endParaRPr lang="en-US" altLang="ja-JP" sz="8000" b="1" dirty="0">
              <a:solidFill>
                <a:srgbClr val="A11D2B"/>
              </a:solidFill>
            </a:endParaRP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9F4B3034-E2E3-4173-8554-B1E008035346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529389" y="1167064"/>
            <a:ext cx="7567864" cy="5462336"/>
          </a:xfrm>
          <a:solidFill>
            <a:schemeClr val="accent6">
              <a:lumMod val="40000"/>
              <a:lumOff val="60000"/>
            </a:schemeClr>
          </a:solidFill>
        </p:spPr>
        <p:txBody>
          <a:bodyPr>
            <a:normAutofit/>
          </a:bodyPr>
          <a:lstStyle/>
          <a:p>
            <a:pPr marL="0" indent="0">
              <a:buNone/>
            </a:pPr>
            <a:endParaRPr lang="en-US" altLang="ja-JP" sz="2800" dirty="0"/>
          </a:p>
          <a:p>
            <a:pPr marL="0" indent="0">
              <a:buNone/>
            </a:pPr>
            <a:r>
              <a:rPr lang="en-US" altLang="ja-JP" sz="2800" dirty="0">
                <a:solidFill>
                  <a:srgbClr val="FF0000"/>
                </a:solidFill>
              </a:rPr>
              <a:t>[</a:t>
            </a:r>
            <a:r>
              <a:rPr lang="ja-JP" altLang="en-US" sz="2800" dirty="0">
                <a:solidFill>
                  <a:srgbClr val="FF0000"/>
                </a:solidFill>
              </a:rPr>
              <a:t>あっ、雨が降 りそうだ。雨が降ると、自転車で帰るのは大変</a:t>
            </a:r>
            <a:r>
              <a:rPr lang="en-US" altLang="ja-JP" sz="2800" dirty="0">
                <a:solidFill>
                  <a:srgbClr val="FF0000"/>
                </a:solidFill>
              </a:rPr>
              <a:t>…] </a:t>
            </a:r>
            <a:r>
              <a:rPr lang="vi-VN" altLang="ja-JP" sz="2800" dirty="0">
                <a:solidFill>
                  <a:srgbClr val="FF0000"/>
                </a:solidFill>
              </a:rPr>
              <a:t> </a:t>
            </a:r>
            <a:r>
              <a:rPr lang="vi-VN" altLang="ja-JP" sz="2800" dirty="0"/>
              <a:t>	 </a:t>
            </a:r>
          </a:p>
          <a:p>
            <a:pPr marL="0" indent="0">
              <a:buNone/>
            </a:pPr>
            <a:r>
              <a:rPr lang="en-US" altLang="ja-JP" sz="2800" dirty="0"/>
              <a:t>	</a:t>
            </a:r>
          </a:p>
          <a:p>
            <a:pPr marL="0" indent="0">
              <a:buNone/>
            </a:pPr>
            <a:r>
              <a:rPr lang="ja-JP" altLang="en-US" sz="2800" dirty="0"/>
              <a:t>Ａ：Ｂさん、雨が降りそうだよ。</a:t>
            </a:r>
            <a:r>
              <a:rPr lang="en-US" altLang="ja-JP" sz="2800" dirty="0"/>
              <a:t>__________</a:t>
            </a:r>
            <a:r>
              <a:rPr lang="ja-JP" altLang="en-US" sz="2800" dirty="0"/>
              <a:t>うちに、急 いで帰ろう。 </a:t>
            </a:r>
            <a:r>
              <a:rPr lang="vi-VN" altLang="ja-JP" sz="2800" dirty="0"/>
              <a:t>       </a:t>
            </a:r>
          </a:p>
          <a:p>
            <a:pPr marL="0" indent="0">
              <a:buNone/>
            </a:pPr>
            <a:endParaRPr lang="en-US" altLang="ja-JP" sz="2800" dirty="0"/>
          </a:p>
          <a:p>
            <a:pPr marL="0" indent="0">
              <a:buNone/>
            </a:pPr>
            <a:r>
              <a:rPr lang="ja-JP" altLang="en-US" sz="2800" dirty="0"/>
              <a:t>Ｂ：そうだね。</a:t>
            </a:r>
            <a:endParaRPr lang="vi-VN" altLang="ja-JP" sz="2800" dirty="0"/>
          </a:p>
          <a:p>
            <a:pPr marL="0" indent="0">
              <a:buNone/>
            </a:pPr>
            <a:endParaRPr lang="vi-VN" altLang="ja-JP" sz="2800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DA8DFE66-8389-47FD-9323-A7201E539C60}"/>
              </a:ext>
            </a:extLst>
          </p:cNvPr>
          <p:cNvSpPr txBox="1"/>
          <p:nvPr/>
        </p:nvSpPr>
        <p:spPr>
          <a:xfrm rot="10800000" flipV="1">
            <a:off x="5557551" y="2967335"/>
            <a:ext cx="284098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ja-JP" altLang="en-US" sz="2400" dirty="0">
                <a:highlight>
                  <a:srgbClr val="FFFF00"/>
                </a:highlight>
              </a:rPr>
              <a:t>まだ降らない</a:t>
            </a:r>
            <a:endParaRPr lang="en-US" sz="2800" dirty="0">
              <a:highlight>
                <a:srgbClr val="FFFF00"/>
              </a:highlight>
            </a:endParaRPr>
          </a:p>
        </p:txBody>
      </p:sp>
      <p:pic>
        <p:nvPicPr>
          <p:cNvPr id="2050" name="Picture 2" descr="雨が降る街のイラスト | 無料イラスト素材のillalet">
            <a:extLst>
              <a:ext uri="{FF2B5EF4-FFF2-40B4-BE49-F238E27FC236}">
                <a16:creationId xmlns:a16="http://schemas.microsoft.com/office/drawing/2014/main" id="{BCECBD6B-C3B4-4B88-B88B-989175C48C2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209548" y="1792705"/>
            <a:ext cx="3453063" cy="345306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76364284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000"/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1000"/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8" dur="1000" fill="hold"/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" dur="1000" fill="hold"/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0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1000"/>
                                        <p:tgtEl>
                                          <p:spTgt spid="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" dur="1000" fill="hold"/>
                                        <p:tgtEl>
                                          <p:spTgt spid="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9" dur="500"/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9CB7EEE1-C007-45D6-9CB2-FB416E743C6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9261" y="132347"/>
            <a:ext cx="10943613" cy="745959"/>
          </a:xfrm>
          <a:solidFill>
            <a:srgbClr val="D9910B"/>
          </a:solidFill>
        </p:spPr>
        <p:txBody>
          <a:bodyPr>
            <a:normAutofit/>
          </a:bodyPr>
          <a:lstStyle/>
          <a:p>
            <a:pPr marL="0" indent="0" algn="ctr">
              <a:buNone/>
            </a:pPr>
            <a:r>
              <a:rPr lang="ja-JP" altLang="en-US" sz="4400" b="1" dirty="0">
                <a:solidFill>
                  <a:srgbClr val="A11D2B"/>
                </a:solidFill>
              </a:rPr>
              <a:t>～うちに</a:t>
            </a:r>
            <a:endParaRPr lang="en-US" altLang="ja-JP" sz="8000" b="1" dirty="0">
              <a:solidFill>
                <a:srgbClr val="A11D2B"/>
              </a:solidFill>
            </a:endParaRP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9F4B3034-E2E3-4173-8554-B1E008035346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529389" y="1167064"/>
            <a:ext cx="5566611" cy="5462336"/>
          </a:xfrm>
          <a:solidFill>
            <a:schemeClr val="accent6">
              <a:lumMod val="40000"/>
              <a:lumOff val="60000"/>
            </a:schemeClr>
          </a:solidFill>
        </p:spPr>
        <p:txBody>
          <a:bodyPr>
            <a:normAutofit/>
          </a:bodyPr>
          <a:lstStyle/>
          <a:p>
            <a:pPr marL="0" indent="0">
              <a:buNone/>
            </a:pPr>
            <a:endParaRPr lang="en-US" altLang="ja-JP" sz="2800" dirty="0"/>
          </a:p>
          <a:p>
            <a:pPr marL="0" indent="0">
              <a:buNone/>
            </a:pPr>
            <a:r>
              <a:rPr lang="en-US" altLang="ja-JP" sz="2800" b="1" dirty="0">
                <a:solidFill>
                  <a:srgbClr val="FF0000"/>
                </a:solidFill>
              </a:rPr>
              <a:t>[</a:t>
            </a:r>
            <a:r>
              <a:rPr lang="ja-JP" altLang="en-US" sz="2800" b="1" dirty="0">
                <a:solidFill>
                  <a:srgbClr val="FF0000"/>
                </a:solidFill>
              </a:rPr>
              <a:t>国に帰ったら、～できなくなる。だから</a:t>
            </a:r>
            <a:r>
              <a:rPr lang="en-US" altLang="ja-JP" sz="2800" b="1" dirty="0">
                <a:solidFill>
                  <a:srgbClr val="FF0000"/>
                </a:solidFill>
              </a:rPr>
              <a:t>…] </a:t>
            </a:r>
          </a:p>
          <a:p>
            <a:pPr marL="0" indent="0">
              <a:buNone/>
            </a:pPr>
            <a:endParaRPr lang="en-US" altLang="ja-JP" sz="2800" dirty="0"/>
          </a:p>
          <a:p>
            <a:pPr marL="0" indent="0">
              <a:buNone/>
            </a:pPr>
            <a:r>
              <a:rPr lang="ja-JP" altLang="en-US" sz="2800" dirty="0"/>
              <a:t>日本にいるうちに、＿＿＿＿＿＿＿＿＿＿＿＿。</a:t>
            </a:r>
            <a:endParaRPr lang="en-US" altLang="ja-JP" sz="2800" dirty="0"/>
          </a:p>
        </p:txBody>
      </p:sp>
      <p:pic>
        <p:nvPicPr>
          <p:cNvPr id="3074" name="Picture 2" descr="外国から見た日本のイメージのイラスト素材 [45254316] - PIXTA">
            <a:extLst>
              <a:ext uri="{FF2B5EF4-FFF2-40B4-BE49-F238E27FC236}">
                <a16:creationId xmlns:a16="http://schemas.microsoft.com/office/drawing/2014/main" id="{0B15FB7E-2EB2-4EDA-895A-6D3152AA5F6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431055" y="1440907"/>
            <a:ext cx="5141819" cy="498395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29274081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000"/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9CB7EEE1-C007-45D6-9CB2-FB416E743C6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9261" y="132347"/>
            <a:ext cx="10943613" cy="745959"/>
          </a:xfrm>
          <a:solidFill>
            <a:srgbClr val="D9910B"/>
          </a:solidFill>
        </p:spPr>
        <p:txBody>
          <a:bodyPr>
            <a:normAutofit/>
          </a:bodyPr>
          <a:lstStyle/>
          <a:p>
            <a:pPr marL="0" indent="0" algn="ctr">
              <a:buNone/>
            </a:pPr>
            <a:r>
              <a:rPr lang="ja-JP" altLang="en-US" sz="4400" b="1">
                <a:solidFill>
                  <a:srgbClr val="A11D2B"/>
                </a:solidFill>
              </a:rPr>
              <a:t>～うちに</a:t>
            </a:r>
            <a:endParaRPr lang="en-US" altLang="ja-JP" sz="8000" b="1" dirty="0">
              <a:solidFill>
                <a:srgbClr val="A11D2B"/>
              </a:solidFill>
            </a:endParaRP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9F4B3034-E2E3-4173-8554-B1E008035346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529389" y="1167063"/>
            <a:ext cx="5654843" cy="3501189"/>
          </a:xfrm>
          <a:solidFill>
            <a:schemeClr val="accent6">
              <a:lumMod val="40000"/>
              <a:lumOff val="60000"/>
            </a:schemeClr>
          </a:solidFill>
        </p:spPr>
        <p:txBody>
          <a:bodyPr>
            <a:normAutofit/>
          </a:bodyPr>
          <a:lstStyle/>
          <a:p>
            <a:pPr marL="0" indent="0">
              <a:buNone/>
            </a:pPr>
            <a:endParaRPr lang="en-US" altLang="ja-JP" sz="2800"/>
          </a:p>
          <a:p>
            <a:pPr marL="0" indent="0">
              <a:buNone/>
            </a:pPr>
            <a:endParaRPr lang="en-US" altLang="ja-JP" sz="2800"/>
          </a:p>
          <a:p>
            <a:pPr marL="0" indent="0">
              <a:buNone/>
            </a:pPr>
            <a:r>
              <a:rPr lang="ja-JP" altLang="en-US" sz="2800"/>
              <a:t>学生のうちに 、＿＿＿＿＿＿＿＿＿＿＿＿。</a:t>
            </a:r>
            <a:endParaRPr lang="en-US" altLang="ja-JP" sz="2800" dirty="0"/>
          </a:p>
        </p:txBody>
      </p:sp>
      <p:pic>
        <p:nvPicPr>
          <p:cNvPr id="4098" name="Picture 2" descr="教案&amp;イラスト】みんなの日本語初級 第10課 │ Langoal">
            <a:extLst>
              <a:ext uri="{FF2B5EF4-FFF2-40B4-BE49-F238E27FC236}">
                <a16:creationId xmlns:a16="http://schemas.microsoft.com/office/drawing/2014/main" id="{DD40C30B-67EF-4297-94F6-D19DA554AAD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flipH="1">
            <a:off x="6364704" y="2679677"/>
            <a:ext cx="5208169" cy="390496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0478594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2E7FF3D-1C5F-4028-AF2A-1DAE728C2E9F}"/>
              </a:ext>
            </a:extLst>
          </p:cNvPr>
          <p:cNvSpPr>
            <a:spLocks noGrp="1"/>
          </p:cNvSpPr>
          <p:nvPr>
            <p:ph type="title"/>
          </p:nvPr>
        </p:nvSpPr>
        <p:spPr>
          <a:solidFill>
            <a:schemeClr val="accent2"/>
          </a:solidFill>
        </p:spPr>
        <p:txBody>
          <a:bodyPr/>
          <a:lstStyle/>
          <a:p>
            <a:r>
              <a:rPr lang="ja-JP" altLang="en-US" dirty="0">
                <a:highlight>
                  <a:srgbClr val="FFFF00"/>
                </a:highlight>
              </a:rPr>
              <a:t>例文（</a:t>
            </a:r>
            <a:r>
              <a:rPr lang="en-US" altLang="ja-JP" dirty="0">
                <a:highlight>
                  <a:srgbClr val="FFFF00"/>
                </a:highlight>
              </a:rPr>
              <a:t>P30</a:t>
            </a:r>
            <a:r>
              <a:rPr lang="ja-JP" altLang="en-US" dirty="0">
                <a:highlight>
                  <a:srgbClr val="FFFF00"/>
                </a:highlight>
              </a:rPr>
              <a:t>）</a:t>
            </a:r>
            <a:endParaRPr lang="en-US" dirty="0">
              <a:highlight>
                <a:srgbClr val="FFFF00"/>
              </a:highlight>
            </a:endParaRPr>
          </a:p>
        </p:txBody>
      </p:sp>
      <p:pic>
        <p:nvPicPr>
          <p:cNvPr id="7" name="Content Placeholder 6" descr="Text, letter&#10;&#10;Description automatically generated">
            <a:extLst>
              <a:ext uri="{FF2B5EF4-FFF2-40B4-BE49-F238E27FC236}">
                <a16:creationId xmlns:a16="http://schemas.microsoft.com/office/drawing/2014/main" id="{59D41243-606A-44D7-969D-DA201492296A}"/>
              </a:ext>
            </a:extLst>
          </p:cNvPr>
          <p:cNvPicPr>
            <a:picLocks noGrp="1" noChangeAspect="1"/>
          </p:cNvPicPr>
          <p:nvPr>
            <p:ph sz="quarter" idx="13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9265" y="2069431"/>
            <a:ext cx="10912749" cy="3645569"/>
          </a:xfrm>
        </p:spPr>
      </p:pic>
    </p:spTree>
    <p:extLst>
      <p:ext uri="{BB962C8B-B14F-4D97-AF65-F5344CB8AC3E}">
        <p14:creationId xmlns:p14="http://schemas.microsoft.com/office/powerpoint/2010/main" val="376655344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9CB7EEE1-C007-45D6-9CB2-FB416E743C66}"/>
              </a:ext>
            </a:extLst>
          </p:cNvPr>
          <p:cNvSpPr>
            <a:spLocks noGrp="1"/>
          </p:cNvSpPr>
          <p:nvPr>
            <p:ph type="title"/>
          </p:nvPr>
        </p:nvSpPr>
        <p:spPr>
          <a:solidFill>
            <a:srgbClr val="D9910B"/>
          </a:solidFill>
        </p:spPr>
        <p:txBody>
          <a:bodyPr>
            <a:normAutofit/>
          </a:bodyPr>
          <a:lstStyle/>
          <a:p>
            <a:pPr algn="ctr"/>
            <a:r>
              <a:rPr lang="ja-JP" altLang="en-US" sz="4400" b="1" dirty="0">
                <a:solidFill>
                  <a:srgbClr val="A11D2B"/>
                </a:solidFill>
              </a:rPr>
              <a:t>～わりに</a:t>
            </a:r>
            <a:endParaRPr lang="en-US" sz="4400" b="1" dirty="0">
              <a:solidFill>
                <a:srgbClr val="A11D2B"/>
              </a:solidFill>
            </a:endParaRP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9F4B3034-E2E3-4173-8554-B1E008035346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1158655" y="1900989"/>
            <a:ext cx="9236630" cy="3404937"/>
          </a:xfrm>
          <a:solidFill>
            <a:srgbClr val="5E9C53"/>
          </a:solidFill>
        </p:spPr>
        <p:txBody>
          <a:bodyPr>
            <a:normAutofit/>
          </a:bodyPr>
          <a:lstStyle/>
          <a:p>
            <a:pPr marL="0" indent="0" algn="ctr">
              <a:buNone/>
            </a:pPr>
            <a:r>
              <a:rPr lang="ja-JP" altLang="en-US" sz="3200" b="1" dirty="0">
                <a:solidFill>
                  <a:srgbClr val="A11D2B"/>
                </a:solidFill>
              </a:rPr>
              <a:t>意 味</a:t>
            </a:r>
            <a:endParaRPr lang="en-US" altLang="ja-JP" sz="3200" b="1" dirty="0">
              <a:solidFill>
                <a:srgbClr val="A11D2B"/>
              </a:solidFill>
            </a:endParaRPr>
          </a:p>
          <a:p>
            <a:pPr marL="0" indent="0" algn="ctr">
              <a:buNone/>
            </a:pPr>
            <a:r>
              <a:rPr lang="ja-JP" altLang="en-US" sz="2400" dirty="0"/>
              <a:t>＊ ～から予 想 ・期 待 することと違 ちが って、</a:t>
            </a:r>
            <a:r>
              <a:rPr lang="en-US" altLang="ja-JP" sz="2400" dirty="0"/>
              <a:t>…</a:t>
            </a:r>
          </a:p>
          <a:p>
            <a:pPr marL="0" indent="0" algn="ctr">
              <a:buNone/>
            </a:pPr>
            <a:endParaRPr lang="en-US" altLang="ja-JP" sz="2400" dirty="0"/>
          </a:p>
          <a:p>
            <a:pPr marL="0" indent="0" algn="ctr">
              <a:buNone/>
            </a:pPr>
            <a:r>
              <a:rPr lang="vi-VN" altLang="ja-JP" sz="2800" dirty="0"/>
              <a:t>Dù, dù vậy</a:t>
            </a:r>
            <a:endParaRPr lang="en-US" altLang="ja-JP" sz="2800" dirty="0"/>
          </a:p>
          <a:p>
            <a:pPr marL="0" indent="0" algn="ctr">
              <a:buNone/>
            </a:pPr>
            <a:r>
              <a:rPr lang="vi-VN" sz="2800" dirty="0"/>
              <a:t> </a:t>
            </a:r>
            <a:endParaRPr lang="en-US" sz="3200" dirty="0"/>
          </a:p>
        </p:txBody>
      </p:sp>
    </p:spTree>
    <p:extLst>
      <p:ext uri="{BB962C8B-B14F-4D97-AF65-F5344CB8AC3E}">
        <p14:creationId xmlns:p14="http://schemas.microsoft.com/office/powerpoint/2010/main" val="13197623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Content Placeholder 4">
            <a:extLst>
              <a:ext uri="{FF2B5EF4-FFF2-40B4-BE49-F238E27FC236}">
                <a16:creationId xmlns:a16="http://schemas.microsoft.com/office/drawing/2014/main" id="{3B0AE035-1FB8-495B-86C3-87E5B20C9CCF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548090" y="513853"/>
            <a:ext cx="6167186" cy="5630915"/>
          </a:xfrm>
          <a:solidFill>
            <a:schemeClr val="accent6">
              <a:lumMod val="40000"/>
              <a:lumOff val="60000"/>
            </a:schemeClr>
          </a:solidFill>
        </p:spPr>
        <p:txBody>
          <a:bodyPr vert="horz" lIns="91440" tIns="45720" rIns="91440" bIns="45720" rtlCol="0" anchor="ctr">
            <a:normAutofit/>
          </a:bodyPr>
          <a:lstStyle/>
          <a:p>
            <a:pPr marL="0" indent="0">
              <a:buNone/>
            </a:pPr>
            <a:r>
              <a:rPr lang="ja-JP" altLang="en-US" sz="2800" b="1" dirty="0">
                <a:solidFill>
                  <a:srgbClr val="FF0000"/>
                </a:solidFill>
              </a:rPr>
              <a:t>（有名なレストランで）</a:t>
            </a:r>
            <a:endParaRPr lang="en-US" altLang="ja-JP" sz="2800" b="1" dirty="0">
              <a:solidFill>
                <a:srgbClr val="FF0000"/>
              </a:solidFill>
            </a:endParaRPr>
          </a:p>
          <a:p>
            <a:pPr marL="0" indent="0">
              <a:buNone/>
            </a:pPr>
            <a:endParaRPr lang="en-US" altLang="ja-JP" sz="2800" dirty="0"/>
          </a:p>
          <a:p>
            <a:pPr marL="0" indent="0">
              <a:buNone/>
            </a:pPr>
            <a:r>
              <a:rPr lang="ja-JP" altLang="en-US" sz="2800" dirty="0"/>
              <a:t>Ａ： このレストランは有名なわりに、</a:t>
            </a:r>
            <a:endParaRPr lang="en-US" altLang="ja-JP" sz="2800" dirty="0"/>
          </a:p>
          <a:p>
            <a:pPr marL="0" indent="0">
              <a:buNone/>
            </a:pPr>
            <a:endParaRPr lang="en-US" altLang="ja-JP" sz="2800" dirty="0"/>
          </a:p>
          <a:p>
            <a:pPr marL="0" indent="0">
              <a:buNone/>
            </a:pPr>
            <a:r>
              <a:rPr lang="ja-JP" altLang="en-US" sz="2800" dirty="0"/>
              <a:t>＿＿＿＿＿＿。</a:t>
            </a:r>
            <a:endParaRPr lang="en-US" altLang="ja-JP" sz="2800" dirty="0"/>
          </a:p>
          <a:p>
            <a:pPr marL="0" indent="0">
              <a:buNone/>
            </a:pPr>
            <a:endParaRPr lang="en-US" altLang="ja-JP" sz="2800" dirty="0"/>
          </a:p>
          <a:p>
            <a:pPr marL="0" indent="0">
              <a:buNone/>
            </a:pPr>
            <a:r>
              <a:rPr lang="ja-JP" altLang="en-US" sz="2800" dirty="0"/>
              <a:t>Ｂ：そうだね。また来たいね。</a:t>
            </a:r>
            <a:endParaRPr lang="en-US" altLang="ja-JP" sz="2800" dirty="0"/>
          </a:p>
          <a:p>
            <a:pPr marL="0" indent="0">
              <a:buNone/>
            </a:pPr>
            <a:endParaRPr lang="en-US" altLang="ja-JP" sz="2800" dirty="0"/>
          </a:p>
          <a:p>
            <a:pPr marL="0" indent="0">
              <a:buNone/>
            </a:pPr>
            <a:endParaRPr lang="en-US" altLang="ja-JP" sz="2800" dirty="0"/>
          </a:p>
          <a:p>
            <a:pPr marL="0"/>
            <a:endParaRPr lang="en-US" dirty="0"/>
          </a:p>
          <a:p>
            <a:pPr marL="0"/>
            <a:endParaRPr lang="en-US" altLang="ja-JP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C0F11EF0-0231-488D-B4A3-81997F755043}"/>
              </a:ext>
            </a:extLst>
          </p:cNvPr>
          <p:cNvSpPr txBox="1"/>
          <p:nvPr/>
        </p:nvSpPr>
        <p:spPr>
          <a:xfrm>
            <a:off x="657262" y="2461841"/>
            <a:ext cx="257923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ja-JP" altLang="en-US" sz="2400" dirty="0">
                <a:highlight>
                  <a:srgbClr val="FFFF00"/>
                </a:highlight>
              </a:rPr>
              <a:t>値段が安いね</a:t>
            </a:r>
            <a:endParaRPr lang="en-US" sz="2400" dirty="0">
              <a:highlight>
                <a:srgbClr val="FFFF00"/>
              </a:highlight>
            </a:endParaRPr>
          </a:p>
        </p:txBody>
      </p:sp>
      <p:grpSp>
        <p:nvGrpSpPr>
          <p:cNvPr id="2" name="Group 1">
            <a:extLst>
              <a:ext uri="{FF2B5EF4-FFF2-40B4-BE49-F238E27FC236}">
                <a16:creationId xmlns:a16="http://schemas.microsoft.com/office/drawing/2014/main" id="{444B1905-6499-4B5E-931E-61B1E32BCED3}"/>
              </a:ext>
            </a:extLst>
          </p:cNvPr>
          <p:cNvGrpSpPr/>
          <p:nvPr/>
        </p:nvGrpSpPr>
        <p:grpSpPr>
          <a:xfrm>
            <a:off x="6982733" y="298860"/>
            <a:ext cx="4552005" cy="5845908"/>
            <a:chOff x="6715276" y="513853"/>
            <a:chExt cx="4552005" cy="5845908"/>
          </a:xfrm>
        </p:grpSpPr>
        <p:pic>
          <p:nvPicPr>
            <p:cNvPr id="5122" name="Picture 2" descr="イラスト】８課の新出語 | にほんご教師ピック">
              <a:extLst>
                <a:ext uri="{FF2B5EF4-FFF2-40B4-BE49-F238E27FC236}">
                  <a16:creationId xmlns:a16="http://schemas.microsoft.com/office/drawing/2014/main" id="{F18F136E-3797-4B34-9B2D-2B3AE17A21F3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6715276" y="513853"/>
              <a:ext cx="4552005" cy="3222206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5124" name="Picture 4" descr="ファミレスやレストランで食事をする男性と女性 無料イラスト | 素材Good">
              <a:extLst>
                <a:ext uri="{FF2B5EF4-FFF2-40B4-BE49-F238E27FC236}">
                  <a16:creationId xmlns:a16="http://schemas.microsoft.com/office/drawing/2014/main" id="{30CD0483-251A-4765-9B5B-2AEF495FB6E0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7456321" y="3736059"/>
              <a:ext cx="3396163" cy="2623702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</p:spTree>
    <p:extLst>
      <p:ext uri="{BB962C8B-B14F-4D97-AF65-F5344CB8AC3E}">
        <p14:creationId xmlns:p14="http://schemas.microsoft.com/office/powerpoint/2010/main" val="240990179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1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1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1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10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10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10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1000"/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4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1000"/>
                                        <p:tgtEl>
                                          <p:spTgt spid="10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7" dur="1000" fill="hold"/>
                                        <p:tgtEl>
                                          <p:spTgt spid="10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" dur="1000" fill="hold"/>
                                        <p:tgtEl>
                                          <p:spTgt spid="10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3" dur="500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Content Placeholder 4">
            <a:extLst>
              <a:ext uri="{FF2B5EF4-FFF2-40B4-BE49-F238E27FC236}">
                <a16:creationId xmlns:a16="http://schemas.microsoft.com/office/drawing/2014/main" id="{3B0AE035-1FB8-495B-86C3-87E5B20C9CCF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584185" y="513853"/>
            <a:ext cx="4892541" cy="5630915"/>
          </a:xfrm>
          <a:solidFill>
            <a:schemeClr val="accent6">
              <a:lumMod val="40000"/>
              <a:lumOff val="60000"/>
            </a:schemeClr>
          </a:solidFill>
        </p:spPr>
        <p:txBody>
          <a:bodyPr vert="horz" lIns="91440" tIns="45720" rIns="91440" bIns="45720" rtlCol="0" anchor="ctr">
            <a:normAutofit/>
          </a:bodyPr>
          <a:lstStyle/>
          <a:p>
            <a:pPr marL="0" indent="0">
              <a:buNone/>
            </a:pPr>
            <a:r>
              <a:rPr lang="ja-JP" altLang="en-US" sz="2400" b="1" dirty="0">
                <a:solidFill>
                  <a:srgbClr val="C00000"/>
                </a:solidFill>
              </a:rPr>
              <a:t>（</a:t>
            </a:r>
            <a:r>
              <a:rPr lang="ja-JP" altLang="en-US" sz="2800" b="1" dirty="0">
                <a:solidFill>
                  <a:srgbClr val="C00000"/>
                </a:solidFill>
              </a:rPr>
              <a:t>Ｃさんがおいしそうにたくさんご飯を食べています） </a:t>
            </a:r>
            <a:r>
              <a:rPr lang="en-US" altLang="ja-JP" sz="2800" b="1" dirty="0">
                <a:solidFill>
                  <a:srgbClr val="C00000"/>
                </a:solidFill>
              </a:rPr>
              <a:t> </a:t>
            </a:r>
          </a:p>
          <a:p>
            <a:pPr marL="0" indent="0">
              <a:buNone/>
            </a:pPr>
            <a:endParaRPr lang="en-US" altLang="ja-JP" sz="2800" dirty="0"/>
          </a:p>
          <a:p>
            <a:pPr marL="0" indent="0">
              <a:buNone/>
            </a:pPr>
            <a:r>
              <a:rPr lang="ja-JP" altLang="en-US" sz="2800" dirty="0"/>
              <a:t>Ａ：Ｃさん、よく食べるね。 </a:t>
            </a:r>
            <a:endParaRPr lang="en-US" altLang="ja-JP" sz="2800" dirty="0"/>
          </a:p>
          <a:p>
            <a:pPr marL="0" indent="0">
              <a:buNone/>
            </a:pPr>
            <a:endParaRPr lang="en-US" altLang="ja-JP" sz="2800" dirty="0"/>
          </a:p>
          <a:p>
            <a:pPr marL="0" indent="0">
              <a:buNone/>
            </a:pPr>
            <a:r>
              <a:rPr lang="ja-JP" altLang="en-US" sz="2800" dirty="0"/>
              <a:t>Ｂ：そうだね。でも、食べる</a:t>
            </a:r>
            <a:endParaRPr lang="en-US" altLang="ja-JP" sz="2800" dirty="0"/>
          </a:p>
          <a:p>
            <a:pPr marL="0" indent="0">
              <a:buNone/>
            </a:pPr>
            <a:endParaRPr lang="en-US" altLang="ja-JP" sz="2800" dirty="0"/>
          </a:p>
          <a:p>
            <a:pPr marL="0" indent="0">
              <a:buNone/>
            </a:pPr>
            <a:r>
              <a:rPr lang="ja-JP" altLang="en-US" sz="2800" dirty="0"/>
              <a:t>わりに＿＿＿＿＿＿んだよね。</a:t>
            </a:r>
            <a:endParaRPr lang="en-US" altLang="ja-JP" sz="2800" dirty="0"/>
          </a:p>
          <a:p>
            <a:pPr marL="0" indent="0">
              <a:buNone/>
            </a:pPr>
            <a:endParaRPr lang="en-US" altLang="ja-JP" sz="2800" dirty="0"/>
          </a:p>
          <a:p>
            <a:pPr marL="0"/>
            <a:endParaRPr lang="en-US" dirty="0"/>
          </a:p>
          <a:p>
            <a:pPr marL="0"/>
            <a:endParaRPr lang="en-US" altLang="ja-JP" dirty="0"/>
          </a:p>
        </p:txBody>
      </p:sp>
      <p:pic>
        <p:nvPicPr>
          <p:cNvPr id="3074" name="Picture 2" descr="おかずをご飯に乗せる人のイラスト">
            <a:extLst>
              <a:ext uri="{FF2B5EF4-FFF2-40B4-BE49-F238E27FC236}">
                <a16:creationId xmlns:a16="http://schemas.microsoft.com/office/drawing/2014/main" id="{09F9897E-CE1A-4F99-A66F-B0B126DCA6C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230980" y="1259624"/>
            <a:ext cx="3986144" cy="398614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C0F11EF0-0231-488D-B4A3-81997F755043}"/>
              </a:ext>
            </a:extLst>
          </p:cNvPr>
          <p:cNvSpPr txBox="1"/>
          <p:nvPr/>
        </p:nvSpPr>
        <p:spPr>
          <a:xfrm>
            <a:off x="2004800" y="3989578"/>
            <a:ext cx="1737021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ja-JP" altLang="en-US" sz="2400" dirty="0">
                <a:highlight>
                  <a:srgbClr val="FFFF00"/>
                </a:highlight>
              </a:rPr>
              <a:t>太らない</a:t>
            </a:r>
            <a:endParaRPr lang="en-US" sz="2400" dirty="0">
              <a:highlight>
                <a:srgbClr val="FFFF00"/>
              </a:highlight>
            </a:endParaRPr>
          </a:p>
        </p:txBody>
      </p:sp>
    </p:spTree>
    <p:extLst>
      <p:ext uri="{BB962C8B-B14F-4D97-AF65-F5344CB8AC3E}">
        <p14:creationId xmlns:p14="http://schemas.microsoft.com/office/powerpoint/2010/main" val="94874193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1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1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1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000"/>
                                        <p:tgtEl>
                                          <p:spTgt spid="10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10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10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1000"/>
                                        <p:tgtEl>
                                          <p:spTgt spid="10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8" dur="1000" fill="hold"/>
                                        <p:tgtEl>
                                          <p:spTgt spid="10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" dur="1000" fill="hold"/>
                                        <p:tgtEl>
                                          <p:spTgt spid="10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4" dur="500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Content Placeholder 4">
            <a:extLst>
              <a:ext uri="{FF2B5EF4-FFF2-40B4-BE49-F238E27FC236}">
                <a16:creationId xmlns:a16="http://schemas.microsoft.com/office/drawing/2014/main" id="{3B0AE035-1FB8-495B-86C3-87E5B20C9CCF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584185" y="513853"/>
            <a:ext cx="4892541" cy="5630915"/>
          </a:xfrm>
          <a:solidFill>
            <a:schemeClr val="accent6">
              <a:lumMod val="40000"/>
              <a:lumOff val="60000"/>
            </a:schemeClr>
          </a:solidFill>
        </p:spPr>
        <p:txBody>
          <a:bodyPr vert="horz" lIns="91440" tIns="45720" rIns="91440" bIns="45720" rtlCol="0" anchor="ctr">
            <a:normAutofit/>
          </a:bodyPr>
          <a:lstStyle/>
          <a:p>
            <a:pPr marL="0" indent="0">
              <a:buNone/>
            </a:pPr>
            <a:r>
              <a:rPr lang="ja-JP" altLang="en-US" sz="3200" dirty="0">
                <a:solidFill>
                  <a:srgbClr val="C00000"/>
                </a:solidFill>
              </a:rPr>
              <a:t>（旅行からＢさんが帰ってきました）</a:t>
            </a:r>
            <a:r>
              <a:rPr lang="ja-JP" altLang="en-US" sz="3600" b="1" dirty="0">
                <a:solidFill>
                  <a:srgbClr val="C00000"/>
                </a:solidFill>
              </a:rPr>
              <a:t> </a:t>
            </a:r>
            <a:r>
              <a:rPr lang="en-US" altLang="ja-JP" sz="3600" b="1" dirty="0">
                <a:solidFill>
                  <a:srgbClr val="C00000"/>
                </a:solidFill>
              </a:rPr>
              <a:t> </a:t>
            </a:r>
          </a:p>
          <a:p>
            <a:pPr marL="0" indent="0">
              <a:buNone/>
            </a:pPr>
            <a:endParaRPr lang="en-US" altLang="ja-JP" sz="2800" dirty="0"/>
          </a:p>
          <a:p>
            <a:pPr marL="0" indent="0">
              <a:buNone/>
            </a:pPr>
            <a:r>
              <a:rPr lang="ja-JP" altLang="en-US" sz="2800" dirty="0"/>
              <a:t>Ａ：旅館、どうだった？ </a:t>
            </a:r>
            <a:endParaRPr lang="en-US" altLang="ja-JP" sz="2800" dirty="0"/>
          </a:p>
          <a:p>
            <a:pPr marL="0" indent="0">
              <a:buNone/>
            </a:pPr>
            <a:endParaRPr lang="en-US" altLang="ja-JP" sz="2800" dirty="0"/>
          </a:p>
          <a:p>
            <a:pPr marL="0" indent="0">
              <a:buNone/>
            </a:pPr>
            <a:r>
              <a:rPr lang="ja-JP" altLang="en-US" sz="2800" dirty="0"/>
              <a:t>Ｂ：値 段 のわりに、</a:t>
            </a:r>
            <a:endParaRPr lang="en-US" altLang="ja-JP" sz="2800" dirty="0"/>
          </a:p>
          <a:p>
            <a:pPr marL="0" indent="0">
              <a:buNone/>
            </a:pPr>
            <a:endParaRPr lang="en-US" altLang="ja-JP" sz="2800" dirty="0"/>
          </a:p>
          <a:p>
            <a:pPr marL="0" indent="0">
              <a:buNone/>
            </a:pPr>
            <a:r>
              <a:rPr lang="ja-JP" altLang="en-US" sz="2800" dirty="0"/>
              <a:t>＿＿＿＿＿＿＿＿＿＿＿。</a:t>
            </a:r>
            <a:endParaRPr lang="en-US" altLang="ja-JP" sz="2800" dirty="0"/>
          </a:p>
          <a:p>
            <a:pPr marL="0" indent="0">
              <a:buNone/>
            </a:pPr>
            <a:endParaRPr lang="en-US" altLang="ja-JP" sz="2800" dirty="0"/>
          </a:p>
          <a:p>
            <a:pPr marL="0"/>
            <a:endParaRPr lang="en-US" dirty="0"/>
          </a:p>
          <a:p>
            <a:pPr marL="0"/>
            <a:endParaRPr lang="en-US" altLang="ja-JP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C0F11EF0-0231-488D-B4A3-81997F755043}"/>
              </a:ext>
            </a:extLst>
          </p:cNvPr>
          <p:cNvSpPr txBox="1"/>
          <p:nvPr/>
        </p:nvSpPr>
        <p:spPr>
          <a:xfrm>
            <a:off x="665085" y="4125295"/>
            <a:ext cx="397910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ja-JP" altLang="en-US" sz="2400" dirty="0">
                <a:highlight>
                  <a:srgbClr val="FFFF00"/>
                </a:highlight>
              </a:rPr>
              <a:t>サービスがよかったです。</a:t>
            </a:r>
            <a:endParaRPr lang="en-US" sz="2400" dirty="0">
              <a:highlight>
                <a:srgbClr val="FFFF00"/>
              </a:highlight>
            </a:endParaRPr>
          </a:p>
        </p:txBody>
      </p:sp>
      <p:pic>
        <p:nvPicPr>
          <p:cNvPr id="4098" name="Picture 2" descr="旅行のイラスト「家族で海水浴」">
            <a:extLst>
              <a:ext uri="{FF2B5EF4-FFF2-40B4-BE49-F238E27FC236}">
                <a16:creationId xmlns:a16="http://schemas.microsoft.com/office/drawing/2014/main" id="{B202F2A5-A224-48F8-8EE6-5001E2CD4E1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524058" y="752857"/>
            <a:ext cx="4745575" cy="47455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19250635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1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1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1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1000"/>
                                        <p:tgtEl>
                                          <p:spTgt spid="10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0" dur="1000" fill="hold"/>
                                        <p:tgtEl>
                                          <p:spTgt spid="10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" dur="1000" fill="hold"/>
                                        <p:tgtEl>
                                          <p:spTgt spid="10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2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1000"/>
                                        <p:tgtEl>
                                          <p:spTgt spid="10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5" dur="1000" fill="hold"/>
                                        <p:tgtEl>
                                          <p:spTgt spid="10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" dur="1000" fill="hold"/>
                                        <p:tgtEl>
                                          <p:spTgt spid="10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1" dur="500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2E7FF3D-1C5F-4028-AF2A-1DAE728C2E9F}"/>
              </a:ext>
            </a:extLst>
          </p:cNvPr>
          <p:cNvSpPr>
            <a:spLocks noGrp="1"/>
          </p:cNvSpPr>
          <p:nvPr>
            <p:ph type="title"/>
          </p:nvPr>
        </p:nvSpPr>
        <p:spPr>
          <a:solidFill>
            <a:schemeClr val="accent2"/>
          </a:solidFill>
        </p:spPr>
        <p:txBody>
          <a:bodyPr/>
          <a:lstStyle/>
          <a:p>
            <a:r>
              <a:rPr lang="ja-JP" altLang="en-US" dirty="0">
                <a:highlight>
                  <a:srgbClr val="FFFF00"/>
                </a:highlight>
              </a:rPr>
              <a:t>例文（</a:t>
            </a:r>
            <a:r>
              <a:rPr lang="en-US" altLang="ja-JP" dirty="0">
                <a:highlight>
                  <a:srgbClr val="FFFF00"/>
                </a:highlight>
              </a:rPr>
              <a:t>P31</a:t>
            </a:r>
            <a:r>
              <a:rPr lang="ja-JP" altLang="en-US" dirty="0">
                <a:highlight>
                  <a:srgbClr val="FFFF00"/>
                </a:highlight>
              </a:rPr>
              <a:t>）</a:t>
            </a:r>
            <a:endParaRPr lang="en-US" dirty="0">
              <a:highlight>
                <a:srgbClr val="FFFF00"/>
              </a:highlight>
            </a:endParaRPr>
          </a:p>
        </p:txBody>
      </p:sp>
      <p:pic>
        <p:nvPicPr>
          <p:cNvPr id="7" name="Content Placeholder 6" descr="Text, letter&#10;&#10;Description automatically generated">
            <a:extLst>
              <a:ext uri="{FF2B5EF4-FFF2-40B4-BE49-F238E27FC236}">
                <a16:creationId xmlns:a16="http://schemas.microsoft.com/office/drawing/2014/main" id="{8F1C8DB5-FD99-45D0-A7BD-FE708B5CC7EC}"/>
              </a:ext>
            </a:extLst>
          </p:cNvPr>
          <p:cNvPicPr>
            <a:picLocks noGrp="1" noChangeAspect="1"/>
          </p:cNvPicPr>
          <p:nvPr>
            <p:ph sz="quarter" idx="13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33725" y="2021304"/>
            <a:ext cx="10724549" cy="2466475"/>
          </a:xfrm>
        </p:spPr>
      </p:pic>
    </p:spTree>
    <p:extLst>
      <p:ext uri="{BB962C8B-B14F-4D97-AF65-F5344CB8AC3E}">
        <p14:creationId xmlns:p14="http://schemas.microsoft.com/office/powerpoint/2010/main" val="3550402443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9CB7EEE1-C007-45D6-9CB2-FB416E743C6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4195" y="161741"/>
            <a:ext cx="10943610" cy="814745"/>
          </a:xfrm>
          <a:solidFill>
            <a:srgbClr val="D9910B"/>
          </a:solidFill>
        </p:spPr>
        <p:txBody>
          <a:bodyPr>
            <a:normAutofit/>
          </a:bodyPr>
          <a:lstStyle/>
          <a:p>
            <a:pPr algn="ctr"/>
            <a:r>
              <a:rPr lang="ja-JP" altLang="en-US" sz="4400" b="1" dirty="0">
                <a:solidFill>
                  <a:srgbClr val="A11D2B"/>
                </a:solidFill>
              </a:rPr>
              <a:t>どちらがいい？</a:t>
            </a:r>
            <a:endParaRPr lang="en-US" sz="4400" b="1" dirty="0">
              <a:solidFill>
                <a:srgbClr val="A11D2B"/>
              </a:solidFill>
            </a:endParaRP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9F4B3034-E2E3-4173-8554-B1E008035346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775147" y="1985211"/>
            <a:ext cx="10792658" cy="3886200"/>
          </a:xfrm>
          <a:solidFill>
            <a:schemeClr val="tx2">
              <a:lumMod val="20000"/>
              <a:lumOff val="80000"/>
            </a:schemeClr>
          </a:solidFill>
        </p:spPr>
        <p:txBody>
          <a:bodyPr>
            <a:normAutofit/>
          </a:bodyPr>
          <a:lstStyle/>
          <a:p>
            <a:pPr marL="0" indent="0">
              <a:buNone/>
            </a:pPr>
            <a:endParaRPr lang="en-US" altLang="ja-JP" sz="2800" dirty="0"/>
          </a:p>
          <a:p>
            <a:pPr marL="0" indent="0">
              <a:buNone/>
            </a:pPr>
            <a:r>
              <a:rPr lang="ja-JP" altLang="en-US" sz="2800" dirty="0"/>
              <a:t>① 母は今アメリカに（行きました ・ 行っています）。</a:t>
            </a:r>
            <a:endParaRPr lang="en-US" altLang="ja-JP" sz="2800" dirty="0"/>
          </a:p>
          <a:p>
            <a:pPr marL="0" indent="0">
              <a:buNone/>
            </a:pPr>
            <a:endParaRPr lang="en-US" altLang="ja-JP" sz="2800" dirty="0"/>
          </a:p>
          <a:p>
            <a:pPr marL="0" indent="0">
              <a:buNone/>
            </a:pPr>
            <a:r>
              <a:rPr lang="ja-JP" altLang="en-US" sz="2800" dirty="0"/>
              <a:t> ② 趣味は人によって（同じです ・ 違 います）。 </a:t>
            </a:r>
            <a:endParaRPr lang="en-US" altLang="ja-JP" sz="2800" dirty="0"/>
          </a:p>
          <a:p>
            <a:pPr marL="0" indent="0">
              <a:buNone/>
            </a:pPr>
            <a:endParaRPr lang="en-US" altLang="ja-JP" sz="2800" dirty="0"/>
          </a:p>
          <a:p>
            <a:pPr marL="0" indent="0">
              <a:buNone/>
            </a:pPr>
            <a:r>
              <a:rPr lang="ja-JP" altLang="en-US" sz="2800" dirty="0"/>
              <a:t>③ アイスクリームが（とけた ・ とけない）うちに食べましょう。</a:t>
            </a:r>
            <a:endParaRPr lang="vi-VN" altLang="ja-JP" sz="2800" dirty="0"/>
          </a:p>
          <a:p>
            <a:pPr marL="0" indent="0">
              <a:buNone/>
            </a:pPr>
            <a:r>
              <a:rPr lang="ja-JP" altLang="en-US" sz="2800" dirty="0"/>
              <a:t> </a:t>
            </a:r>
            <a:endParaRPr lang="en-US" altLang="ja-JP" sz="2800" dirty="0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61779324-6D22-46B3-A32A-7DE538941686}"/>
              </a:ext>
            </a:extLst>
          </p:cNvPr>
          <p:cNvSpPr txBox="1"/>
          <p:nvPr/>
        </p:nvSpPr>
        <p:spPr>
          <a:xfrm>
            <a:off x="4969041" y="2302529"/>
            <a:ext cx="9144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vi-VN" sz="4800" dirty="0">
                <a:solidFill>
                  <a:srgbClr val="FF0000"/>
                </a:solidFill>
              </a:rPr>
              <a:t>x</a:t>
            </a:r>
            <a:endParaRPr lang="en-US" sz="4800" dirty="0">
              <a:solidFill>
                <a:srgbClr val="FF0000"/>
              </a:solidFill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BC8E6B62-C6F0-4753-A988-88A883915C9E}"/>
              </a:ext>
            </a:extLst>
          </p:cNvPr>
          <p:cNvSpPr txBox="1"/>
          <p:nvPr/>
        </p:nvSpPr>
        <p:spPr>
          <a:xfrm>
            <a:off x="4830678" y="3223354"/>
            <a:ext cx="9144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vi-VN" sz="4800" dirty="0">
                <a:solidFill>
                  <a:srgbClr val="FF0000"/>
                </a:solidFill>
              </a:rPr>
              <a:t>x</a:t>
            </a:r>
            <a:endParaRPr lang="en-US" sz="4800" dirty="0">
              <a:solidFill>
                <a:srgbClr val="FF0000"/>
              </a:solidFill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527E86EF-4344-4DF3-972D-BF53E1B88E50}"/>
              </a:ext>
            </a:extLst>
          </p:cNvPr>
          <p:cNvSpPr txBox="1"/>
          <p:nvPr/>
        </p:nvSpPr>
        <p:spPr>
          <a:xfrm>
            <a:off x="5011152" y="4281841"/>
            <a:ext cx="9144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vi-VN" sz="4800" dirty="0">
                <a:solidFill>
                  <a:srgbClr val="FF0000"/>
                </a:solidFill>
              </a:rPr>
              <a:t>x</a:t>
            </a:r>
            <a:endParaRPr lang="en-US" sz="4800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56638911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000"/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1000"/>
                                        <p:tgtEl>
                                          <p:spTgt spid="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8" dur="1000" fill="hold"/>
                                        <p:tgtEl>
                                          <p:spTgt spid="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" dur="1000" fill="hold"/>
                                        <p:tgtEl>
                                          <p:spTgt spid="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0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1000"/>
                                        <p:tgtEl>
                                          <p:spTgt spid="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" dur="1000" fill="hold"/>
                                        <p:tgtEl>
                                          <p:spTgt spid="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9" dur="500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4" dur="500"/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9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9CB7EEE1-C007-45D6-9CB2-FB416E743C6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4195" y="161741"/>
            <a:ext cx="10943610" cy="814745"/>
          </a:xfrm>
          <a:solidFill>
            <a:srgbClr val="D9910B"/>
          </a:solidFill>
        </p:spPr>
        <p:txBody>
          <a:bodyPr>
            <a:normAutofit/>
          </a:bodyPr>
          <a:lstStyle/>
          <a:p>
            <a:pPr algn="ctr"/>
            <a:r>
              <a:rPr lang="ja-JP" altLang="en-US" sz="4400" b="1" dirty="0">
                <a:solidFill>
                  <a:srgbClr val="A11D2B"/>
                </a:solidFill>
              </a:rPr>
              <a:t>どちらがいい？</a:t>
            </a:r>
            <a:endParaRPr lang="en-US" sz="4400" b="1" dirty="0">
              <a:solidFill>
                <a:srgbClr val="A11D2B"/>
              </a:solidFill>
            </a:endParaRP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9F4B3034-E2E3-4173-8554-B1E008035346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806116" y="1419725"/>
            <a:ext cx="10761689" cy="3801979"/>
          </a:xfrm>
          <a:solidFill>
            <a:schemeClr val="tx2">
              <a:lumMod val="20000"/>
              <a:lumOff val="80000"/>
            </a:schemeClr>
          </a:solidFill>
        </p:spPr>
        <p:txBody>
          <a:bodyPr>
            <a:normAutofit/>
          </a:bodyPr>
          <a:lstStyle/>
          <a:p>
            <a:pPr marL="0" indent="0">
              <a:buNone/>
            </a:pPr>
            <a:endParaRPr lang="en-US" altLang="ja-JP" sz="2800" dirty="0"/>
          </a:p>
          <a:p>
            <a:pPr marL="0" indent="0">
              <a:buNone/>
            </a:pPr>
            <a:r>
              <a:rPr lang="ja-JP" altLang="en-US" sz="2800" dirty="0"/>
              <a:t> </a:t>
            </a:r>
            <a:endParaRPr lang="en-US" altLang="ja-JP" sz="2800" dirty="0"/>
          </a:p>
          <a:p>
            <a:pPr marL="0" indent="0">
              <a:buNone/>
            </a:pPr>
            <a:r>
              <a:rPr lang="ja-JP" altLang="en-US" sz="3200" dirty="0"/>
              <a:t>④ 国へ帰る（まえに ・ うちに）北海道へ行きたいです。 </a:t>
            </a:r>
            <a:endParaRPr lang="en-US" altLang="ja-JP" sz="3200" dirty="0"/>
          </a:p>
          <a:p>
            <a:pPr marL="0" indent="0">
              <a:buNone/>
            </a:pPr>
            <a:endParaRPr lang="en-US" altLang="ja-JP" sz="3200" dirty="0"/>
          </a:p>
          <a:p>
            <a:pPr marL="0" indent="0">
              <a:buNone/>
            </a:pPr>
            <a:r>
              <a:rPr lang="ja-JP" altLang="en-US" sz="3200" dirty="0"/>
              <a:t>⑤ このかばんは安かったですが、安いわりに（こわれやすいです ・ じょうぶです）。 </a:t>
            </a:r>
            <a:endParaRPr lang="en-US" altLang="ja-JP" sz="4000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41DFC2A4-54AB-455C-8D25-D1D470726056}"/>
              </a:ext>
            </a:extLst>
          </p:cNvPr>
          <p:cNvSpPr txBox="1"/>
          <p:nvPr/>
        </p:nvSpPr>
        <p:spPr>
          <a:xfrm>
            <a:off x="4872787" y="1933864"/>
            <a:ext cx="9144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vi-VN" sz="4800" dirty="0">
                <a:solidFill>
                  <a:srgbClr val="FF0000"/>
                </a:solidFill>
              </a:rPr>
              <a:t>x</a:t>
            </a:r>
            <a:endParaRPr lang="en-US" sz="4800" dirty="0">
              <a:solidFill>
                <a:srgbClr val="FF0000"/>
              </a:solidFill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490F1279-F669-43CF-B2EB-AAC27C9928FD}"/>
              </a:ext>
            </a:extLst>
          </p:cNvPr>
          <p:cNvSpPr txBox="1"/>
          <p:nvPr/>
        </p:nvSpPr>
        <p:spPr>
          <a:xfrm>
            <a:off x="9095874" y="3013501"/>
            <a:ext cx="1022684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vi-VN" sz="4800" dirty="0">
                <a:solidFill>
                  <a:srgbClr val="FF0000"/>
                </a:solidFill>
              </a:rPr>
              <a:t>x</a:t>
            </a:r>
            <a:endParaRPr lang="en-US" sz="4800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46191312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000"/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1000"/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8" dur="1000" fill="hold"/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" dur="1000" fill="hold"/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4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9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/>
      <p:bldP spid="9" grpId="0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9CB7EEE1-C007-45D6-9CB2-FB416E743C6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4195" y="161741"/>
            <a:ext cx="10943610" cy="814745"/>
          </a:xfrm>
          <a:solidFill>
            <a:srgbClr val="D9910B"/>
          </a:solidFill>
        </p:spPr>
        <p:txBody>
          <a:bodyPr>
            <a:normAutofit/>
          </a:bodyPr>
          <a:lstStyle/>
          <a:p>
            <a:pPr algn="ctr"/>
            <a:r>
              <a:rPr lang="ja-JP" altLang="en-US" sz="4400" b="1" dirty="0">
                <a:solidFill>
                  <a:srgbClr val="A11D2B"/>
                </a:solidFill>
              </a:rPr>
              <a:t>文を完成させて</a:t>
            </a:r>
            <a:endParaRPr lang="en-US" sz="4400" b="1" dirty="0">
              <a:solidFill>
                <a:srgbClr val="A11D2B"/>
              </a:solidFill>
            </a:endParaRP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9F4B3034-E2E3-4173-8554-B1E008035346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624195" y="1179095"/>
            <a:ext cx="10943610" cy="5517164"/>
          </a:xfrm>
          <a:solidFill>
            <a:schemeClr val="bg2">
              <a:lumMod val="75000"/>
            </a:schemeClr>
          </a:solidFill>
        </p:spPr>
        <p:txBody>
          <a:bodyPr>
            <a:normAutofit/>
          </a:bodyPr>
          <a:lstStyle/>
          <a:p>
            <a:pPr marL="0" indent="0">
              <a:buNone/>
            </a:pPr>
            <a:endParaRPr lang="en-US" altLang="ja-JP" sz="2800" dirty="0"/>
          </a:p>
          <a:p>
            <a:pPr marL="0" indent="0">
              <a:buNone/>
            </a:pPr>
            <a:r>
              <a:rPr lang="en-US" sz="2400" dirty="0"/>
              <a:t>①</a:t>
            </a:r>
            <a:r>
              <a:rPr lang="ja-JP" altLang="en-US" sz="2400" dirty="0"/>
              <a:t> </a:t>
            </a:r>
            <a:r>
              <a:rPr lang="ja-JP" altLang="en-US" sz="2800" dirty="0"/>
              <a:t>今、ルームメイトは国へ</a:t>
            </a:r>
            <a:r>
              <a:rPr lang="vi-VN" altLang="ja-JP" sz="2800" dirty="0"/>
              <a:t>_________</a:t>
            </a:r>
            <a:r>
              <a:rPr lang="ja-JP" altLang="en-US" sz="2800" dirty="0"/>
              <a:t>いるから、一人で寂 び しい。</a:t>
            </a:r>
            <a:endParaRPr lang="vi-VN" altLang="ja-JP" sz="2800" dirty="0"/>
          </a:p>
          <a:p>
            <a:pPr marL="0" indent="0">
              <a:buNone/>
            </a:pPr>
            <a:endParaRPr lang="vi-VN" altLang="ja-JP" sz="2800" dirty="0"/>
          </a:p>
          <a:p>
            <a:pPr marL="0" indent="0">
              <a:buNone/>
            </a:pPr>
            <a:r>
              <a:rPr lang="ja-JP" altLang="en-US" sz="2800" dirty="0"/>
              <a:t> ② 人によって </a:t>
            </a:r>
            <a:r>
              <a:rPr lang="vi-VN" altLang="ja-JP" sz="2800" dirty="0"/>
              <a:t>_______________</a:t>
            </a:r>
            <a:r>
              <a:rPr lang="ja-JP" altLang="en-US" sz="2800" dirty="0"/>
              <a:t>は違います。</a:t>
            </a:r>
            <a:endParaRPr lang="vi-VN" altLang="ja-JP" sz="2800" dirty="0"/>
          </a:p>
          <a:p>
            <a:pPr marL="0" indent="0">
              <a:buNone/>
            </a:pPr>
            <a:endParaRPr lang="vi-VN" altLang="ja-JP" sz="2800" dirty="0"/>
          </a:p>
          <a:p>
            <a:pPr marL="0" indent="0">
              <a:buNone/>
            </a:pPr>
            <a:r>
              <a:rPr lang="ja-JP" altLang="en-US" sz="2800" dirty="0"/>
              <a:t> ③ 日本にいるうちに、</a:t>
            </a:r>
            <a:r>
              <a:rPr lang="vi-VN" altLang="ja-JP" sz="2800" dirty="0"/>
              <a:t>________________</a:t>
            </a:r>
            <a:r>
              <a:rPr lang="ja-JP" altLang="en-US" sz="2800" dirty="0"/>
              <a:t> たい。 </a:t>
            </a:r>
            <a:endParaRPr lang="vi-VN" altLang="ja-JP" sz="2800" dirty="0"/>
          </a:p>
          <a:p>
            <a:pPr marL="0" indent="0">
              <a:buNone/>
            </a:pPr>
            <a:endParaRPr lang="vi-VN" altLang="ja-JP" sz="2800" dirty="0"/>
          </a:p>
          <a:p>
            <a:pPr marL="0" indent="0">
              <a:buNone/>
            </a:pPr>
            <a:r>
              <a:rPr lang="en-US" sz="2400" dirty="0"/>
              <a:t>④</a:t>
            </a:r>
            <a:r>
              <a:rPr lang="ja-JP" altLang="en-US" sz="2800" dirty="0"/>
              <a:t>今日のテストは勉強しなかったわりに</a:t>
            </a:r>
            <a:r>
              <a:rPr lang="vi-VN" altLang="ja-JP" sz="2800" dirty="0"/>
              <a:t>,_____________________</a:t>
            </a:r>
            <a:r>
              <a:rPr lang="ja-JP" altLang="en-US" sz="2800" dirty="0"/>
              <a:t>。 </a:t>
            </a:r>
            <a:endParaRPr lang="en-US" altLang="ja-JP" sz="2800" dirty="0"/>
          </a:p>
        </p:txBody>
      </p:sp>
    </p:spTree>
    <p:extLst>
      <p:ext uri="{BB962C8B-B14F-4D97-AF65-F5344CB8AC3E}">
        <p14:creationId xmlns:p14="http://schemas.microsoft.com/office/powerpoint/2010/main" val="4224009424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313841" y="316223"/>
            <a:ext cx="5856516" cy="814745"/>
          </a:xfrm>
          <a:solidFill>
            <a:srgbClr val="5E9C53"/>
          </a:solidFill>
        </p:spPr>
        <p:txBody>
          <a:bodyPr>
            <a:normAutofit/>
          </a:bodyPr>
          <a:lstStyle/>
          <a:p>
            <a:pPr algn="ctr"/>
            <a:r>
              <a:rPr lang="vi-VN" altLang="ja-JP" sz="4000" b="1" dirty="0">
                <a:solidFill>
                  <a:srgbClr val="C00000"/>
                </a:solidFill>
              </a:rPr>
              <a:t> </a:t>
            </a:r>
            <a:r>
              <a:rPr lang="ja-JP" altLang="en-US" sz="4000" b="1" dirty="0">
                <a:solidFill>
                  <a:srgbClr val="C00000"/>
                </a:solidFill>
              </a:rPr>
              <a:t>耳でキャッチ　（</a:t>
            </a:r>
            <a:r>
              <a:rPr lang="en-US" altLang="ja-JP" sz="4000" b="1" dirty="0">
                <a:solidFill>
                  <a:srgbClr val="C00000"/>
                </a:solidFill>
              </a:rPr>
              <a:t>P30</a:t>
            </a:r>
            <a:r>
              <a:rPr lang="ja-JP" altLang="en-US" sz="4000" b="1" dirty="0">
                <a:solidFill>
                  <a:srgbClr val="C00000"/>
                </a:solidFill>
              </a:rPr>
              <a:t>）</a:t>
            </a:r>
            <a:endParaRPr kumimoji="1" lang="ja-JP" altLang="en-US" sz="8000" b="1" dirty="0">
              <a:solidFill>
                <a:srgbClr val="C00000"/>
              </a:solidFill>
            </a:endParaRP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EDDA86DC-7997-4BDB-9F71-844FB5822996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29265" y="34836"/>
            <a:ext cx="1935598" cy="1702565"/>
          </a:xfrm>
          <a:prstGeom prst="rect">
            <a:avLst/>
          </a:prstGeom>
        </p:spPr>
      </p:pic>
      <p:sp>
        <p:nvSpPr>
          <p:cNvPr id="8" name="Content Placeholder 2">
            <a:extLst>
              <a:ext uri="{FF2B5EF4-FFF2-40B4-BE49-F238E27FC236}">
                <a16:creationId xmlns:a16="http://schemas.microsoft.com/office/drawing/2014/main" id="{DAEFD4E7-6F3B-431B-AFC3-4AD21E95532A}"/>
              </a:ext>
            </a:extLst>
          </p:cNvPr>
          <p:cNvSpPr txBox="1">
            <a:spLocks/>
          </p:cNvSpPr>
          <p:nvPr/>
        </p:nvSpPr>
        <p:spPr>
          <a:xfrm>
            <a:off x="757989" y="2671011"/>
            <a:ext cx="10840453" cy="3056021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</p:spPr>
        <p:txBody>
          <a:bodyPr vert="horz" lIns="91440" tIns="45720" rIns="91440" bIns="45720" rtlCol="0">
            <a:normAutofit fontScale="92500" lnSpcReduction="200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buFont typeface="+mj-lt"/>
              <a:buAutoNum type="arabicPeriod"/>
            </a:pPr>
            <a:r>
              <a:rPr lang="ja-JP" altLang="en-US" sz="2800" dirty="0"/>
              <a:t>レポーターはどこにいますか。</a:t>
            </a:r>
            <a:endParaRPr lang="en-US" altLang="ja-JP" sz="2800" dirty="0"/>
          </a:p>
          <a:p>
            <a:pPr>
              <a:buFont typeface="+mj-lt"/>
              <a:buAutoNum type="arabicPeriod"/>
            </a:pPr>
            <a:endParaRPr lang="en-US" altLang="ja-JP" sz="2800" dirty="0"/>
          </a:p>
          <a:p>
            <a:pPr>
              <a:buFont typeface="+mj-lt"/>
              <a:buAutoNum type="arabicPeriod"/>
            </a:pPr>
            <a:r>
              <a:rPr lang="ja-JP" altLang="en-US" sz="2800" dirty="0"/>
              <a:t>この店のランチのメイン料理は毎日、同じですか。どうして？</a:t>
            </a:r>
            <a:endParaRPr lang="en-US" altLang="ja-JP" sz="2800" dirty="0"/>
          </a:p>
          <a:p>
            <a:pPr>
              <a:buFont typeface="+mj-lt"/>
              <a:buAutoNum type="arabicPeriod"/>
            </a:pPr>
            <a:endParaRPr lang="en-US" altLang="ja-JP" sz="2800" dirty="0"/>
          </a:p>
          <a:p>
            <a:pPr>
              <a:buFont typeface="+mj-lt"/>
              <a:buAutoNum type="arabicPeriod"/>
            </a:pPr>
            <a:r>
              <a:rPr lang="ja-JP" altLang="en-US" sz="2800" dirty="0"/>
              <a:t>今日のランチメニューの魚はどんな魚ですか。</a:t>
            </a:r>
            <a:endParaRPr lang="en-US" altLang="ja-JP" sz="2800" dirty="0"/>
          </a:p>
          <a:p>
            <a:pPr>
              <a:buFont typeface="+mj-lt"/>
              <a:buAutoNum type="arabicPeriod"/>
            </a:pPr>
            <a:endParaRPr lang="en-US" altLang="ja-JP" sz="2800" dirty="0"/>
          </a:p>
          <a:p>
            <a:pPr>
              <a:buFont typeface="+mj-lt"/>
              <a:buAutoNum type="arabicPeriod"/>
            </a:pPr>
            <a:r>
              <a:rPr lang="ja-JP" altLang="en-US" sz="2800" dirty="0"/>
              <a:t>どんな食べ方がありますか。</a:t>
            </a:r>
            <a:endParaRPr lang="en-US" altLang="ja-JP" sz="2800" dirty="0"/>
          </a:p>
        </p:txBody>
      </p:sp>
      <p:pic>
        <p:nvPicPr>
          <p:cNvPr id="9" name="05 Track 5">
            <a:hlinkClick r:id="" action="ppaction://media"/>
            <a:extLst>
              <a:ext uri="{FF2B5EF4-FFF2-40B4-BE49-F238E27FC236}">
                <a16:creationId xmlns:a16="http://schemas.microsoft.com/office/drawing/2014/main" id="{5D4359B7-A41B-496F-A0C0-304123379E6D}"/>
              </a:ext>
            </a:extLst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6"/>
          <a:stretch>
            <a:fillRect/>
          </a:stretch>
        </p:blipFill>
        <p:spPr>
          <a:xfrm>
            <a:off x="10070432" y="515527"/>
            <a:ext cx="1089526" cy="1089526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6024C0D8-3BD3-444E-A088-B88ED1AF4AD3}"/>
              </a:ext>
            </a:extLst>
          </p:cNvPr>
          <p:cNvSpPr txBox="1"/>
          <p:nvPr/>
        </p:nvSpPr>
        <p:spPr>
          <a:xfrm>
            <a:off x="4379495" y="1935316"/>
            <a:ext cx="1716505" cy="523220"/>
          </a:xfrm>
          <a:prstGeom prst="rect">
            <a:avLst/>
          </a:prstGeom>
          <a:solidFill>
            <a:srgbClr val="D9910B"/>
          </a:solidFill>
        </p:spPr>
        <p:txBody>
          <a:bodyPr wrap="square" rtlCol="0">
            <a:spAutoFit/>
          </a:bodyPr>
          <a:lstStyle/>
          <a:p>
            <a:pPr algn="ctr"/>
            <a:r>
              <a:rPr lang="ja-JP" altLang="en-US" sz="2800" b="1" i="0" dirty="0">
                <a:solidFill>
                  <a:srgbClr val="606060"/>
                </a:solidFill>
                <a:effectLst/>
                <a:latin typeface="Arial" panose="020B0604020202020204" pitchFamily="34" charset="0"/>
              </a:rPr>
              <a:t>質問</a:t>
            </a:r>
          </a:p>
        </p:txBody>
      </p:sp>
    </p:spTree>
    <p:extLst>
      <p:ext uri="{BB962C8B-B14F-4D97-AF65-F5344CB8AC3E}">
        <p14:creationId xmlns:p14="http://schemas.microsoft.com/office/powerpoint/2010/main" val="72152528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2" dur="500"/>
                                        <p:tgtEl>
                                          <p:spTgt spid="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7" dur="500"/>
                                        <p:tgtEl>
                                          <p:spTgt spid="8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1000"/>
                                        <p:tgtEl>
                                          <p:spTgt spid="8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8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" dur="1000" fill="hold"/>
                                        <p:tgtEl>
                                          <p:spTgt spid="8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28" dur="88922" fill="hold"/>
                                        <p:tgtEl>
                                          <p:spTgt spid="9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>
              <p:cMediaNode vol="80000">
                <p:cTn id="29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9"/>
                </p:tgtEl>
              </p:cMediaNode>
            </p:audio>
          </p:childTnLst>
        </p:cTn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808514" y="365126"/>
            <a:ext cx="5856516" cy="814745"/>
          </a:xfrm>
          <a:solidFill>
            <a:srgbClr val="5E9C53"/>
          </a:solidFill>
        </p:spPr>
        <p:txBody>
          <a:bodyPr>
            <a:normAutofit/>
          </a:bodyPr>
          <a:lstStyle/>
          <a:p>
            <a:r>
              <a:rPr lang="vi-VN" altLang="ja-JP" sz="4000" b="1" dirty="0">
                <a:solidFill>
                  <a:srgbClr val="C00000"/>
                </a:solidFill>
              </a:rPr>
              <a:t> </a:t>
            </a:r>
            <a:r>
              <a:rPr lang="ja-JP" altLang="en-US" sz="4000" b="1" dirty="0">
                <a:solidFill>
                  <a:srgbClr val="C00000"/>
                </a:solidFill>
              </a:rPr>
              <a:t>耳でキャッチ　（</a:t>
            </a:r>
            <a:r>
              <a:rPr lang="en-US" altLang="ja-JP" sz="4000" b="1" dirty="0">
                <a:solidFill>
                  <a:srgbClr val="C00000"/>
                </a:solidFill>
              </a:rPr>
              <a:t>P30</a:t>
            </a:r>
            <a:r>
              <a:rPr lang="ja-JP" altLang="en-US" sz="4000" b="1" dirty="0">
                <a:solidFill>
                  <a:srgbClr val="C00000"/>
                </a:solidFill>
              </a:rPr>
              <a:t>）</a:t>
            </a:r>
            <a:endParaRPr kumimoji="1" lang="ja-JP" altLang="en-US" sz="8000" b="1" dirty="0">
              <a:solidFill>
                <a:srgbClr val="C00000"/>
              </a:solidFill>
            </a:endParaRP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EDDA86DC-7997-4BDB-9F71-844FB5822996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29265" y="34836"/>
            <a:ext cx="1935598" cy="1702565"/>
          </a:xfrm>
          <a:prstGeom prst="rect">
            <a:avLst/>
          </a:prstGeom>
        </p:spPr>
      </p:pic>
      <p:sp>
        <p:nvSpPr>
          <p:cNvPr id="10" name="Content Placeholder 2">
            <a:extLst>
              <a:ext uri="{FF2B5EF4-FFF2-40B4-BE49-F238E27FC236}">
                <a16:creationId xmlns:a16="http://schemas.microsoft.com/office/drawing/2014/main" id="{142427EA-C4D6-47D9-94C6-E203D427801B}"/>
              </a:ext>
            </a:extLst>
          </p:cNvPr>
          <p:cNvSpPr txBox="1">
            <a:spLocks/>
          </p:cNvSpPr>
          <p:nvPr/>
        </p:nvSpPr>
        <p:spPr>
          <a:xfrm>
            <a:off x="629264" y="2466474"/>
            <a:ext cx="10896989" cy="3609473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</p:spPr>
        <p:txBody>
          <a:bodyPr vert="horz" lIns="91440" tIns="45720" rIns="91440" bIns="45720" rtlCol="0">
            <a:normAutofit fontScale="92500" lnSpcReduction="100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ja-JP" altLang="en-US" sz="2800" dirty="0">
                <a:solidFill>
                  <a:srgbClr val="000000"/>
                </a:solidFill>
                <a:latin typeface="Arial" panose="020B0604020202020204" pitchFamily="34" charset="0"/>
              </a:rPr>
              <a:t>１．</a:t>
            </a:r>
            <a:r>
              <a:rPr lang="ja-JP" altLang="en-US" sz="2800" dirty="0"/>
              <a:t>レポーターは</a:t>
            </a:r>
            <a:r>
              <a:rPr lang="ja-JP" altLang="en-US" sz="2800" dirty="0">
                <a:solidFill>
                  <a:srgbClr val="000000"/>
                </a:solidFill>
                <a:latin typeface="Arial" panose="020B0604020202020204" pitchFamily="34" charset="0"/>
              </a:rPr>
              <a:t>定食屋「ときわ」にいます。</a:t>
            </a:r>
            <a:endParaRPr lang="en-US" altLang="ja-JP" sz="2800" dirty="0">
              <a:solidFill>
                <a:srgbClr val="000000"/>
              </a:solidFill>
              <a:latin typeface="Arial" panose="020B0604020202020204" pitchFamily="34" charset="0"/>
            </a:endParaRPr>
          </a:p>
          <a:p>
            <a:pPr marL="0" indent="0">
              <a:buNone/>
            </a:pPr>
            <a:endParaRPr lang="en-US" altLang="ja-JP" sz="2800" b="0" i="0" dirty="0">
              <a:solidFill>
                <a:srgbClr val="000000"/>
              </a:solidFill>
              <a:effectLst/>
              <a:latin typeface="Arial" panose="020B0604020202020204" pitchFamily="34" charset="0"/>
            </a:endParaRPr>
          </a:p>
          <a:p>
            <a:pPr marL="0" indent="0">
              <a:buNone/>
            </a:pPr>
            <a:r>
              <a:rPr lang="ja-JP" altLang="en-US" sz="28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２．その日の魚によって変わります。市場で買った新鮮な物を使っているから。</a:t>
            </a:r>
            <a:endParaRPr lang="en-US" altLang="ja-JP" sz="2800" b="0" i="0" dirty="0">
              <a:solidFill>
                <a:srgbClr val="000000"/>
              </a:solidFill>
              <a:effectLst/>
              <a:latin typeface="Arial" panose="020B0604020202020204" pitchFamily="34" charset="0"/>
            </a:endParaRPr>
          </a:p>
          <a:p>
            <a:pPr marL="0" indent="0">
              <a:buNone/>
            </a:pPr>
            <a:endParaRPr lang="en-US" altLang="ja-JP" sz="2800" b="0" i="0" dirty="0">
              <a:solidFill>
                <a:srgbClr val="000000"/>
              </a:solidFill>
              <a:effectLst/>
              <a:latin typeface="Arial" panose="020B0604020202020204" pitchFamily="34" charset="0"/>
            </a:endParaRPr>
          </a:p>
          <a:p>
            <a:pPr marL="0" indent="0">
              <a:buNone/>
            </a:pPr>
            <a:r>
              <a:rPr lang="ja-JP" altLang="en-US" sz="32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３．</a:t>
            </a:r>
            <a:r>
              <a:rPr lang="ja-JP" altLang="en-US" sz="3200" dirty="0"/>
              <a:t>今日のランチメニューの魚は</a:t>
            </a:r>
            <a:r>
              <a:rPr lang="ja-JP" altLang="en-US" sz="32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タイ</a:t>
            </a:r>
            <a:r>
              <a:rPr lang="ja-JP" altLang="en-US" sz="3200" dirty="0"/>
              <a:t>です。</a:t>
            </a:r>
            <a:endParaRPr lang="en-US" altLang="ja-JP" sz="3200" dirty="0"/>
          </a:p>
          <a:p>
            <a:pPr marL="0" indent="0">
              <a:buNone/>
            </a:pPr>
            <a:endParaRPr lang="en-US" altLang="ja-JP" sz="3200" dirty="0"/>
          </a:p>
          <a:p>
            <a:pPr marL="0" indent="0">
              <a:buNone/>
            </a:pPr>
            <a:r>
              <a:rPr lang="ja-JP" altLang="en-US" sz="28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４．白いご飯の上に載せる、お茶漬けにします。</a:t>
            </a:r>
            <a:endParaRPr lang="en-US" altLang="ja-JP" sz="3200" dirty="0"/>
          </a:p>
        </p:txBody>
      </p:sp>
      <p:pic>
        <p:nvPicPr>
          <p:cNvPr id="9" name="05 Track 5">
            <a:hlinkClick r:id="" action="ppaction://media"/>
            <a:extLst>
              <a:ext uri="{FF2B5EF4-FFF2-40B4-BE49-F238E27FC236}">
                <a16:creationId xmlns:a16="http://schemas.microsoft.com/office/drawing/2014/main" id="{84DD7313-43F1-4C91-AA8C-51DF5D5C1FAB}"/>
              </a:ext>
            </a:extLst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6"/>
          <a:stretch>
            <a:fillRect/>
          </a:stretch>
        </p:blipFill>
        <p:spPr>
          <a:xfrm>
            <a:off x="10070432" y="515527"/>
            <a:ext cx="1089526" cy="1089526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BF4950ED-C154-4079-B582-D99D3064E083}"/>
              </a:ext>
            </a:extLst>
          </p:cNvPr>
          <p:cNvSpPr txBox="1"/>
          <p:nvPr/>
        </p:nvSpPr>
        <p:spPr>
          <a:xfrm>
            <a:off x="5113421" y="1737401"/>
            <a:ext cx="1716505" cy="523220"/>
          </a:xfrm>
          <a:prstGeom prst="rect">
            <a:avLst/>
          </a:prstGeom>
          <a:solidFill>
            <a:srgbClr val="D9910B"/>
          </a:solidFill>
        </p:spPr>
        <p:txBody>
          <a:bodyPr wrap="square" rtlCol="0">
            <a:spAutoFit/>
          </a:bodyPr>
          <a:lstStyle/>
          <a:p>
            <a:pPr algn="ctr"/>
            <a:r>
              <a:rPr lang="ja-JP" altLang="en-US" sz="2800" b="1" i="0" dirty="0">
                <a:solidFill>
                  <a:srgbClr val="606060"/>
                </a:solidFill>
                <a:effectLst/>
                <a:latin typeface="Arial" panose="020B0604020202020204" pitchFamily="34" charset="0"/>
              </a:rPr>
              <a:t>回答</a:t>
            </a:r>
          </a:p>
        </p:txBody>
      </p:sp>
    </p:spTree>
    <p:extLst>
      <p:ext uri="{BB962C8B-B14F-4D97-AF65-F5344CB8AC3E}">
        <p14:creationId xmlns:p14="http://schemas.microsoft.com/office/powerpoint/2010/main" val="63974550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2" dur="500"/>
                                        <p:tgtEl>
                                          <p:spTgt spid="1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7" dur="500"/>
                                        <p:tgtEl>
                                          <p:spTgt spid="10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2" dur="500"/>
                                        <p:tgtEl>
                                          <p:spTgt spid="10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26" dur="88922" fill="hold"/>
                                        <p:tgtEl>
                                          <p:spTgt spid="9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>
              <p:cMediaNode vol="80000">
                <p:cTn id="27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9"/>
                </p:tgtEl>
              </p:cMediaNode>
            </p:audio>
          </p:childTnLst>
        </p:cTn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 descr="Text, letter&#10;&#10;Description automatically generated">
            <a:extLst>
              <a:ext uri="{FF2B5EF4-FFF2-40B4-BE49-F238E27FC236}">
                <a16:creationId xmlns:a16="http://schemas.microsoft.com/office/drawing/2014/main" id="{CBF5D32B-1CC9-4A72-B61F-C1D85F4C681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07545" y="1848852"/>
            <a:ext cx="11376909" cy="225391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02221911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9CB7EEE1-C007-45D6-9CB2-FB416E743C6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51286" y="1323475"/>
            <a:ext cx="10058399" cy="3839154"/>
          </a:xfrm>
          <a:solidFill>
            <a:srgbClr val="D9910B"/>
          </a:solidFill>
        </p:spPr>
        <p:txBody>
          <a:bodyPr>
            <a:normAutofit/>
          </a:bodyPr>
          <a:lstStyle/>
          <a:p>
            <a:pPr algn="ctr"/>
            <a:r>
              <a:rPr lang="ja-JP" altLang="en-US" sz="4000" b="1" dirty="0">
                <a:solidFill>
                  <a:srgbClr val="A11D2B"/>
                </a:solidFill>
              </a:rPr>
              <a:t>飲食店のメニューの特徴を紹介するときに使われる表現　</a:t>
            </a:r>
            <a:br>
              <a:rPr lang="en-US" altLang="ja-JP" sz="4000" b="1" dirty="0">
                <a:solidFill>
                  <a:srgbClr val="A11D2B"/>
                </a:solidFill>
              </a:rPr>
            </a:br>
            <a:br>
              <a:rPr lang="en-US" altLang="ja-JP" sz="4000" b="1" dirty="0">
                <a:solidFill>
                  <a:srgbClr val="A11D2B"/>
                </a:solidFill>
              </a:rPr>
            </a:br>
            <a:r>
              <a:rPr lang="ja-JP" altLang="en-US" sz="2800" b="1" dirty="0">
                <a:solidFill>
                  <a:srgbClr val="A11D2B"/>
                </a:solidFill>
              </a:rPr>
              <a:t>（ワークブック</a:t>
            </a:r>
            <a:r>
              <a:rPr lang="en-US" altLang="ja-JP" sz="2800" b="1" dirty="0">
                <a:solidFill>
                  <a:srgbClr val="A11D2B"/>
                </a:solidFill>
              </a:rPr>
              <a:t>―12</a:t>
            </a:r>
            <a:r>
              <a:rPr lang="ja-JP" altLang="en-US" sz="2800" b="1" dirty="0">
                <a:solidFill>
                  <a:srgbClr val="A11D2B"/>
                </a:solidFill>
              </a:rPr>
              <a:t>ページ）　</a:t>
            </a:r>
            <a:endParaRPr lang="en-US" sz="4000" b="1" dirty="0">
              <a:solidFill>
                <a:srgbClr val="A11D2B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60849622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6511</TotalTime>
  <Words>1134</Words>
  <Application>Microsoft Office PowerPoint</Application>
  <PresentationFormat>Widescreen</PresentationFormat>
  <Paragraphs>159</Paragraphs>
  <Slides>21</Slides>
  <Notes>17</Notes>
  <HiddenSlides>0</HiddenSlides>
  <MMClips>2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21</vt:i4>
      </vt:variant>
    </vt:vector>
  </HeadingPairs>
  <TitlesOfParts>
    <vt:vector size="26" baseType="lpstr">
      <vt:lpstr>Arial</vt:lpstr>
      <vt:lpstr>Calibri</vt:lpstr>
      <vt:lpstr>Calibri Light</vt:lpstr>
      <vt:lpstr>Times New Roman</vt:lpstr>
      <vt:lpstr>Office Theme</vt:lpstr>
      <vt:lpstr>第2課</vt:lpstr>
      <vt:lpstr>PowerPoint Presentation</vt:lpstr>
      <vt:lpstr>使ってみよう1（30ページ）</vt:lpstr>
      <vt:lpstr>～うちに</vt:lpstr>
      <vt:lpstr>～うちに</vt:lpstr>
      <vt:lpstr>～うちに</vt:lpstr>
      <vt:lpstr>～うちに</vt:lpstr>
      <vt:lpstr>～うちに</vt:lpstr>
      <vt:lpstr>例文（P30）</vt:lpstr>
      <vt:lpstr>～わりに</vt:lpstr>
      <vt:lpstr>PowerPoint Presentation</vt:lpstr>
      <vt:lpstr>PowerPoint Presentation</vt:lpstr>
      <vt:lpstr>PowerPoint Presentation</vt:lpstr>
      <vt:lpstr>例文（P31）</vt:lpstr>
      <vt:lpstr>どちらがいい？</vt:lpstr>
      <vt:lpstr>どちらがいい？</vt:lpstr>
      <vt:lpstr>文を完成させて</vt:lpstr>
      <vt:lpstr> 耳でキャッチ　（P30）</vt:lpstr>
      <vt:lpstr> 耳でキャッチ　（P30）</vt:lpstr>
      <vt:lpstr>PowerPoint Presentation</vt:lpstr>
      <vt:lpstr>飲食店のメニューの特徴を紹介するときに使われる表現　  （ワークブック―12ページ）　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Oanh Le</dc:creator>
  <cp:lastModifiedBy>Le Thi Kim Oanh (FE FPTU CT)</cp:lastModifiedBy>
  <cp:revision>4</cp:revision>
  <dcterms:created xsi:type="dcterms:W3CDTF">2021-07-16T02:45:36Z</dcterms:created>
  <dcterms:modified xsi:type="dcterms:W3CDTF">2021-09-17T01:42:20Z</dcterms:modified>
</cp:coreProperties>
</file>