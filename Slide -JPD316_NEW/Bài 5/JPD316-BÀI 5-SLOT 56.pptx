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30" r:id="rId3"/>
    <p:sldId id="547" r:id="rId4"/>
    <p:sldId id="549" r:id="rId5"/>
    <p:sldId id="550" r:id="rId6"/>
    <p:sldId id="551" r:id="rId7"/>
    <p:sldId id="552" r:id="rId8"/>
    <p:sldId id="553" r:id="rId9"/>
    <p:sldId id="470" r:id="rId10"/>
    <p:sldId id="555" r:id="rId11"/>
    <p:sldId id="556" r:id="rId12"/>
    <p:sldId id="554" r:id="rId13"/>
    <p:sldId id="557" r:id="rId14"/>
    <p:sldId id="429" r:id="rId15"/>
    <p:sldId id="54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D2B"/>
    <a:srgbClr val="5E9C53"/>
    <a:srgbClr val="D9910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45108-2B8E-4F79-9484-8C559AFC3AD4}" v="22" dt="2021-10-19T16:16:52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77025" autoAdjust="0"/>
  </p:normalViewPr>
  <p:slideViewPr>
    <p:cSldViewPr snapToGrid="0" showGuides="1">
      <p:cViewPr varScale="1">
        <p:scale>
          <a:sx n="49" d="100"/>
          <a:sy n="49" d="100"/>
        </p:scale>
        <p:origin x="54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9EB45108-2B8E-4F79-9484-8C559AFC3AD4}"/>
    <pc:docChg chg="undo custSel addSld delSld modSld sldOrd">
      <pc:chgData name="Le Thi Kim Oanh (FE FPTU CT)" userId="33772939-cd87-45c1-be61-e0648bc25a53" providerId="ADAL" clId="{9EB45108-2B8E-4F79-9484-8C559AFC3AD4}" dt="2021-10-19T16:17:45.481" v="402" actId="20577"/>
      <pc:docMkLst>
        <pc:docMk/>
      </pc:docMkLst>
      <pc:sldChg chg="del">
        <pc:chgData name="Le Thi Kim Oanh (FE FPTU CT)" userId="33772939-cd87-45c1-be61-e0648bc25a53" providerId="ADAL" clId="{9EB45108-2B8E-4F79-9484-8C559AFC3AD4}" dt="2021-09-14T07:21:04.101" v="33" actId="47"/>
        <pc:sldMkLst>
          <pc:docMk/>
          <pc:sldMk cId="2705303052" sldId="370"/>
        </pc:sldMkLst>
      </pc:sldChg>
      <pc:sldChg chg="addSp delSp modSp del mod">
        <pc:chgData name="Le Thi Kim Oanh (FE FPTU CT)" userId="33772939-cd87-45c1-be61-e0648bc25a53" providerId="ADAL" clId="{9EB45108-2B8E-4F79-9484-8C559AFC3AD4}" dt="2021-09-14T07:21:04.101" v="33" actId="47"/>
        <pc:sldMkLst>
          <pc:docMk/>
          <pc:sldMk cId="2104607827" sldId="371"/>
        </pc:sldMkLst>
        <pc:spChg chg="mod">
          <ac:chgData name="Le Thi Kim Oanh (FE FPTU CT)" userId="33772939-cd87-45c1-be61-e0648bc25a53" providerId="ADAL" clId="{9EB45108-2B8E-4F79-9484-8C559AFC3AD4}" dt="2021-09-13T13:34:55.409" v="3" actId="20577"/>
          <ac:spMkLst>
            <pc:docMk/>
            <pc:sldMk cId="2104607827" sldId="371"/>
            <ac:spMk id="2" creationId="{5EF6DCCE-80F6-4D0D-97C7-067D35D1D426}"/>
          </ac:spMkLst>
        </pc:spChg>
        <pc:picChg chg="add del">
          <ac:chgData name="Le Thi Kim Oanh (FE FPTU CT)" userId="33772939-cd87-45c1-be61-e0648bc25a53" providerId="ADAL" clId="{9EB45108-2B8E-4F79-9484-8C559AFC3AD4}" dt="2021-09-14T07:15:31.046" v="15" actId="22"/>
          <ac:picMkLst>
            <pc:docMk/>
            <pc:sldMk cId="2104607827" sldId="371"/>
            <ac:picMk id="4" creationId="{AE58439F-C65D-4E01-A517-1BE71D74DA29}"/>
          </ac:picMkLst>
        </pc:picChg>
      </pc:sldChg>
      <pc:sldChg chg="del">
        <pc:chgData name="Le Thi Kim Oanh (FE FPTU CT)" userId="33772939-cd87-45c1-be61-e0648bc25a53" providerId="ADAL" clId="{9EB45108-2B8E-4F79-9484-8C559AFC3AD4}" dt="2021-09-14T07:21:04.101" v="33" actId="47"/>
        <pc:sldMkLst>
          <pc:docMk/>
          <pc:sldMk cId="608496223" sldId="428"/>
        </pc:sldMkLst>
      </pc:sldChg>
      <pc:sldChg chg="modSp mod modNotesTx">
        <pc:chgData name="Le Thi Kim Oanh (FE FPTU CT)" userId="33772939-cd87-45c1-be61-e0648bc25a53" providerId="ADAL" clId="{9EB45108-2B8E-4F79-9484-8C559AFC3AD4}" dt="2021-10-19T16:17:45.481" v="402" actId="20577"/>
        <pc:sldMkLst>
          <pc:docMk/>
          <pc:sldMk cId="88392919" sldId="429"/>
        </pc:sldMkLst>
        <pc:spChg chg="mod">
          <ac:chgData name="Le Thi Kim Oanh (FE FPTU CT)" userId="33772939-cd87-45c1-be61-e0648bc25a53" providerId="ADAL" clId="{9EB45108-2B8E-4F79-9484-8C559AFC3AD4}" dt="2021-09-14T07:31:35.534" v="113" actId="20577"/>
          <ac:spMkLst>
            <pc:docMk/>
            <pc:sldMk cId="88392919" sldId="429"/>
            <ac:spMk id="4" creationId="{9CB7EEE1-C007-45D6-9CB2-FB416E743C66}"/>
          </ac:spMkLst>
        </pc:spChg>
      </pc:sldChg>
      <pc:sldChg chg="delSp modSp mod">
        <pc:chgData name="Le Thi Kim Oanh (FE FPTU CT)" userId="33772939-cd87-45c1-be61-e0648bc25a53" providerId="ADAL" clId="{9EB45108-2B8E-4F79-9484-8C559AFC3AD4}" dt="2021-09-14T07:30:18.495" v="77" actId="478"/>
        <pc:sldMkLst>
          <pc:docMk/>
          <pc:sldMk cId="886559900" sldId="430"/>
        </pc:sldMkLst>
        <pc:spChg chg="mod">
          <ac:chgData name="Le Thi Kim Oanh (FE FPTU CT)" userId="33772939-cd87-45c1-be61-e0648bc25a53" providerId="ADAL" clId="{9EB45108-2B8E-4F79-9484-8C559AFC3AD4}" dt="2021-09-14T07:29:31.027" v="63"/>
          <ac:spMkLst>
            <pc:docMk/>
            <pc:sldMk cId="886559900" sldId="430"/>
            <ac:spMk id="2" creationId="{5EF6DCCE-80F6-4D0D-97C7-067D35D1D426}"/>
          </ac:spMkLst>
        </pc:spChg>
        <pc:spChg chg="del">
          <ac:chgData name="Le Thi Kim Oanh (FE FPTU CT)" userId="33772939-cd87-45c1-be61-e0648bc25a53" providerId="ADAL" clId="{9EB45108-2B8E-4F79-9484-8C559AFC3AD4}" dt="2021-09-14T07:30:18.495" v="77" actId="478"/>
          <ac:spMkLst>
            <pc:docMk/>
            <pc:sldMk cId="886559900" sldId="430"/>
            <ac:spMk id="15" creationId="{9C788273-1AEB-44E3-B90A-617F3F3462B9}"/>
          </ac:spMkLst>
        </pc:spChg>
        <pc:spChg chg="del mod">
          <ac:chgData name="Le Thi Kim Oanh (FE FPTU CT)" userId="33772939-cd87-45c1-be61-e0648bc25a53" providerId="ADAL" clId="{9EB45108-2B8E-4F79-9484-8C559AFC3AD4}" dt="2021-09-14T07:30:15.818" v="76" actId="478"/>
          <ac:spMkLst>
            <pc:docMk/>
            <pc:sldMk cId="886559900" sldId="430"/>
            <ac:spMk id="16" creationId="{0D5ACDDE-862D-4FD7-9D73-CD0CDD17E919}"/>
          </ac:spMkLst>
        </pc:spChg>
        <pc:spChg chg="mod">
          <ac:chgData name="Le Thi Kim Oanh (FE FPTU CT)" userId="33772939-cd87-45c1-be61-e0648bc25a53" providerId="ADAL" clId="{9EB45108-2B8E-4F79-9484-8C559AFC3AD4}" dt="2021-09-14T07:29:35.170" v="69"/>
          <ac:spMkLst>
            <pc:docMk/>
            <pc:sldMk cId="886559900" sldId="430"/>
            <ac:spMk id="34" creationId="{01D98E79-DCBD-40D8-91C0-33E95A32483A}"/>
          </ac:spMkLst>
        </pc:spChg>
        <pc:spChg chg="mod">
          <ac:chgData name="Le Thi Kim Oanh (FE FPTU CT)" userId="33772939-cd87-45c1-be61-e0648bc25a53" providerId="ADAL" clId="{9EB45108-2B8E-4F79-9484-8C559AFC3AD4}" dt="2021-09-14T07:30:13.009" v="74" actId="20577"/>
          <ac:spMkLst>
            <pc:docMk/>
            <pc:sldMk cId="886559900" sldId="430"/>
            <ac:spMk id="76" creationId="{5488B2A3-09E1-4ED9-8CB5-A06EA337ED44}"/>
          </ac:spMkLst>
        </pc:spChg>
      </pc:sldChg>
      <pc:sldChg chg="del">
        <pc:chgData name="Le Thi Kim Oanh (FE FPTU CT)" userId="33772939-cd87-45c1-be61-e0648bc25a53" providerId="ADAL" clId="{9EB45108-2B8E-4F79-9484-8C559AFC3AD4}" dt="2021-09-14T07:21:04.101" v="33" actId="47"/>
        <pc:sldMkLst>
          <pc:docMk/>
          <pc:sldMk cId="639745509" sldId="468"/>
        </pc:sldMkLst>
      </pc:sldChg>
      <pc:sldChg chg="ord">
        <pc:chgData name="Le Thi Kim Oanh (FE FPTU CT)" userId="33772939-cd87-45c1-be61-e0648bc25a53" providerId="ADAL" clId="{9EB45108-2B8E-4F79-9484-8C559AFC3AD4}" dt="2021-10-19T16:10:58.733" v="221"/>
        <pc:sldMkLst>
          <pc:docMk/>
          <pc:sldMk cId="1761823914" sldId="470"/>
        </pc:sldMkLst>
      </pc:sldChg>
      <pc:sldChg chg="add del">
        <pc:chgData name="Le Thi Kim Oanh (FE FPTU CT)" userId="33772939-cd87-45c1-be61-e0648bc25a53" providerId="ADAL" clId="{9EB45108-2B8E-4F79-9484-8C559AFC3AD4}" dt="2021-09-14T07:22:58.680" v="57" actId="47"/>
        <pc:sldMkLst>
          <pc:docMk/>
          <pc:sldMk cId="1153816822" sldId="520"/>
        </pc:sldMkLst>
      </pc:sldChg>
      <pc:sldChg chg="del">
        <pc:chgData name="Le Thi Kim Oanh (FE FPTU CT)" userId="33772939-cd87-45c1-be61-e0648bc25a53" providerId="ADAL" clId="{9EB45108-2B8E-4F79-9484-8C559AFC3AD4}" dt="2021-09-14T07:32:54.661" v="128" actId="47"/>
        <pc:sldMkLst>
          <pc:docMk/>
          <pc:sldMk cId="3937232163" sldId="542"/>
        </pc:sldMkLst>
      </pc:sldChg>
      <pc:sldChg chg="del">
        <pc:chgData name="Le Thi Kim Oanh (FE FPTU CT)" userId="33772939-cd87-45c1-be61-e0648bc25a53" providerId="ADAL" clId="{9EB45108-2B8E-4F79-9484-8C559AFC3AD4}" dt="2021-09-14T07:32:56.791" v="129" actId="47"/>
        <pc:sldMkLst>
          <pc:docMk/>
          <pc:sldMk cId="761691474" sldId="544"/>
        </pc:sldMkLst>
      </pc:sldChg>
      <pc:sldChg chg="del">
        <pc:chgData name="Le Thi Kim Oanh (FE FPTU CT)" userId="33772939-cd87-45c1-be61-e0648bc25a53" providerId="ADAL" clId="{9EB45108-2B8E-4F79-9484-8C559AFC3AD4}" dt="2021-09-14T07:33:02.630" v="130" actId="47"/>
        <pc:sldMkLst>
          <pc:docMk/>
          <pc:sldMk cId="3493391816" sldId="545"/>
        </pc:sldMkLst>
      </pc:sldChg>
      <pc:sldChg chg="del">
        <pc:chgData name="Le Thi Kim Oanh (FE FPTU CT)" userId="33772939-cd87-45c1-be61-e0648bc25a53" providerId="ADAL" clId="{9EB45108-2B8E-4F79-9484-8C559AFC3AD4}" dt="2021-09-14T07:33:02.630" v="130" actId="47"/>
        <pc:sldMkLst>
          <pc:docMk/>
          <pc:sldMk cId="2483994906" sldId="546"/>
        </pc:sldMkLst>
      </pc:sldChg>
      <pc:sldChg chg="addSp delSp modSp add mod ord">
        <pc:chgData name="Le Thi Kim Oanh (FE FPTU CT)" userId="33772939-cd87-45c1-be61-e0648bc25a53" providerId="ADAL" clId="{9EB45108-2B8E-4F79-9484-8C559AFC3AD4}" dt="2021-10-19T16:17:01.899" v="253" actId="14100"/>
        <pc:sldMkLst>
          <pc:docMk/>
          <pc:sldMk cId="1274272665" sldId="547"/>
        </pc:sldMkLst>
        <pc:spChg chg="add del mod">
          <ac:chgData name="Le Thi Kim Oanh (FE FPTU CT)" userId="33772939-cd87-45c1-be61-e0648bc25a53" providerId="ADAL" clId="{9EB45108-2B8E-4F79-9484-8C559AFC3AD4}" dt="2021-09-14T07:22:00.339" v="43" actId="478"/>
          <ac:spMkLst>
            <pc:docMk/>
            <pc:sldMk cId="1274272665" sldId="547"/>
            <ac:spMk id="3" creationId="{5ADC0E09-A497-40E5-84B8-1E231B6FCCE6}"/>
          </ac:spMkLst>
        </pc:spChg>
        <pc:spChg chg="del mod">
          <ac:chgData name="Le Thi Kim Oanh (FE FPTU CT)" userId="33772939-cd87-45c1-be61-e0648bc25a53" providerId="ADAL" clId="{9EB45108-2B8E-4F79-9484-8C559AFC3AD4}" dt="2021-09-14T07:21:16.505" v="36" actId="478"/>
          <ac:spMkLst>
            <pc:docMk/>
            <pc:sldMk cId="1274272665" sldId="547"/>
            <ac:spMk id="4" creationId="{9CB7EEE1-C007-45D6-9CB2-FB416E743C66}"/>
          </ac:spMkLst>
        </pc:spChg>
        <pc:picChg chg="add mod">
          <ac:chgData name="Le Thi Kim Oanh (FE FPTU CT)" userId="33772939-cd87-45c1-be61-e0648bc25a53" providerId="ADAL" clId="{9EB45108-2B8E-4F79-9484-8C559AFC3AD4}" dt="2021-10-19T16:17:01.899" v="253" actId="14100"/>
          <ac:picMkLst>
            <pc:docMk/>
            <pc:sldMk cId="1274272665" sldId="547"/>
            <ac:picMk id="3" creationId="{FE53983C-FAAD-4D16-8A48-EF0723EA13AA}"/>
          </ac:picMkLst>
        </pc:picChg>
        <pc:picChg chg="add del mod">
          <ac:chgData name="Le Thi Kim Oanh (FE FPTU CT)" userId="33772939-cd87-45c1-be61-e0648bc25a53" providerId="ADAL" clId="{9EB45108-2B8E-4F79-9484-8C559AFC3AD4}" dt="2021-09-14T07:32:04.642" v="119" actId="478"/>
          <ac:picMkLst>
            <pc:docMk/>
            <pc:sldMk cId="1274272665" sldId="547"/>
            <ac:picMk id="6" creationId="{83CC4C62-1A15-45BC-A9C8-78A9B90DA037}"/>
          </ac:picMkLst>
        </pc:picChg>
      </pc:sldChg>
      <pc:sldChg chg="addSp modSp new del mod">
        <pc:chgData name="Le Thi Kim Oanh (FE FPTU CT)" userId="33772939-cd87-45c1-be61-e0648bc25a53" providerId="ADAL" clId="{9EB45108-2B8E-4F79-9484-8C559AFC3AD4}" dt="2021-09-14T07:21:04.101" v="33" actId="47"/>
        <pc:sldMkLst>
          <pc:docMk/>
          <pc:sldMk cId="3845383694" sldId="547"/>
        </pc:sldMkLst>
        <pc:picChg chg="add mod">
          <ac:chgData name="Le Thi Kim Oanh (FE FPTU CT)" userId="33772939-cd87-45c1-be61-e0648bc25a53" providerId="ADAL" clId="{9EB45108-2B8E-4F79-9484-8C559AFC3AD4}" dt="2021-09-14T07:15:57.350" v="23" actId="1076"/>
          <ac:picMkLst>
            <pc:docMk/>
            <pc:sldMk cId="3845383694" sldId="547"/>
            <ac:picMk id="3" creationId="{F6AADC72-B3DA-45FF-AC91-04793105E8E4}"/>
          </ac:picMkLst>
        </pc:picChg>
      </pc:sldChg>
      <pc:sldChg chg="modSp add mod modNotesTx">
        <pc:chgData name="Le Thi Kim Oanh (FE FPTU CT)" userId="33772939-cd87-45c1-be61-e0648bc25a53" providerId="ADAL" clId="{9EB45108-2B8E-4F79-9484-8C559AFC3AD4}" dt="2021-09-14T07:33:36.662" v="177" actId="20577"/>
        <pc:sldMkLst>
          <pc:docMk/>
          <pc:sldMk cId="766163931" sldId="548"/>
        </pc:sldMkLst>
        <pc:spChg chg="mod">
          <ac:chgData name="Le Thi Kim Oanh (FE FPTU CT)" userId="33772939-cd87-45c1-be61-e0648bc25a53" providerId="ADAL" clId="{9EB45108-2B8E-4F79-9484-8C559AFC3AD4}" dt="2021-09-14T07:33:28.201" v="140" actId="403"/>
          <ac:spMkLst>
            <pc:docMk/>
            <pc:sldMk cId="766163931" sldId="548"/>
            <ac:spMk id="4" creationId="{9CB7EEE1-C007-45D6-9CB2-FB416E743C66}"/>
          </ac:spMkLst>
        </pc:spChg>
      </pc:sldChg>
      <pc:sldChg chg="addSp delSp modSp add del mod ord">
        <pc:chgData name="Le Thi Kim Oanh (FE FPTU CT)" userId="33772939-cd87-45c1-be61-e0648bc25a53" providerId="ADAL" clId="{9EB45108-2B8E-4F79-9484-8C559AFC3AD4}" dt="2021-09-14T07:33:02.630" v="130" actId="47"/>
        <pc:sldMkLst>
          <pc:docMk/>
          <pc:sldMk cId="866434875" sldId="548"/>
        </pc:sldMkLst>
        <pc:picChg chg="add mod">
          <ac:chgData name="Le Thi Kim Oanh (FE FPTU CT)" userId="33772939-cd87-45c1-be61-e0648bc25a53" providerId="ADAL" clId="{9EB45108-2B8E-4F79-9484-8C559AFC3AD4}" dt="2021-09-14T07:22:56.066" v="56" actId="14100"/>
          <ac:picMkLst>
            <pc:docMk/>
            <pc:sldMk cId="866434875" sldId="548"/>
            <ac:picMk id="3" creationId="{B946EA4A-B88A-47C0-8BA2-219029AE8062}"/>
          </ac:picMkLst>
        </pc:picChg>
        <pc:picChg chg="del mod">
          <ac:chgData name="Le Thi Kim Oanh (FE FPTU CT)" userId="33772939-cd87-45c1-be61-e0648bc25a53" providerId="ADAL" clId="{9EB45108-2B8E-4F79-9484-8C559AFC3AD4}" dt="2021-09-14T07:22:11.826" v="49" actId="478"/>
          <ac:picMkLst>
            <pc:docMk/>
            <pc:sldMk cId="866434875" sldId="548"/>
            <ac:picMk id="6" creationId="{83CC4C62-1A15-45BC-A9C8-78A9B90DA037}"/>
          </ac:picMkLst>
        </pc:picChg>
      </pc:sldChg>
      <pc:sldChg chg="addSp delSp modSp new del mod modClrScheme chgLayout">
        <pc:chgData name="Le Thi Kim Oanh (FE FPTU CT)" userId="33772939-cd87-45c1-be61-e0648bc25a53" providerId="ADAL" clId="{9EB45108-2B8E-4F79-9484-8C559AFC3AD4}" dt="2021-09-14T07:21:04.101" v="33" actId="47"/>
        <pc:sldMkLst>
          <pc:docMk/>
          <pc:sldMk cId="3571374310" sldId="548"/>
        </pc:sldMkLst>
        <pc:spChg chg="del">
          <ac:chgData name="Le Thi Kim Oanh (FE FPTU CT)" userId="33772939-cd87-45c1-be61-e0648bc25a53" providerId="ADAL" clId="{9EB45108-2B8E-4F79-9484-8C559AFC3AD4}" dt="2021-09-14T07:19:03.205" v="25" actId="700"/>
          <ac:spMkLst>
            <pc:docMk/>
            <pc:sldMk cId="3571374310" sldId="548"/>
            <ac:spMk id="2" creationId="{B05D0D39-67BD-4C48-A3ED-53EEDDD37B67}"/>
          </ac:spMkLst>
        </pc:spChg>
        <pc:spChg chg="del">
          <ac:chgData name="Le Thi Kim Oanh (FE FPTU CT)" userId="33772939-cd87-45c1-be61-e0648bc25a53" providerId="ADAL" clId="{9EB45108-2B8E-4F79-9484-8C559AFC3AD4}" dt="2021-09-14T07:19:03.205" v="25" actId="700"/>
          <ac:spMkLst>
            <pc:docMk/>
            <pc:sldMk cId="3571374310" sldId="548"/>
            <ac:spMk id="3" creationId="{F94B6986-25EC-420F-9F9D-D755834901FE}"/>
          </ac:spMkLst>
        </pc:spChg>
        <pc:spChg chg="del">
          <ac:chgData name="Le Thi Kim Oanh (FE FPTU CT)" userId="33772939-cd87-45c1-be61-e0648bc25a53" providerId="ADAL" clId="{9EB45108-2B8E-4F79-9484-8C559AFC3AD4}" dt="2021-09-14T07:19:03.205" v="25" actId="700"/>
          <ac:spMkLst>
            <pc:docMk/>
            <pc:sldMk cId="3571374310" sldId="548"/>
            <ac:spMk id="4" creationId="{FD48213B-896E-4BB6-96F4-02D67D05EDFB}"/>
          </ac:spMkLst>
        </pc:spChg>
        <pc:picChg chg="add mod">
          <ac:chgData name="Le Thi Kim Oanh (FE FPTU CT)" userId="33772939-cd87-45c1-be61-e0648bc25a53" providerId="ADAL" clId="{9EB45108-2B8E-4F79-9484-8C559AFC3AD4}" dt="2021-09-14T07:19:15.447" v="32" actId="1076"/>
          <ac:picMkLst>
            <pc:docMk/>
            <pc:sldMk cId="3571374310" sldId="548"/>
            <ac:picMk id="6" creationId="{EAF38FFD-D8CC-4661-9D92-D6B5CFEA9810}"/>
          </ac:picMkLst>
        </pc:picChg>
      </pc:sldChg>
      <pc:sldChg chg="addSp delSp modSp add mod">
        <pc:chgData name="Le Thi Kim Oanh (FE FPTU CT)" userId="33772939-cd87-45c1-be61-e0648bc25a53" providerId="ADAL" clId="{9EB45108-2B8E-4F79-9484-8C559AFC3AD4}" dt="2021-10-19T16:09:12.602" v="192" actId="1076"/>
        <pc:sldMkLst>
          <pc:docMk/>
          <pc:sldMk cId="334741790" sldId="549"/>
        </pc:sldMkLst>
        <pc:picChg chg="del">
          <ac:chgData name="Le Thi Kim Oanh (FE FPTU CT)" userId="33772939-cd87-45c1-be61-e0648bc25a53" providerId="ADAL" clId="{9EB45108-2B8E-4F79-9484-8C559AFC3AD4}" dt="2021-10-19T16:08:20.947" v="179" actId="478"/>
          <ac:picMkLst>
            <pc:docMk/>
            <pc:sldMk cId="334741790" sldId="549"/>
            <ac:picMk id="3" creationId="{FE53983C-FAAD-4D16-8A48-EF0723EA13AA}"/>
          </ac:picMkLst>
        </pc:picChg>
        <pc:picChg chg="add mod">
          <ac:chgData name="Le Thi Kim Oanh (FE FPTU CT)" userId="33772939-cd87-45c1-be61-e0648bc25a53" providerId="ADAL" clId="{9EB45108-2B8E-4F79-9484-8C559AFC3AD4}" dt="2021-10-19T16:09:12.602" v="192" actId="1076"/>
          <ac:picMkLst>
            <pc:docMk/>
            <pc:sldMk cId="334741790" sldId="549"/>
            <ac:picMk id="4" creationId="{DD83FF57-75C0-4BCD-AC0F-BC77ADF4A82B}"/>
          </ac:picMkLst>
        </pc:picChg>
      </pc:sldChg>
      <pc:sldChg chg="addSp modSp add mod">
        <pc:chgData name="Le Thi Kim Oanh (FE FPTU CT)" userId="33772939-cd87-45c1-be61-e0648bc25a53" providerId="ADAL" clId="{9EB45108-2B8E-4F79-9484-8C559AFC3AD4}" dt="2021-10-19T16:09:30.006" v="198" actId="14100"/>
        <pc:sldMkLst>
          <pc:docMk/>
          <pc:sldMk cId="1719993830" sldId="550"/>
        </pc:sldMkLst>
        <pc:picChg chg="add mod">
          <ac:chgData name="Le Thi Kim Oanh (FE FPTU CT)" userId="33772939-cd87-45c1-be61-e0648bc25a53" providerId="ADAL" clId="{9EB45108-2B8E-4F79-9484-8C559AFC3AD4}" dt="2021-10-19T16:09:30.006" v="198" actId="14100"/>
          <ac:picMkLst>
            <pc:docMk/>
            <pc:sldMk cId="1719993830" sldId="550"/>
            <ac:picMk id="3" creationId="{FC8C4336-899A-4243-A401-44FF9336C4AB}"/>
          </ac:picMkLst>
        </pc:picChg>
      </pc:sldChg>
      <pc:sldChg chg="addSp modSp add mod">
        <pc:chgData name="Le Thi Kim Oanh (FE FPTU CT)" userId="33772939-cd87-45c1-be61-e0648bc25a53" providerId="ADAL" clId="{9EB45108-2B8E-4F79-9484-8C559AFC3AD4}" dt="2021-10-19T16:09:44.958" v="203" actId="1076"/>
        <pc:sldMkLst>
          <pc:docMk/>
          <pc:sldMk cId="2799116517" sldId="551"/>
        </pc:sldMkLst>
        <pc:picChg chg="add mod">
          <ac:chgData name="Le Thi Kim Oanh (FE FPTU CT)" userId="33772939-cd87-45c1-be61-e0648bc25a53" providerId="ADAL" clId="{9EB45108-2B8E-4F79-9484-8C559AFC3AD4}" dt="2021-10-19T16:09:44.958" v="203" actId="1076"/>
          <ac:picMkLst>
            <pc:docMk/>
            <pc:sldMk cId="2799116517" sldId="551"/>
            <ac:picMk id="3" creationId="{8F766401-9A73-46C1-9BA4-99B28C46C3D3}"/>
          </ac:picMkLst>
        </pc:picChg>
      </pc:sldChg>
      <pc:sldChg chg="addSp modSp add mod">
        <pc:chgData name="Le Thi Kim Oanh (FE FPTU CT)" userId="33772939-cd87-45c1-be61-e0648bc25a53" providerId="ADAL" clId="{9EB45108-2B8E-4F79-9484-8C559AFC3AD4}" dt="2021-10-19T16:10:01.818" v="208" actId="1076"/>
        <pc:sldMkLst>
          <pc:docMk/>
          <pc:sldMk cId="3530476172" sldId="552"/>
        </pc:sldMkLst>
        <pc:picChg chg="add mod">
          <ac:chgData name="Le Thi Kim Oanh (FE FPTU CT)" userId="33772939-cd87-45c1-be61-e0648bc25a53" providerId="ADAL" clId="{9EB45108-2B8E-4F79-9484-8C559AFC3AD4}" dt="2021-10-19T16:10:01.818" v="208" actId="1076"/>
          <ac:picMkLst>
            <pc:docMk/>
            <pc:sldMk cId="3530476172" sldId="552"/>
            <ac:picMk id="3" creationId="{89B2C87E-0F0F-4BC4-B2DE-0A8C67C74610}"/>
          </ac:picMkLst>
        </pc:picChg>
      </pc:sldChg>
      <pc:sldChg chg="addSp delSp modSp add mod">
        <pc:chgData name="Le Thi Kim Oanh (FE FPTU CT)" userId="33772939-cd87-45c1-be61-e0648bc25a53" providerId="ADAL" clId="{9EB45108-2B8E-4F79-9484-8C559AFC3AD4}" dt="2021-10-19T16:16:57.169" v="252" actId="14100"/>
        <pc:sldMkLst>
          <pc:docMk/>
          <pc:sldMk cId="1570236978" sldId="553"/>
        </pc:sldMkLst>
        <pc:picChg chg="add del mod">
          <ac:chgData name="Le Thi Kim Oanh (FE FPTU CT)" userId="33772939-cd87-45c1-be61-e0648bc25a53" providerId="ADAL" clId="{9EB45108-2B8E-4F79-9484-8C559AFC3AD4}" dt="2021-10-19T16:10:21.642" v="212" actId="478"/>
          <ac:picMkLst>
            <pc:docMk/>
            <pc:sldMk cId="1570236978" sldId="553"/>
            <ac:picMk id="3" creationId="{16D4461E-E16E-43A7-AFF1-B3166F21E615}"/>
          </ac:picMkLst>
        </pc:picChg>
        <pc:picChg chg="add del mod">
          <ac:chgData name="Le Thi Kim Oanh (FE FPTU CT)" userId="33772939-cd87-45c1-be61-e0648bc25a53" providerId="ADAL" clId="{9EB45108-2B8E-4F79-9484-8C559AFC3AD4}" dt="2021-10-19T16:16:44.761" v="247" actId="478"/>
          <ac:picMkLst>
            <pc:docMk/>
            <pc:sldMk cId="1570236978" sldId="553"/>
            <ac:picMk id="5" creationId="{66A68CA8-B3B2-427B-96FB-F11436CD0834}"/>
          </ac:picMkLst>
        </pc:picChg>
        <pc:picChg chg="add mod">
          <ac:chgData name="Le Thi Kim Oanh (FE FPTU CT)" userId="33772939-cd87-45c1-be61-e0648bc25a53" providerId="ADAL" clId="{9EB45108-2B8E-4F79-9484-8C559AFC3AD4}" dt="2021-10-19T16:16:57.169" v="252" actId="14100"/>
          <ac:picMkLst>
            <pc:docMk/>
            <pc:sldMk cId="1570236978" sldId="553"/>
            <ac:picMk id="7" creationId="{F0DC8EB8-5E01-49BE-8FAD-9144B45A0A5B}"/>
          </ac:picMkLst>
        </pc:picChg>
      </pc:sldChg>
      <pc:sldChg chg="addSp modSp add mod ord">
        <pc:chgData name="Le Thi Kim Oanh (FE FPTU CT)" userId="33772939-cd87-45c1-be61-e0648bc25a53" providerId="ADAL" clId="{9EB45108-2B8E-4F79-9484-8C559AFC3AD4}" dt="2021-10-19T16:14:38.862" v="241" actId="14100"/>
        <pc:sldMkLst>
          <pc:docMk/>
          <pc:sldMk cId="2028664026" sldId="554"/>
        </pc:sldMkLst>
        <pc:picChg chg="add mod">
          <ac:chgData name="Le Thi Kim Oanh (FE FPTU CT)" userId="33772939-cd87-45c1-be61-e0648bc25a53" providerId="ADAL" clId="{9EB45108-2B8E-4F79-9484-8C559AFC3AD4}" dt="2021-10-19T16:14:38.862" v="241" actId="14100"/>
          <ac:picMkLst>
            <pc:docMk/>
            <pc:sldMk cId="2028664026" sldId="554"/>
            <ac:picMk id="3" creationId="{0BDAF305-9AD6-4846-AD9A-FBB779FADD35}"/>
          </ac:picMkLst>
        </pc:picChg>
      </pc:sldChg>
      <pc:sldChg chg="addSp delSp modSp add mod">
        <pc:chgData name="Le Thi Kim Oanh (FE FPTU CT)" userId="33772939-cd87-45c1-be61-e0648bc25a53" providerId="ADAL" clId="{9EB45108-2B8E-4F79-9484-8C559AFC3AD4}" dt="2021-10-19T16:16:31.906" v="246" actId="962"/>
        <pc:sldMkLst>
          <pc:docMk/>
          <pc:sldMk cId="1102976744" sldId="555"/>
        </pc:sldMkLst>
        <pc:picChg chg="add del mod">
          <ac:chgData name="Le Thi Kim Oanh (FE FPTU CT)" userId="33772939-cd87-45c1-be61-e0648bc25a53" providerId="ADAL" clId="{9EB45108-2B8E-4F79-9484-8C559AFC3AD4}" dt="2021-10-19T16:16:02.204" v="242" actId="478"/>
          <ac:picMkLst>
            <pc:docMk/>
            <pc:sldMk cId="1102976744" sldId="555"/>
            <ac:picMk id="3" creationId="{97AC19DB-5FC3-4496-9F21-D89704154B58}"/>
          </ac:picMkLst>
        </pc:picChg>
        <pc:picChg chg="add mod">
          <ac:chgData name="Le Thi Kim Oanh (FE FPTU CT)" userId="33772939-cd87-45c1-be61-e0648bc25a53" providerId="ADAL" clId="{9EB45108-2B8E-4F79-9484-8C559AFC3AD4}" dt="2021-10-19T16:16:31.906" v="246" actId="962"/>
          <ac:picMkLst>
            <pc:docMk/>
            <pc:sldMk cId="1102976744" sldId="555"/>
            <ac:picMk id="5" creationId="{AE88CF7B-2FCE-426A-9CF9-5A5C2C5821AD}"/>
          </ac:picMkLst>
        </pc:picChg>
      </pc:sldChg>
      <pc:sldChg chg="addSp modSp add mod">
        <pc:chgData name="Le Thi Kim Oanh (FE FPTU CT)" userId="33772939-cd87-45c1-be61-e0648bc25a53" providerId="ADAL" clId="{9EB45108-2B8E-4F79-9484-8C559AFC3AD4}" dt="2021-10-19T16:12:10.357" v="237" actId="962"/>
        <pc:sldMkLst>
          <pc:docMk/>
          <pc:sldMk cId="3699525454" sldId="556"/>
        </pc:sldMkLst>
        <pc:picChg chg="add mod">
          <ac:chgData name="Le Thi Kim Oanh (FE FPTU CT)" userId="33772939-cd87-45c1-be61-e0648bc25a53" providerId="ADAL" clId="{9EB45108-2B8E-4F79-9484-8C559AFC3AD4}" dt="2021-10-19T16:12:10.357" v="237" actId="962"/>
          <ac:picMkLst>
            <pc:docMk/>
            <pc:sldMk cId="3699525454" sldId="556"/>
            <ac:picMk id="3" creationId="{28B87E99-6AF0-4780-ADFB-F3427BDD476A}"/>
          </ac:picMkLst>
        </pc:picChg>
      </pc:sldChg>
      <pc:sldChg chg="addSp modSp add mod">
        <pc:chgData name="Le Thi Kim Oanh (FE FPTU CT)" userId="33772939-cd87-45c1-be61-e0648bc25a53" providerId="ADAL" clId="{9EB45108-2B8E-4F79-9484-8C559AFC3AD4}" dt="2021-10-19T16:12:41.501" v="240" actId="962"/>
        <pc:sldMkLst>
          <pc:docMk/>
          <pc:sldMk cId="1473868764" sldId="557"/>
        </pc:sldMkLst>
        <pc:picChg chg="add mod">
          <ac:chgData name="Le Thi Kim Oanh (FE FPTU CT)" userId="33772939-cd87-45c1-be61-e0648bc25a53" providerId="ADAL" clId="{9EB45108-2B8E-4F79-9484-8C559AFC3AD4}" dt="2021-10-19T16:12:41.501" v="240" actId="962"/>
          <ac:picMkLst>
            <pc:docMk/>
            <pc:sldMk cId="1473868764" sldId="557"/>
            <ac:picMk id="3" creationId="{07F10CC3-F998-40C0-8E73-5F36FEF7B85A}"/>
          </ac:picMkLst>
        </pc:picChg>
      </pc:sldChg>
    </pc:docChg>
  </pc:docChgLst>
  <pc:docChgLst>
    <pc:chgData name="Oanh Le Thi Kim  (FE FPTU CT)" userId="33772939-cd87-45c1-be61-e0648bc25a53" providerId="ADAL" clId="{9EB45108-2B8E-4F79-9484-8C559AFC3AD4}"/>
    <pc:docChg chg="addSld delSld modSld delSection modSection">
      <pc:chgData name="Oanh Le Thi Kim  (FE FPTU CT)" userId="33772939-cd87-45c1-be61-e0648bc25a53" providerId="ADAL" clId="{9EB45108-2B8E-4F79-9484-8C559AFC3AD4}" dt="2021-08-22T02:16:36.570" v="5"/>
      <pc:docMkLst>
        <pc:docMk/>
      </pc:docMkLst>
      <pc:sldChg chg="delSp add del setBg delDesignElem">
        <pc:chgData name="Oanh Le Thi Kim  (FE FPTU CT)" userId="33772939-cd87-45c1-be61-e0648bc25a53" providerId="ADAL" clId="{9EB45108-2B8E-4F79-9484-8C559AFC3AD4}" dt="2021-08-22T02:16:36.570" v="5"/>
        <pc:sldMkLst>
          <pc:docMk/>
          <pc:sldMk cId="1809037783" sldId="256"/>
        </pc:sldMkLst>
        <pc:spChg chg="del">
          <ac:chgData name="Oanh Le Thi Kim  (FE FPTU CT)" userId="33772939-cd87-45c1-be61-e0648bc25a53" providerId="ADAL" clId="{9EB45108-2B8E-4F79-9484-8C559AFC3AD4}" dt="2021-08-22T02:16:36.570" v="5"/>
          <ac:spMkLst>
            <pc:docMk/>
            <pc:sldMk cId="1809037783" sldId="256"/>
            <ac:spMk id="27" creationId="{7E0DC0F3-E144-463E-88B2-409384AEEEDB}"/>
          </ac:spMkLst>
        </pc:spChg>
        <pc:spChg chg="del">
          <ac:chgData name="Oanh Le Thi Kim  (FE FPTU CT)" userId="33772939-cd87-45c1-be61-e0648bc25a53" providerId="ADAL" clId="{9EB45108-2B8E-4F79-9484-8C559AFC3AD4}" dt="2021-08-22T02:16:36.570" v="5"/>
          <ac:spMkLst>
            <pc:docMk/>
            <pc:sldMk cId="1809037783" sldId="256"/>
            <ac:spMk id="28" creationId="{13A8998A-DE1B-4FAE-820A-8A8B3A7B2EE0}"/>
          </ac:spMkLst>
        </pc:spChg>
        <pc:spChg chg="del">
          <ac:chgData name="Oanh Le Thi Kim  (FE FPTU CT)" userId="33772939-cd87-45c1-be61-e0648bc25a53" providerId="ADAL" clId="{9EB45108-2B8E-4F79-9484-8C559AFC3AD4}" dt="2021-08-22T02:16:36.570" v="5"/>
          <ac:spMkLst>
            <pc:docMk/>
            <pc:sldMk cId="1809037783" sldId="256"/>
            <ac:spMk id="29" creationId="{39EBA89E-988C-457C-8BDF-3AAB4D9C5878}"/>
          </ac:spMkLst>
        </pc:spChg>
        <pc:spChg chg="del">
          <ac:chgData name="Oanh Le Thi Kim  (FE FPTU CT)" userId="33772939-cd87-45c1-be61-e0648bc25a53" providerId="ADAL" clId="{9EB45108-2B8E-4F79-9484-8C559AFC3AD4}" dt="2021-08-22T02:16:36.570" v="5"/>
          <ac:spMkLst>
            <pc:docMk/>
            <pc:sldMk cId="1809037783" sldId="256"/>
            <ac:spMk id="30" creationId="{F7F6B76E-48DD-46FC-A900-366468BBE2D7}"/>
          </ac:spMkLst>
        </pc:spChg>
        <pc:spChg chg="del">
          <ac:chgData name="Oanh Le Thi Kim  (FE FPTU CT)" userId="33772939-cd87-45c1-be61-e0648bc25a53" providerId="ADAL" clId="{9EB45108-2B8E-4F79-9484-8C559AFC3AD4}" dt="2021-08-22T02:16:36.570" v="5"/>
          <ac:spMkLst>
            <pc:docMk/>
            <pc:sldMk cId="1809037783" sldId="256"/>
            <ac:spMk id="31" creationId="{313DBE6E-A8BE-42BD-A187-65E0DDA0DC82}"/>
          </ac:spMkLst>
        </pc:spChg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406647322" sldId="363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4025790530" sldId="444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715108067" sldId="455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479023796" sldId="465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1463685746" sldId="467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1651932579" sldId="469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362160084" sldId="481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151075774" sldId="496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974939322" sldId="498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966064167" sldId="499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85947829" sldId="500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902859379" sldId="507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4106046634" sldId="511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447244196" sldId="515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3188478350" sldId="522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3327128442" sldId="523"/>
        </pc:sldMkLst>
      </pc:sldChg>
      <pc:sldChg chg="del">
        <pc:chgData name="Oanh Le Thi Kim  (FE FPTU CT)" userId="33772939-cd87-45c1-be61-e0648bc25a53" providerId="ADAL" clId="{9EB45108-2B8E-4F79-9484-8C559AFC3AD4}" dt="2021-08-08T10:08:36.352" v="0" actId="47"/>
        <pc:sldMkLst>
          <pc:docMk/>
          <pc:sldMk cId="3578843821" sldId="524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061728550" sldId="525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525301300" sldId="526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609547584" sldId="527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4197795030" sldId="528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2142847344" sldId="529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1240510156" sldId="530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1876143650" sldId="531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4116813254" sldId="532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1828293573" sldId="533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2779800683" sldId="534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1861529350" sldId="535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2274424584" sldId="536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2666912814" sldId="537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064711339" sldId="539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2233207590" sldId="540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634359327" sldId="541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414653852" sldId="547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747912885" sldId="548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431587780" sldId="549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827892753" sldId="550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2929011081" sldId="551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840231377" sldId="552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2419891642" sldId="553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2530819923" sldId="554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523308158" sldId="555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2307656227" sldId="556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275638838" sldId="557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4189729720" sldId="558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933939711" sldId="559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47248008" sldId="560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3499322909" sldId="561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2700409769" sldId="562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1072070141" sldId="563"/>
        </pc:sldMkLst>
      </pc:sldChg>
      <pc:sldChg chg="del">
        <pc:chgData name="Oanh Le Thi Kim  (FE FPTU CT)" userId="33772939-cd87-45c1-be61-e0648bc25a53" providerId="ADAL" clId="{9EB45108-2B8E-4F79-9484-8C559AFC3AD4}" dt="2021-08-08T10:08:54.572" v="2" actId="47"/>
        <pc:sldMkLst>
          <pc:docMk/>
          <pc:sldMk cId="2342303636" sldId="564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495950575" sldId="566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2222945943" sldId="567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3718655682" sldId="568"/>
        </pc:sldMkLst>
      </pc:sldChg>
      <pc:sldChg chg="del">
        <pc:chgData name="Oanh Le Thi Kim  (FE FPTU CT)" userId="33772939-cd87-45c1-be61-e0648bc25a53" providerId="ADAL" clId="{9EB45108-2B8E-4F79-9484-8C559AFC3AD4}" dt="2021-08-08T10:08:45.956" v="1" actId="47"/>
        <pc:sldMkLst>
          <pc:docMk/>
          <pc:sldMk cId="754117947" sldId="5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8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95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02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44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04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90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73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26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47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67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61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66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Cho SV viết về một trải nghiệm về tai nạn hoặc sự cố và phát biểu tại lớp.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84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GV tự chuẩn bị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8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3" y="76169"/>
            <a:ext cx="5304739" cy="556996"/>
          </a:xfrm>
          <a:prstGeom prst="rect">
            <a:avLst/>
          </a:prstGeom>
        </p:spPr>
      </p:pic>
      <p:pic>
        <p:nvPicPr>
          <p:cNvPr id="2" name="Picture 2" descr="ペットと避難している人たちのイラスト">
            <a:extLst>
              <a:ext uri="{FF2B5EF4-FFF2-40B4-BE49-F238E27FC236}">
                <a16:creationId xmlns:a16="http://schemas.microsoft.com/office/drawing/2014/main" id="{A4E34955-B981-45EA-BD27-FB70B4141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472" y="1282012"/>
            <a:ext cx="4614130" cy="46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928" y="1702959"/>
            <a:ext cx="4558191" cy="1283186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6000" b="1" dirty="0">
                <a:solidFill>
                  <a:srgbClr val="FF0000"/>
                </a:solidFill>
              </a:rPr>
              <a:t>第</a:t>
            </a:r>
            <a:r>
              <a:rPr lang="vi-VN" altLang="ja-JP" sz="6000" b="1" dirty="0">
                <a:solidFill>
                  <a:srgbClr val="FF0000"/>
                </a:solidFill>
              </a:rPr>
              <a:t>5</a:t>
            </a:r>
            <a:r>
              <a:rPr lang="ja-JP" altLang="en-US" sz="6000" b="1" dirty="0">
                <a:solidFill>
                  <a:srgbClr val="FF0000"/>
                </a:solidFill>
              </a:rPr>
              <a:t>課</a:t>
            </a:r>
            <a:endParaRPr lang="en-US" sz="6000" b="1" dirty="0">
              <a:solidFill>
                <a:srgbClr val="FF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1056" y="3234881"/>
            <a:ext cx="4558191" cy="2819365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altLang="ja-JP" sz="2400" b="1" dirty="0">
              <a:solidFill>
                <a:srgbClr val="FEFFFF"/>
              </a:solidFill>
            </a:endParaRPr>
          </a:p>
          <a:p>
            <a:pPr marL="0" indent="0" algn="ctr">
              <a:buNone/>
            </a:pPr>
            <a:r>
              <a:rPr lang="ja-JP" altLang="en-US" sz="6000" b="1" dirty="0">
                <a:solidFill>
                  <a:srgbClr val="FF0000"/>
                </a:solidFill>
              </a:rPr>
              <a:t>緊急事態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56781" y="2658449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8" y="2929387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5E9C53"/>
                </a:solidFill>
                <a:cs typeface="Arial" pitchFamily="34" charset="0"/>
              </a:rPr>
              <a:t>書き練習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56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782735" y="1657918"/>
            <a:ext cx="509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やってみよう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(71)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55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FE53983C-FAAD-4D16-8A48-EF0723EA1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2" y="730884"/>
            <a:ext cx="11164709" cy="505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7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D83FF57-75C0-4BCD-AC0F-BC77ADF4A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83" y="369516"/>
            <a:ext cx="8845034" cy="611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1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writing&#10;&#10;Description automatically generated with low confidence">
            <a:extLst>
              <a:ext uri="{FF2B5EF4-FFF2-40B4-BE49-F238E27FC236}">
                <a16:creationId xmlns:a16="http://schemas.microsoft.com/office/drawing/2014/main" id="{FC8C4336-899A-4243-A401-44FF9336C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7" y="1250156"/>
            <a:ext cx="11364686" cy="43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9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8F766401-9A73-46C1-9BA4-99B28C46C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12" y="242250"/>
            <a:ext cx="10452375" cy="637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1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89B2C87E-0F0F-4BC4-B2DE-0A8C67C74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93" y="414949"/>
            <a:ext cx="10709813" cy="568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7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F0DC8EB8-5E01-49BE-8FAD-9144B45A0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" y="604837"/>
            <a:ext cx="1122099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3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74" y="890337"/>
            <a:ext cx="10984831" cy="4415588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交通機関がとまっている状況を説明するときの表現　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28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2800" b="1" dirty="0">
                <a:solidFill>
                  <a:srgbClr val="A11D2B"/>
                </a:solidFill>
              </a:rPr>
              <a:t>―</a:t>
            </a:r>
            <a:r>
              <a:rPr lang="vi-VN" altLang="ja-JP" sz="2800" b="1" dirty="0">
                <a:solidFill>
                  <a:srgbClr val="A11D2B"/>
                </a:solidFill>
              </a:rPr>
              <a:t>36 &amp; 37</a:t>
            </a:r>
            <a:r>
              <a:rPr lang="ja-JP" altLang="en-US" sz="2800" b="1" dirty="0">
                <a:solidFill>
                  <a:srgbClr val="A11D2B"/>
                </a:solidFill>
              </a:rPr>
              <a:t>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823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AE88CF7B-2FCE-426A-9CF9-5A5C2C582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75" y="-104503"/>
            <a:ext cx="9780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28B87E99-6AF0-4780-ADFB-F3427BDD4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25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0BDAF305-9AD6-4846-AD9A-FBB779FAD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09" y="387257"/>
            <a:ext cx="10378728" cy="639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6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07F10CC3-F998-40C0-8E73-5F36FEF7B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70" y="0"/>
            <a:ext cx="10437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68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26" y="962527"/>
            <a:ext cx="10609411" cy="3730870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やってみよう</a:t>
            </a:r>
            <a:r>
              <a:rPr lang="vi-VN" altLang="ja-JP" sz="4000" b="1" dirty="0">
                <a:solidFill>
                  <a:srgbClr val="A11D2B"/>
                </a:solidFill>
              </a:rPr>
              <a:t>(</a:t>
            </a:r>
            <a:r>
              <a:rPr lang="en-US" altLang="ja-JP" sz="4000" b="1" dirty="0">
                <a:solidFill>
                  <a:srgbClr val="A11D2B"/>
                </a:solidFill>
              </a:rPr>
              <a:t>71</a:t>
            </a:r>
            <a:r>
              <a:rPr lang="vi-VN" altLang="ja-JP" sz="4000" b="1" dirty="0">
                <a:solidFill>
                  <a:srgbClr val="A11D2B"/>
                </a:solidFill>
              </a:rPr>
              <a:t>)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2800" b="1" dirty="0">
                <a:solidFill>
                  <a:srgbClr val="A11D2B"/>
                </a:solidFill>
                <a:highlight>
                  <a:srgbClr val="FFFF00"/>
                </a:highlight>
              </a:rPr>
              <a:t>周 りの人と経 験を共 有 しましょう。</a:t>
            </a:r>
            <a:br>
              <a:rPr lang="en-US" altLang="ja-JP" sz="2800" b="1" dirty="0">
                <a:solidFill>
                  <a:srgbClr val="A11D2B"/>
                </a:solidFill>
                <a:highlight>
                  <a:srgbClr val="FFFF00"/>
                </a:highlight>
              </a:rPr>
            </a:br>
            <a:endParaRPr lang="en-US" sz="40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8392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26" y="962527"/>
            <a:ext cx="10609411" cy="3730870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書き練習</a:t>
            </a:r>
            <a:br>
              <a:rPr lang="en-US" altLang="ja-JP" sz="4800" b="1" dirty="0">
                <a:solidFill>
                  <a:srgbClr val="A11D2B"/>
                </a:solidFill>
              </a:rPr>
            </a:br>
            <a:endParaRPr lang="en-US" sz="48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66163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7235</TotalTime>
  <Words>150</Words>
  <Application>Microsoft Office PowerPoint</Application>
  <PresentationFormat>Widescreen</PresentationFormat>
  <Paragraphs>42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第5課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交通機関がとまっている状況を説明するときの表現　 （ワークブック―36 &amp; 37ページ）　</vt:lpstr>
      <vt:lpstr>PowerPoint Presentation</vt:lpstr>
      <vt:lpstr>PowerPoint Presentation</vt:lpstr>
      <vt:lpstr>PowerPoint Presentation</vt:lpstr>
      <vt:lpstr>PowerPoint Presentation</vt:lpstr>
      <vt:lpstr>やってみよう(71)  周 りの人と経 験を共 有 しましょう。 </vt:lpstr>
      <vt:lpstr>書き練習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19</cp:revision>
  <dcterms:created xsi:type="dcterms:W3CDTF">2021-07-16T02:45:36Z</dcterms:created>
  <dcterms:modified xsi:type="dcterms:W3CDTF">2021-10-19T16:17:50Z</dcterms:modified>
</cp:coreProperties>
</file>