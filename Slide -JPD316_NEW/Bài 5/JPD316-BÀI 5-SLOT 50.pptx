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427" r:id="rId3"/>
    <p:sldId id="534" r:id="rId4"/>
    <p:sldId id="571" r:id="rId5"/>
    <p:sldId id="533" r:id="rId6"/>
    <p:sldId id="485" r:id="rId7"/>
    <p:sldId id="415" r:id="rId8"/>
    <p:sldId id="486" r:id="rId9"/>
    <p:sldId id="532" r:id="rId10"/>
    <p:sldId id="491" r:id="rId11"/>
    <p:sldId id="535" r:id="rId12"/>
    <p:sldId id="536" r:id="rId13"/>
    <p:sldId id="537" r:id="rId14"/>
    <p:sldId id="572" r:id="rId15"/>
    <p:sldId id="570" r:id="rId16"/>
    <p:sldId id="487" r:id="rId17"/>
    <p:sldId id="568" r:id="rId18"/>
    <p:sldId id="539" r:id="rId19"/>
    <p:sldId id="573" r:id="rId20"/>
    <p:sldId id="540" r:id="rId21"/>
    <p:sldId id="552" r:id="rId22"/>
    <p:sldId id="5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D2B"/>
    <a:srgbClr val="5E9C53"/>
    <a:srgbClr val="D9910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AF005-2350-4CF0-8953-9ECD25E41BE5}" v="9" dt="2021-09-14T04:08:41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77025" autoAdjust="0"/>
  </p:normalViewPr>
  <p:slideViewPr>
    <p:cSldViewPr snapToGrid="0" showGuides="1">
      <p:cViewPr varScale="1">
        <p:scale>
          <a:sx n="49" d="100"/>
          <a:sy n="49" d="100"/>
        </p:scale>
        <p:origin x="532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103AF005-2350-4CF0-8953-9ECD25E41BE5}"/>
    <pc:docChg chg="custSel addSld modSld sldOrd">
      <pc:chgData name="Le Thi Kim Oanh (FE FPTU CT)" userId="33772939-cd87-45c1-be61-e0648bc25a53" providerId="ADAL" clId="{103AF005-2350-4CF0-8953-9ECD25E41BE5}" dt="2021-09-14T04:08:49.808" v="166" actId="14100"/>
      <pc:docMkLst>
        <pc:docMk/>
      </pc:docMkLst>
      <pc:sldChg chg="modSp mod">
        <pc:chgData name="Le Thi Kim Oanh (FE FPTU CT)" userId="33772939-cd87-45c1-be61-e0648bc25a53" providerId="ADAL" clId="{103AF005-2350-4CF0-8953-9ECD25E41BE5}" dt="2021-09-13T13:38:05.192" v="2" actId="20577"/>
        <pc:sldMkLst>
          <pc:docMk/>
          <pc:sldMk cId="1364144826" sldId="427"/>
        </pc:sldMkLst>
        <pc:spChg chg="mod">
          <ac:chgData name="Le Thi Kim Oanh (FE FPTU CT)" userId="33772939-cd87-45c1-be61-e0648bc25a53" providerId="ADAL" clId="{103AF005-2350-4CF0-8953-9ECD25E41BE5}" dt="2021-09-13T13:38:05.192" v="2" actId="20577"/>
          <ac:spMkLst>
            <pc:docMk/>
            <pc:sldMk cId="1364144826" sldId="427"/>
            <ac:spMk id="2" creationId="{5EF6DCCE-80F6-4D0D-97C7-067D35D1D426}"/>
          </ac:spMkLst>
        </pc:spChg>
      </pc:sldChg>
      <pc:sldChg chg="addSp delSp modSp add mod">
        <pc:chgData name="Le Thi Kim Oanh (FE FPTU CT)" userId="33772939-cd87-45c1-be61-e0648bc25a53" providerId="ADAL" clId="{103AF005-2350-4CF0-8953-9ECD25E41BE5}" dt="2021-09-14T04:07:50.377" v="143" actId="20577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103AF005-2350-4CF0-8953-9ECD25E41BE5}" dt="2021-09-14T04:07:50.377" v="143" actId="20577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103AF005-2350-4CF0-8953-9ECD25E41BE5}" dt="2021-09-14T04:07:24.706" v="134" actId="931"/>
          <ac:spMkLst>
            <pc:docMk/>
            <pc:sldMk cId="3766553441" sldId="532"/>
            <ac:spMk id="4" creationId="{E285BCE4-57C1-41BA-9E09-8F0ED0CE9CAE}"/>
          </ac:spMkLst>
        </pc:spChg>
        <pc:picChg chg="del mod">
          <ac:chgData name="Le Thi Kim Oanh (FE FPTU CT)" userId="33772939-cd87-45c1-be61-e0648bc25a53" providerId="ADAL" clId="{103AF005-2350-4CF0-8953-9ECD25E41BE5}" dt="2021-09-14T04:07:07.755" v="133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103AF005-2350-4CF0-8953-9ECD25E41BE5}" dt="2021-09-14T04:07:31.973" v="139" actId="14100"/>
          <ac:picMkLst>
            <pc:docMk/>
            <pc:sldMk cId="3766553441" sldId="532"/>
            <ac:picMk id="7" creationId="{741832F0-4184-4826-8E19-FD18C74080C9}"/>
          </ac:picMkLst>
        </pc:picChg>
      </pc:sldChg>
      <pc:sldChg chg="modSp mod">
        <pc:chgData name="Le Thi Kim Oanh (FE FPTU CT)" userId="33772939-cd87-45c1-be61-e0648bc25a53" providerId="ADAL" clId="{103AF005-2350-4CF0-8953-9ECD25E41BE5}" dt="2021-09-14T04:06:04.855" v="124" actId="403"/>
        <pc:sldMkLst>
          <pc:docMk/>
          <pc:sldMk cId="2779800683" sldId="534"/>
        </pc:sldMkLst>
        <pc:spChg chg="mod">
          <ac:chgData name="Le Thi Kim Oanh (FE FPTU CT)" userId="33772939-cd87-45c1-be61-e0648bc25a53" providerId="ADAL" clId="{103AF005-2350-4CF0-8953-9ECD25E41BE5}" dt="2021-09-14T04:06:04.855" v="124" actId="403"/>
          <ac:spMkLst>
            <pc:docMk/>
            <pc:sldMk cId="2779800683" sldId="534"/>
            <ac:spMk id="5" creationId="{485E738B-E132-4B09-B7BA-42FEFDECCBAB}"/>
          </ac:spMkLst>
        </pc:spChg>
      </pc:sldChg>
      <pc:sldChg chg="addSp delSp modSp new mod setBg modClrScheme chgLayout">
        <pc:chgData name="Le Thi Kim Oanh (FE FPTU CT)" userId="33772939-cd87-45c1-be61-e0648bc25a53" providerId="ADAL" clId="{103AF005-2350-4CF0-8953-9ECD25E41BE5}" dt="2021-09-14T04:06:27.524" v="130" actId="26606"/>
        <pc:sldMkLst>
          <pc:docMk/>
          <pc:sldMk cId="3898963718" sldId="571"/>
        </pc:sldMkLst>
        <pc:spChg chg="del">
          <ac:chgData name="Le Thi Kim Oanh (FE FPTU CT)" userId="33772939-cd87-45c1-be61-e0648bc25a53" providerId="ADAL" clId="{103AF005-2350-4CF0-8953-9ECD25E41BE5}" dt="2021-09-14T04:06:15.909" v="126" actId="700"/>
          <ac:spMkLst>
            <pc:docMk/>
            <pc:sldMk cId="3898963718" sldId="571"/>
            <ac:spMk id="2" creationId="{FCB91897-F9F3-47C4-8FFA-C64B1F38BA60}"/>
          </ac:spMkLst>
        </pc:spChg>
        <pc:spChg chg="del">
          <ac:chgData name="Le Thi Kim Oanh (FE FPTU CT)" userId="33772939-cd87-45c1-be61-e0648bc25a53" providerId="ADAL" clId="{103AF005-2350-4CF0-8953-9ECD25E41BE5}" dt="2021-09-14T04:06:15.909" v="126" actId="700"/>
          <ac:spMkLst>
            <pc:docMk/>
            <pc:sldMk cId="3898963718" sldId="571"/>
            <ac:spMk id="3" creationId="{DE502C7F-F08C-4EC5-BC9B-970B8900A4E7}"/>
          </ac:spMkLst>
        </pc:spChg>
        <pc:spChg chg="del">
          <ac:chgData name="Le Thi Kim Oanh (FE FPTU CT)" userId="33772939-cd87-45c1-be61-e0648bc25a53" providerId="ADAL" clId="{103AF005-2350-4CF0-8953-9ECD25E41BE5}" dt="2021-09-14T04:06:15.909" v="126" actId="700"/>
          <ac:spMkLst>
            <pc:docMk/>
            <pc:sldMk cId="3898963718" sldId="571"/>
            <ac:spMk id="4" creationId="{92F343A6-CC75-441A-8169-CCA15C13A5B7}"/>
          </ac:spMkLst>
        </pc:spChg>
        <pc:picChg chg="add mod">
          <ac:chgData name="Le Thi Kim Oanh (FE FPTU CT)" userId="33772939-cd87-45c1-be61-e0648bc25a53" providerId="ADAL" clId="{103AF005-2350-4CF0-8953-9ECD25E41BE5}" dt="2021-09-14T04:06:27.524" v="130" actId="26606"/>
          <ac:picMkLst>
            <pc:docMk/>
            <pc:sldMk cId="3898963718" sldId="571"/>
            <ac:picMk id="6" creationId="{7AF0F02B-F1EA-4F25-B169-E2944BE97470}"/>
          </ac:picMkLst>
        </pc:picChg>
      </pc:sldChg>
      <pc:sldChg chg="addSp delSp modSp add mod ord">
        <pc:chgData name="Le Thi Kim Oanh (FE FPTU CT)" userId="33772939-cd87-45c1-be61-e0648bc25a53" providerId="ADAL" clId="{103AF005-2350-4CF0-8953-9ECD25E41BE5}" dt="2021-09-14T04:08:17.677" v="153" actId="14100"/>
        <pc:sldMkLst>
          <pc:docMk/>
          <pc:sldMk cId="437871011" sldId="572"/>
        </pc:sldMkLst>
        <pc:spChg chg="add del mod">
          <ac:chgData name="Le Thi Kim Oanh (FE FPTU CT)" userId="33772939-cd87-45c1-be61-e0648bc25a53" providerId="ADAL" clId="{103AF005-2350-4CF0-8953-9ECD25E41BE5}" dt="2021-09-14T04:08:10.642" v="148" actId="931"/>
          <ac:spMkLst>
            <pc:docMk/>
            <pc:sldMk cId="437871011" sldId="572"/>
            <ac:spMk id="4" creationId="{CF8D611C-422E-4ABD-8809-AB79B0FA0C3C}"/>
          </ac:spMkLst>
        </pc:spChg>
        <pc:picChg chg="add mod">
          <ac:chgData name="Le Thi Kim Oanh (FE FPTU CT)" userId="33772939-cd87-45c1-be61-e0648bc25a53" providerId="ADAL" clId="{103AF005-2350-4CF0-8953-9ECD25E41BE5}" dt="2021-09-14T04:08:17.677" v="153" actId="14100"/>
          <ac:picMkLst>
            <pc:docMk/>
            <pc:sldMk cId="437871011" sldId="572"/>
            <ac:picMk id="6" creationId="{0335C2D8-1B23-44E3-AF92-61CC04A70EFD}"/>
          </ac:picMkLst>
        </pc:picChg>
        <pc:picChg chg="del">
          <ac:chgData name="Le Thi Kim Oanh (FE FPTU CT)" userId="33772939-cd87-45c1-be61-e0648bc25a53" providerId="ADAL" clId="{103AF005-2350-4CF0-8953-9ECD25E41BE5}" dt="2021-09-14T04:08:02.881" v="147" actId="478"/>
          <ac:picMkLst>
            <pc:docMk/>
            <pc:sldMk cId="437871011" sldId="572"/>
            <ac:picMk id="7" creationId="{741832F0-4184-4826-8E19-FD18C74080C9}"/>
          </ac:picMkLst>
        </pc:picChg>
      </pc:sldChg>
      <pc:sldChg chg="addSp delSp modSp add mod">
        <pc:chgData name="Le Thi Kim Oanh (FE FPTU CT)" userId="33772939-cd87-45c1-be61-e0648bc25a53" providerId="ADAL" clId="{103AF005-2350-4CF0-8953-9ECD25E41BE5}" dt="2021-09-14T04:08:49.808" v="166" actId="14100"/>
        <pc:sldMkLst>
          <pc:docMk/>
          <pc:sldMk cId="4052890557" sldId="573"/>
        </pc:sldMkLst>
        <pc:spChg chg="mod">
          <ac:chgData name="Le Thi Kim Oanh (FE FPTU CT)" userId="33772939-cd87-45c1-be61-e0648bc25a53" providerId="ADAL" clId="{103AF005-2350-4CF0-8953-9ECD25E41BE5}" dt="2021-09-14T04:08:30.848" v="158" actId="20577"/>
          <ac:spMkLst>
            <pc:docMk/>
            <pc:sldMk cId="4052890557" sldId="573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103AF005-2350-4CF0-8953-9ECD25E41BE5}" dt="2021-09-14T04:08:41.724" v="160" actId="931"/>
          <ac:spMkLst>
            <pc:docMk/>
            <pc:sldMk cId="4052890557" sldId="573"/>
            <ac:spMk id="4" creationId="{5B4103A7-D983-4003-B9E6-9D55325EBB7E}"/>
          </ac:spMkLst>
        </pc:spChg>
        <pc:picChg chg="del">
          <ac:chgData name="Le Thi Kim Oanh (FE FPTU CT)" userId="33772939-cd87-45c1-be61-e0648bc25a53" providerId="ADAL" clId="{103AF005-2350-4CF0-8953-9ECD25E41BE5}" dt="2021-09-14T04:08:32.961" v="159" actId="478"/>
          <ac:picMkLst>
            <pc:docMk/>
            <pc:sldMk cId="4052890557" sldId="573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103AF005-2350-4CF0-8953-9ECD25E41BE5}" dt="2021-09-14T04:08:49.808" v="166" actId="14100"/>
          <ac:picMkLst>
            <pc:docMk/>
            <pc:sldMk cId="4052890557" sldId="573"/>
            <ac:picMk id="7" creationId="{D4984598-74EF-4C4A-BE64-3E146A56D50D}"/>
          </ac:picMkLst>
        </pc:picChg>
      </pc:sldChg>
    </pc:docChg>
  </pc:docChgLst>
  <pc:docChgLst>
    <pc:chgData name="Oanh Le Thi Kim  (FE FPTU CT)" userId="33772939-cd87-45c1-be61-e0648bc25a53" providerId="ADAL" clId="{103AF005-2350-4CF0-8953-9ECD25E41BE5}"/>
    <pc:docChg chg="custSel addSld delSld modSld delSection modSection">
      <pc:chgData name="Oanh Le Thi Kim  (FE FPTU CT)" userId="33772939-cd87-45c1-be61-e0648bc25a53" providerId="ADAL" clId="{103AF005-2350-4CF0-8953-9ECD25E41BE5}" dt="2021-08-22T02:19:59.536" v="22"/>
      <pc:docMkLst>
        <pc:docMk/>
      </pc:docMkLst>
      <pc:sldChg chg="delSp add del setBg delDesignElem">
        <pc:chgData name="Oanh Le Thi Kim  (FE FPTU CT)" userId="33772939-cd87-45c1-be61-e0648bc25a53" providerId="ADAL" clId="{103AF005-2350-4CF0-8953-9ECD25E41BE5}" dt="2021-08-22T02:19:59.536" v="22"/>
        <pc:sldMkLst>
          <pc:docMk/>
          <pc:sldMk cId="1809037783" sldId="256"/>
        </pc:sldMkLst>
        <pc:spChg chg="del">
          <ac:chgData name="Oanh Le Thi Kim  (FE FPTU CT)" userId="33772939-cd87-45c1-be61-e0648bc25a53" providerId="ADAL" clId="{103AF005-2350-4CF0-8953-9ECD25E41BE5}" dt="2021-08-22T02:19:59.536" v="22"/>
          <ac:spMkLst>
            <pc:docMk/>
            <pc:sldMk cId="1809037783" sldId="256"/>
            <ac:spMk id="27" creationId="{7E0DC0F3-E144-463E-88B2-409384AEEEDB}"/>
          </ac:spMkLst>
        </pc:spChg>
        <pc:spChg chg="del">
          <ac:chgData name="Oanh Le Thi Kim  (FE FPTU CT)" userId="33772939-cd87-45c1-be61-e0648bc25a53" providerId="ADAL" clId="{103AF005-2350-4CF0-8953-9ECD25E41BE5}" dt="2021-08-22T02:19:59.536" v="22"/>
          <ac:spMkLst>
            <pc:docMk/>
            <pc:sldMk cId="1809037783" sldId="256"/>
            <ac:spMk id="28" creationId="{13A8998A-DE1B-4FAE-820A-8A8B3A7B2EE0}"/>
          </ac:spMkLst>
        </pc:spChg>
        <pc:spChg chg="del">
          <ac:chgData name="Oanh Le Thi Kim  (FE FPTU CT)" userId="33772939-cd87-45c1-be61-e0648bc25a53" providerId="ADAL" clId="{103AF005-2350-4CF0-8953-9ECD25E41BE5}" dt="2021-08-22T02:19:59.536" v="22"/>
          <ac:spMkLst>
            <pc:docMk/>
            <pc:sldMk cId="1809037783" sldId="256"/>
            <ac:spMk id="29" creationId="{39EBA89E-988C-457C-8BDF-3AAB4D9C5878}"/>
          </ac:spMkLst>
        </pc:spChg>
        <pc:spChg chg="del">
          <ac:chgData name="Oanh Le Thi Kim  (FE FPTU CT)" userId="33772939-cd87-45c1-be61-e0648bc25a53" providerId="ADAL" clId="{103AF005-2350-4CF0-8953-9ECD25E41BE5}" dt="2021-08-22T02:19:59.536" v="22"/>
          <ac:spMkLst>
            <pc:docMk/>
            <pc:sldMk cId="1809037783" sldId="256"/>
            <ac:spMk id="30" creationId="{F7F6B76E-48DD-46FC-A900-366468BBE2D7}"/>
          </ac:spMkLst>
        </pc:spChg>
        <pc:spChg chg="del">
          <ac:chgData name="Oanh Le Thi Kim  (FE FPTU CT)" userId="33772939-cd87-45c1-be61-e0648bc25a53" providerId="ADAL" clId="{103AF005-2350-4CF0-8953-9ECD25E41BE5}" dt="2021-08-22T02:19:59.536" v="22"/>
          <ac:spMkLst>
            <pc:docMk/>
            <pc:sldMk cId="1809037783" sldId="256"/>
            <ac:spMk id="31" creationId="{313DBE6E-A8BE-42BD-A187-65E0DDA0DC82}"/>
          </ac:spMkLst>
        </pc:spChg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705303052" sldId="370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4025790530" sldId="444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715108067" sldId="455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463685746" sldId="467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651932579" sldId="469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761823914" sldId="470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362160084" sldId="481"/>
        </pc:sldMkLst>
      </pc:sldChg>
      <pc:sldChg chg="modSp mod">
        <pc:chgData name="Oanh Le Thi Kim  (FE FPTU CT)" userId="33772939-cd87-45c1-be61-e0648bc25a53" providerId="ADAL" clId="{103AF005-2350-4CF0-8953-9ECD25E41BE5}" dt="2021-08-21T06:32:18.100" v="10" actId="403"/>
        <pc:sldMkLst>
          <pc:docMk/>
          <pc:sldMk cId="894429737" sldId="486"/>
        </pc:sldMkLst>
        <pc:spChg chg="mod">
          <ac:chgData name="Oanh Le Thi Kim  (FE FPTU CT)" userId="33772939-cd87-45c1-be61-e0648bc25a53" providerId="ADAL" clId="{103AF005-2350-4CF0-8953-9ECD25E41BE5}" dt="2021-08-21T06:32:18.100" v="10" actId="403"/>
          <ac:spMkLst>
            <pc:docMk/>
            <pc:sldMk cId="894429737" sldId="486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151075774" sldId="496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974939322" sldId="498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966064167" sldId="499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85947829" sldId="500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902859379" sldId="507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4106046634" sldId="511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447244196" sldId="515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153816822" sldId="520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188478350" sldId="522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327128442" sldId="523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578843821" sldId="524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061728550" sldId="525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525301300" sldId="526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609547584" sldId="527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4197795030" sldId="528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2142847344" sldId="529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240510156" sldId="530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1876143650" sldId="531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4116813254" sldId="532"/>
        </pc:sldMkLst>
      </pc:sldChg>
      <pc:sldChg chg="modSp mod">
        <pc:chgData name="Oanh Le Thi Kim  (FE FPTU CT)" userId="33772939-cd87-45c1-be61-e0648bc25a53" providerId="ADAL" clId="{103AF005-2350-4CF0-8953-9ECD25E41BE5}" dt="2021-08-21T06:34:49.062" v="20"/>
        <pc:sldMkLst>
          <pc:docMk/>
          <pc:sldMk cId="3064711339" sldId="539"/>
        </pc:sldMkLst>
        <pc:spChg chg="mod">
          <ac:chgData name="Oanh Le Thi Kim  (FE FPTU CT)" userId="33772939-cd87-45c1-be61-e0648bc25a53" providerId="ADAL" clId="{103AF005-2350-4CF0-8953-9ECD25E41BE5}" dt="2021-08-21T06:34:49.062" v="20"/>
          <ac:spMkLst>
            <pc:docMk/>
            <pc:sldMk cId="3064711339" sldId="539"/>
            <ac:spMk id="5" creationId="{9F4B3034-E2E3-4173-8554-B1E008035346}"/>
          </ac:spMkLst>
        </pc:spChg>
        <pc:spChg chg="mod">
          <ac:chgData name="Oanh Le Thi Kim  (FE FPTU CT)" userId="33772939-cd87-45c1-be61-e0648bc25a53" providerId="ADAL" clId="{103AF005-2350-4CF0-8953-9ECD25E41BE5}" dt="2021-08-21T06:32:46.352" v="13" actId="1076"/>
          <ac:spMkLst>
            <pc:docMk/>
            <pc:sldMk cId="3064711339" sldId="539"/>
            <ac:spMk id="6" creationId="{6E9C55CB-98FC-4391-81D3-A42F95380D25}"/>
          </ac:spMkLst>
        </pc:spChg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634359327" sldId="541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937232163" sldId="542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761691474" sldId="544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493391816" sldId="545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2483994906" sldId="546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414653852" sldId="547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747912885" sldId="548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431587780" sldId="549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827892753" sldId="550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2929011081" sldId="551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2419891642" sldId="553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2530819923" sldId="554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523308158" sldId="555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2307656227" sldId="556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275638838" sldId="557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4189729720" sldId="558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933939711" sldId="559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47248008" sldId="560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3499322909" sldId="561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2700409769" sldId="562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1072070141" sldId="563"/>
        </pc:sldMkLst>
      </pc:sldChg>
      <pc:sldChg chg="del">
        <pc:chgData name="Oanh Le Thi Kim  (FE FPTU CT)" userId="33772939-cd87-45c1-be61-e0648bc25a53" providerId="ADAL" clId="{103AF005-2350-4CF0-8953-9ECD25E41BE5}" dt="2021-08-08T10:05:04.616" v="1" actId="47"/>
        <pc:sldMkLst>
          <pc:docMk/>
          <pc:sldMk cId="2342303636" sldId="564"/>
        </pc:sldMkLst>
      </pc:sldChg>
      <pc:sldChg chg="del">
        <pc:chgData name="Oanh Le Thi Kim  (FE FPTU CT)" userId="33772939-cd87-45c1-be61-e0648bc25a53" providerId="ADAL" clId="{103AF005-2350-4CF0-8953-9ECD25E41BE5}" dt="2021-08-08T10:04:57.175" v="0" actId="47"/>
        <pc:sldMkLst>
          <pc:docMk/>
          <pc:sldMk cId="3495950575" sldId="5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8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6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4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「手首をひねりました」は実際に手首をひねりました。「手首をひねってしまったようなんです」は本当に手首をひねったかどうかわかりません。でも、痛いしたぶんひねったと思います。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「道を渡る前」です。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いいえ。時間がたつにつれて痛くなります。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98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22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57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4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65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33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63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27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98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66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22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4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＆４</a:t>
            </a:r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8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＆４</a:t>
            </a:r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2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3" y="76169"/>
            <a:ext cx="5304739" cy="556996"/>
          </a:xfrm>
          <a:prstGeom prst="rect">
            <a:avLst/>
          </a:prstGeom>
        </p:spPr>
      </p:pic>
      <p:pic>
        <p:nvPicPr>
          <p:cNvPr id="2" name="Picture 2" descr="ペットと避難している人たちのイラスト">
            <a:extLst>
              <a:ext uri="{FF2B5EF4-FFF2-40B4-BE49-F238E27FC236}">
                <a16:creationId xmlns:a16="http://schemas.microsoft.com/office/drawing/2014/main" id="{A4E34955-B981-45EA-BD27-FB70B4141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72" y="1282012"/>
            <a:ext cx="4614130" cy="46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928" y="1702959"/>
            <a:ext cx="4558191" cy="1283186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6000" b="1" dirty="0">
                <a:solidFill>
                  <a:srgbClr val="FF0000"/>
                </a:solidFill>
              </a:rPr>
              <a:t>第</a:t>
            </a:r>
            <a:r>
              <a:rPr lang="vi-VN" altLang="ja-JP" sz="6000" b="1" dirty="0">
                <a:solidFill>
                  <a:srgbClr val="FF0000"/>
                </a:solidFill>
              </a:rPr>
              <a:t>5</a:t>
            </a:r>
            <a:r>
              <a:rPr lang="ja-JP" altLang="en-US" sz="6000" b="1" dirty="0">
                <a:solidFill>
                  <a:srgbClr val="FF0000"/>
                </a:solidFill>
              </a:rPr>
              <a:t>課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1056" y="3234881"/>
            <a:ext cx="4558191" cy="2819365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altLang="ja-JP" sz="2400" b="1" dirty="0">
              <a:solidFill>
                <a:srgbClr val="FEFFFF"/>
              </a:solidFill>
            </a:endParaRPr>
          </a:p>
          <a:p>
            <a:pPr marL="0" indent="0" algn="ctr">
              <a:buNone/>
            </a:pPr>
            <a:r>
              <a:rPr lang="ja-JP" altLang="en-US" sz="6000" b="1" dirty="0">
                <a:solidFill>
                  <a:srgbClr val="FF0000"/>
                </a:solidFill>
              </a:rPr>
              <a:t>緊急事態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08379" y="2201640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85464" y="3697260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387004" y="18628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5560" y="3898232"/>
            <a:ext cx="3092351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CD-A23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1015663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5</a:t>
            </a:r>
            <a:r>
              <a:rPr lang="en-US" altLang="ja-JP" sz="6000">
                <a:solidFill>
                  <a:srgbClr val="A11D2B"/>
                </a:solidFill>
              </a:rPr>
              <a:t>0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53703" y="2403918"/>
            <a:ext cx="4378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1A1E3B"/>
                </a:solidFill>
                <a:highlight>
                  <a:srgbClr val="FFFF00"/>
                </a:highlight>
                <a:cs typeface="Arial" pitchFamily="34" charset="0"/>
              </a:rPr>
              <a:t>こんなときどうする</a:t>
            </a:r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？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 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64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05A057E-1EA9-457B-9237-6F74ECDA5424}"/>
              </a:ext>
            </a:extLst>
          </p:cNvPr>
          <p:cNvSpPr/>
          <p:nvPr/>
        </p:nvSpPr>
        <p:spPr>
          <a:xfrm>
            <a:off x="3507734" y="482760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8BE9D-8A05-4A30-AB0D-033AD951B446}"/>
              </a:ext>
            </a:extLst>
          </p:cNvPr>
          <p:cNvSpPr txBox="1"/>
          <p:nvPr/>
        </p:nvSpPr>
        <p:spPr>
          <a:xfrm>
            <a:off x="3680519" y="5036564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使ってみよう２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(6</a:t>
            </a:r>
            <a:r>
              <a:rPr lang="en-US" altLang="ja-JP" sz="2800" b="1" dirty="0">
                <a:solidFill>
                  <a:srgbClr val="5E9C53"/>
                </a:solidFill>
                <a:cs typeface="Arial" pitchFamily="34" charset="0"/>
              </a:rPr>
              <a:t>8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4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B3684CCF-CEBB-4D8E-A366-95E43D4C7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78" y="345810"/>
            <a:ext cx="5907505" cy="1325563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ja-JP" alt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こんなときどうする？　</a:t>
            </a:r>
            <a:endParaRPr kumimoji="1" lang="en-US" altLang="ja-JP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5E738B-E132-4B09-B7BA-42FEFDECCBAB}"/>
              </a:ext>
            </a:extLst>
          </p:cNvPr>
          <p:cNvSpPr txBox="1">
            <a:spLocks/>
          </p:cNvSpPr>
          <p:nvPr/>
        </p:nvSpPr>
        <p:spPr>
          <a:xfrm>
            <a:off x="601578" y="2645178"/>
            <a:ext cx="5494422" cy="36455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できること</a:t>
            </a:r>
            <a:endParaRPr lang="en-US" altLang="ja-JP" sz="3200" b="0" i="0" dirty="0">
              <a:solidFill>
                <a:srgbClr val="FF0000"/>
              </a:solidFill>
              <a:effectLst/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>
                <a:solidFill>
                  <a:srgbClr val="FF0000"/>
                </a:solidFill>
              </a:rPr>
              <a:t>けがをしたときの状況と今の状況を説明することができる</a:t>
            </a:r>
            <a:endParaRPr lang="en-US" altLang="ja-JP" sz="3200" b="0" i="0" dirty="0">
              <a:solidFill>
                <a:srgbClr val="FF0000"/>
              </a:solidFill>
              <a:effectLst/>
            </a:endParaRPr>
          </a:p>
        </p:txBody>
      </p:sp>
      <p:pic>
        <p:nvPicPr>
          <p:cNvPr id="1028" name="Picture 4" descr="店員とぶつかる客のイラスト（男性）">
            <a:extLst>
              <a:ext uri="{FF2B5EF4-FFF2-40B4-BE49-F238E27FC236}">
                <a16:creationId xmlns:a16="http://schemas.microsoft.com/office/drawing/2014/main" id="{58101D30-8B50-4092-8D6B-F0BE1A90B8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23"/>
          <a:stretch/>
        </p:blipFill>
        <p:spPr bwMode="auto">
          <a:xfrm>
            <a:off x="7336043" y="3510427"/>
            <a:ext cx="3105859" cy="2853544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階段で転ぶ人のイラスト（女性）">
            <a:extLst>
              <a:ext uri="{FF2B5EF4-FFF2-40B4-BE49-F238E27FC236}">
                <a16:creationId xmlns:a16="http://schemas.microsoft.com/office/drawing/2014/main" id="{2869CBBB-7E8B-4A16-B45D-08348AE97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4533"/>
          <a:stretch/>
        </p:blipFill>
        <p:spPr bwMode="auto">
          <a:xfrm>
            <a:off x="6880621" y="634146"/>
            <a:ext cx="2843590" cy="2430378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ホットプレートでの火傷のイラスト">
            <a:extLst>
              <a:ext uri="{FF2B5EF4-FFF2-40B4-BE49-F238E27FC236}">
                <a16:creationId xmlns:a16="http://schemas.microsoft.com/office/drawing/2014/main" id="{E118DDD7-1002-4E62-9FC5-4483058C1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8" r="15984" b="-1"/>
          <a:stretch/>
        </p:blipFill>
        <p:spPr bwMode="auto">
          <a:xfrm>
            <a:off x="10012620" y="665944"/>
            <a:ext cx="1848832" cy="2909839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80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7AF0F02B-F1EA-4F25-B169-E2944BE97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05" y="643466"/>
            <a:ext cx="1071359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6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vi-VN" altLang="ja-JP" sz="4000" b="1" dirty="0">
                <a:solidFill>
                  <a:srgbClr val="C00000"/>
                </a:solidFill>
              </a:rPr>
              <a:t>P64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29265" y="2249905"/>
            <a:ext cx="5993604" cy="29597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今まで、けがをして病院に行ったことがありますか。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２．そのとき、お医者さんにどんなことを聞かれましたか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altLang="ja-JP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CD- A23</a:t>
            </a:r>
            <a:endParaRPr lang="ja-JP" alt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聴診器と医者のイラスト（健康診断）">
            <a:extLst>
              <a:ext uri="{FF2B5EF4-FFF2-40B4-BE49-F238E27FC236}">
                <a16:creationId xmlns:a16="http://schemas.microsoft.com/office/drawing/2014/main" id="{9F94778F-A046-443E-BBEB-8CC92330C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356" y="1985210"/>
            <a:ext cx="4018935" cy="4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23 Track 23">
            <a:hlinkClick r:id="" action="ppaction://media"/>
            <a:extLst>
              <a:ext uri="{FF2B5EF4-FFF2-40B4-BE49-F238E27FC236}">
                <a16:creationId xmlns:a16="http://schemas.microsoft.com/office/drawing/2014/main" id="{705C8D3A-CDF5-4B33-A9AB-94803A65C1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796241" y="196021"/>
            <a:ext cx="1702565" cy="17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9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7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2757" y="341063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5484" y="1419726"/>
            <a:ext cx="11405937" cy="469231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ja-JP" altLang="en-US" sz="2800" dirty="0"/>
              <a:t>「手首をひねってしまったようなんです。」と「手首をひねりました」はどう違いますか。</a:t>
            </a:r>
            <a:endParaRPr lang="en-US" altLang="ja-JP" sz="2800" dirty="0"/>
          </a:p>
          <a:p>
            <a:pPr marL="514350" indent="-514350">
              <a:buAutoNum type="arabicPeriod"/>
            </a:pPr>
            <a:endParaRPr lang="ja-JP" altLang="en-US" sz="2800" dirty="0"/>
          </a:p>
          <a:p>
            <a:pPr marL="0" indent="0">
              <a:buNone/>
            </a:pPr>
            <a:r>
              <a:rPr lang="en-US" altLang="ja-JP" sz="2800" dirty="0"/>
              <a:t>2.</a:t>
            </a:r>
            <a:r>
              <a:rPr lang="ja-JP" altLang="en-US" sz="2800" dirty="0"/>
              <a:t>「道路を渡ろうとしたところへ」というのは「渡る前」ですか、「渡っているとき」ですか。</a:t>
            </a:r>
            <a:endParaRPr lang="en-US" altLang="ja-JP" sz="2800" dirty="0"/>
          </a:p>
          <a:p>
            <a:pPr marL="0" indent="0">
              <a:buNone/>
            </a:pPr>
            <a:endParaRPr lang="ja-JP" altLang="en-US" sz="2800" dirty="0"/>
          </a:p>
          <a:p>
            <a:pPr marL="0" indent="0">
              <a:buNone/>
            </a:pPr>
            <a:r>
              <a:rPr lang="en-US" altLang="ja-JP" sz="2800" dirty="0"/>
              <a:t>3. </a:t>
            </a:r>
            <a:r>
              <a:rPr lang="ja-JP" altLang="en-US" sz="2800" dirty="0"/>
              <a:t>転んだとき、ワンさんは痛いと思いましたか。</a:t>
            </a:r>
            <a:endParaRPr lang="en-US" altLang="ja-JP" sz="2800" dirty="0"/>
          </a:p>
          <a:p>
            <a:pPr marL="0" indent="0">
              <a:buNone/>
            </a:pPr>
            <a:br>
              <a:rPr lang="ja-JP" altLang="en-US" sz="2800" dirty="0"/>
            </a:b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0808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70" y="1621971"/>
            <a:ext cx="10892668" cy="3681549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000" b="1" dirty="0">
                <a:solidFill>
                  <a:srgbClr val="A11D2B"/>
                </a:solidFill>
              </a:rPr>
              <a:t>3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文法</a:t>
            </a:r>
            <a:r>
              <a:rPr lang="vi-VN" altLang="ja-JP" sz="4000" b="1" dirty="0">
                <a:solidFill>
                  <a:srgbClr val="A11D2B"/>
                </a:solidFill>
              </a:rPr>
              <a:t>1.2.3</a:t>
            </a:r>
            <a:r>
              <a:rPr lang="ja-JP" altLang="en-US" sz="4000" b="1" dirty="0">
                <a:solidFill>
                  <a:srgbClr val="A11D2B"/>
                </a:solidFill>
              </a:rPr>
              <a:t>（</a:t>
            </a:r>
            <a:r>
              <a:rPr lang="en-US" altLang="ja-JP" sz="4000" b="1" dirty="0">
                <a:solidFill>
                  <a:srgbClr val="A11D2B"/>
                </a:solidFill>
              </a:rPr>
              <a:t>68</a:t>
            </a:r>
            <a:r>
              <a:rPr lang="vi-VN" altLang="ja-JP" sz="4000" b="1" dirty="0">
                <a:solidFill>
                  <a:srgbClr val="A11D2B"/>
                </a:solidFill>
              </a:rPr>
              <a:t> </a:t>
            </a:r>
            <a:r>
              <a:rPr lang="ja-JP" altLang="en-US" sz="4000" b="1" dirty="0">
                <a:solidFill>
                  <a:srgbClr val="A11D2B"/>
                </a:solidFill>
              </a:rPr>
              <a:t>ページ）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51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53094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4400" b="1" dirty="0">
                <a:solidFill>
                  <a:srgbClr val="A11D2B"/>
                </a:solidFill>
              </a:rPr>
              <a:t>てしまったようなんです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8" y="1600200"/>
            <a:ext cx="10968893" cy="4271211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600" dirty="0"/>
              <a:t>＊</a:t>
            </a:r>
            <a:r>
              <a:rPr lang="ja-JP" altLang="en-US" sz="3200" dirty="0"/>
              <a:t> </a:t>
            </a:r>
            <a:r>
              <a:rPr lang="ja-JP" altLang="en-US" sz="2800" dirty="0"/>
              <a:t>「～てしまったんです」よりあいまいな 表 現 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はっきり言わないための 表  現 。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400" dirty="0"/>
              <a:t> 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「</a:t>
            </a:r>
            <a:r>
              <a:rPr lang="ja-JP" altLang="en-US" sz="2400" i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はっきりわかりませんが、たぶん～てしまったのかもしれません</a:t>
            </a:r>
            <a:r>
              <a:rPr lang="en-US" altLang="ja-JP" sz="2400" i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…</a:t>
            </a:r>
            <a:r>
              <a:rPr lang="ja-JP" altLang="en-US" sz="2400" i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」</a:t>
            </a:r>
            <a:endParaRPr lang="en-US" altLang="ja-JP" sz="2400" i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sz="2400" dirty="0"/>
              <a:t> </a:t>
            </a:r>
            <a:r>
              <a:rPr lang="vi-VN" altLang="ja-JP" sz="2400" dirty="0"/>
              <a:t>Không chắc lắm nhưng có lẽ là.....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89442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P68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741832F0-4184-4826-8E19-FD18C74080C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87" y="1818888"/>
            <a:ext cx="11907095" cy="3118872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>
                <a:solidFill>
                  <a:srgbClr val="A11D2B"/>
                </a:solidFill>
              </a:rPr>
              <a:t>～</a:t>
            </a:r>
            <a:r>
              <a:rPr lang="ja-JP" altLang="en-US" sz="4800" b="1">
                <a:solidFill>
                  <a:srgbClr val="A11D2B"/>
                </a:solidFill>
              </a:rPr>
              <a:t>てしまったようなんです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9863" y="1300967"/>
            <a:ext cx="7603957" cy="4883266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［転んだとき、足をひねった。痛いので、病院へ行った］</a:t>
            </a:r>
            <a:endParaRPr lang="vi-VN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   </a:t>
            </a:r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800" dirty="0"/>
              <a:t>医者：どうしましたか。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     </a:t>
            </a:r>
            <a:r>
              <a:rPr lang="ja-JP" altLang="en-US" sz="2800" dirty="0"/>
              <a:t>Ａ ：</a:t>
            </a:r>
            <a:r>
              <a:rPr lang="en-US" altLang="ja-JP" sz="2800" dirty="0"/>
              <a:t>_________________________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1925051" y="4079147"/>
            <a:ext cx="5835316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足首をいためてしまったんようなんです。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3076" name="Picture 4" descr="家族に説明をするお医者さんのイラスト">
            <a:extLst>
              <a:ext uri="{FF2B5EF4-FFF2-40B4-BE49-F238E27FC236}">
                <a16:creationId xmlns:a16="http://schemas.microsoft.com/office/drawing/2014/main" id="{AED28DC3-1AE1-4860-9914-9B0F66CC4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945" y="2183227"/>
            <a:ext cx="3118746" cy="311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4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>
                <a:solidFill>
                  <a:srgbClr val="A11D2B"/>
                </a:solidFill>
              </a:rPr>
              <a:t>～</a:t>
            </a:r>
            <a:r>
              <a:rPr lang="ja-JP" altLang="en-US" sz="4800" b="1">
                <a:solidFill>
                  <a:srgbClr val="A11D2B"/>
                </a:solidFill>
              </a:rPr>
              <a:t>てしまったようなんです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300966"/>
            <a:ext cx="8134794" cy="4847171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［喫 茶 店 に携帯 電話を忘れたかもしれない。喫茶店に電話をした］</a:t>
            </a:r>
            <a:endParaRPr lang="vi-VN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   </a:t>
            </a:r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800" dirty="0"/>
              <a:t>店員：はい、「ニコニコカフェ」でございます。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Ａ ：あのう、＿</a:t>
            </a:r>
            <a:r>
              <a:rPr lang="ja-JP" altLang="en-US" sz="3200" dirty="0"/>
              <a:t>＿＿＿＿＿＿＿＿</a:t>
            </a:r>
            <a:endParaRPr lang="en-US" altLang="ja-JP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3092114" y="4294083"/>
            <a:ext cx="4584033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すみません、携帯電話を忘れてしまったようなんですが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4098" name="Picture 2" descr="カフェ・喫茶店のイラスト（建物）">
            <a:extLst>
              <a:ext uri="{FF2B5EF4-FFF2-40B4-BE49-F238E27FC236}">
                <a16:creationId xmlns:a16="http://schemas.microsoft.com/office/drawing/2014/main" id="{A046B2AA-8843-468B-AAB2-A687415D6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3781" y="1843169"/>
            <a:ext cx="2957431" cy="295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52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>
                <a:solidFill>
                  <a:srgbClr val="A11D2B"/>
                </a:solidFill>
              </a:rPr>
              <a:t>～</a:t>
            </a:r>
            <a:r>
              <a:rPr lang="ja-JP" altLang="en-US" sz="4800" b="1">
                <a:solidFill>
                  <a:srgbClr val="A11D2B"/>
                </a:solidFill>
              </a:rPr>
              <a:t>てしまったようなんです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5" y="1300966"/>
            <a:ext cx="6642879" cy="4847171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［</a:t>
            </a:r>
            <a:r>
              <a:rPr lang="ja-JP" altLang="en-US" sz="2800" dirty="0"/>
              <a:t> </a:t>
            </a:r>
            <a:r>
              <a:rPr lang="ja-JP" altLang="en-US" sz="2800" b="1" dirty="0">
                <a:solidFill>
                  <a:srgbClr val="C00000"/>
                </a:solidFill>
              </a:rPr>
              <a:t>学校に＿＿＿＿を忘れたかもしれない。学校に電話をした］</a:t>
            </a:r>
            <a:endParaRPr lang="vi-VN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   </a:t>
            </a:r>
          </a:p>
          <a:p>
            <a:pPr marL="0" indent="0">
              <a:buNone/>
            </a:pPr>
            <a:r>
              <a:rPr lang="vi-VN" altLang="ja-JP" sz="2800" dirty="0"/>
              <a:t> </a:t>
            </a:r>
            <a:r>
              <a:rPr lang="ja-JP" altLang="en-US" sz="2800" dirty="0"/>
              <a:t>事 務 室 ：はい、</a:t>
            </a:r>
            <a:r>
              <a:rPr lang="en-US" altLang="ja-JP" sz="2800" dirty="0"/>
              <a:t>FPT</a:t>
            </a:r>
            <a:r>
              <a:rPr lang="ja-JP" altLang="en-US" sz="2800" dirty="0"/>
              <a:t>大学でございます。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 ：＿＿＿＿＿＿＿＿＿＿＿＿＿＿＿</a:t>
            </a:r>
            <a:endParaRPr lang="en-US" altLang="ja-JP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1552075" y="3724551"/>
            <a:ext cx="5209673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すみません、＿＿＿＿を忘れてしまったようなんですが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5124" name="Picture 4" descr="学生証のイラスト（男性）">
            <a:extLst>
              <a:ext uri="{FF2B5EF4-FFF2-40B4-BE49-F238E27FC236}">
                <a16:creationId xmlns:a16="http://schemas.microsoft.com/office/drawing/2014/main" id="{4CB1218F-66E6-413B-94AD-17E75A774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947" y="1132897"/>
            <a:ext cx="2703096" cy="270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クラッチバッグのイラスト">
            <a:extLst>
              <a:ext uri="{FF2B5EF4-FFF2-40B4-BE49-F238E27FC236}">
                <a16:creationId xmlns:a16="http://schemas.microsoft.com/office/drawing/2014/main" id="{761059D6-ED31-4C31-8E93-1216F1EA1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947" y="3992404"/>
            <a:ext cx="2703096" cy="270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42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53094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2800" dirty="0"/>
              <a:t> </a:t>
            </a:r>
            <a:r>
              <a:rPr lang="ja-JP" altLang="en-US" sz="4000" b="1" dirty="0">
                <a:solidFill>
                  <a:srgbClr val="A11D2B"/>
                </a:solidFill>
              </a:rPr>
              <a:t>ところに／～ところへ／～ところを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8" y="1600200"/>
            <a:ext cx="5314049" cy="4271211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 </a:t>
            </a:r>
            <a:r>
              <a:rPr lang="ja-JP" altLang="en-US" sz="2800" dirty="0"/>
              <a:t>ちょうど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</a:t>
            </a:r>
            <a:r>
              <a:rPr lang="ja-JP" altLang="en-US" sz="2800" dirty="0"/>
              <a:t>その状況</a:t>
            </a:r>
            <a:r>
              <a:rPr lang="vi-VN" altLang="ja-JP" sz="2800" dirty="0"/>
              <a:t> </a:t>
            </a:r>
            <a:r>
              <a:rPr lang="ja-JP" altLang="en-US" sz="2800" dirty="0">
                <a:solidFill>
                  <a:srgbClr val="A11D2B"/>
                </a:solidFill>
                <a:highlight>
                  <a:srgbClr val="FFFF00"/>
                </a:highlight>
              </a:rPr>
              <a:t>に</a:t>
            </a:r>
            <a:r>
              <a:rPr lang="en-US" altLang="ja-JP" sz="2800" dirty="0">
                <a:solidFill>
                  <a:srgbClr val="A11D2B"/>
                </a:solidFill>
                <a:highlight>
                  <a:srgbClr val="FFFF00"/>
                </a:highlight>
              </a:rPr>
              <a:t>/</a:t>
            </a:r>
            <a:r>
              <a:rPr lang="ja-JP" altLang="en-US" sz="2800" dirty="0">
                <a:solidFill>
                  <a:srgbClr val="A11D2B"/>
                </a:solidFill>
                <a:highlight>
                  <a:srgbClr val="FFFF00"/>
                </a:highlight>
              </a:rPr>
              <a:t>へ</a:t>
            </a:r>
            <a:r>
              <a:rPr lang="ja-JP" altLang="en-US" sz="2800" dirty="0"/>
              <a:t>（＋来た、～てきた、など）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</a:t>
            </a:r>
            <a:r>
              <a:rPr lang="ja-JP" altLang="en-US" sz="2800" dirty="0"/>
              <a:t>その状況</a:t>
            </a:r>
            <a:r>
              <a:rPr lang="ja-JP" altLang="en-US" sz="2800" dirty="0">
                <a:highlight>
                  <a:srgbClr val="FFFF00"/>
                </a:highlight>
              </a:rPr>
              <a:t>を</a:t>
            </a:r>
            <a:r>
              <a:rPr lang="ja-JP" altLang="en-US" sz="2800" dirty="0"/>
              <a:t>（＋見られた、発 見 された、など</a:t>
            </a:r>
            <a:r>
              <a:rPr lang="ja-JP" altLang="en-US" sz="3200" dirty="0"/>
              <a:t>）</a:t>
            </a:r>
            <a:endParaRPr lang="vi-VN" altLang="ja-JP" sz="3200" dirty="0"/>
          </a:p>
          <a:p>
            <a:pPr marL="0" indent="0">
              <a:buNone/>
            </a:pPr>
            <a:r>
              <a:rPr lang="vi-VN" altLang="ja-JP" sz="3200" dirty="0"/>
              <a:t>Đúng vào lúc~thì</a:t>
            </a:r>
            <a:endParaRPr lang="en-US" altLang="ja-JP" sz="36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E9C55CB-98FC-4391-81D3-A42F95380D25}"/>
              </a:ext>
            </a:extLst>
          </p:cNvPr>
          <p:cNvSpPr txBox="1">
            <a:spLocks/>
          </p:cNvSpPr>
          <p:nvPr/>
        </p:nvSpPr>
        <p:spPr>
          <a:xfrm>
            <a:off x="6468980" y="1695677"/>
            <a:ext cx="5314049" cy="4078105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接 続</a:t>
            </a:r>
            <a:endParaRPr lang="vi-VN" altLang="ja-JP" sz="3200" b="1" dirty="0">
              <a:solidFill>
                <a:srgbClr val="A11D2B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vi-VN" altLang="ja-JP" sz="3200" b="1" dirty="0">
              <a:solidFill>
                <a:srgbClr val="A11D2B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800" dirty="0"/>
              <a:t>Ｖ</a:t>
            </a:r>
            <a:r>
              <a:rPr lang="en-US" altLang="ja-JP" sz="2800" dirty="0"/>
              <a:t>-</a:t>
            </a:r>
            <a:r>
              <a:rPr lang="ja-JP" altLang="en-US" sz="2800" dirty="0"/>
              <a:t>辞 書 形・～ている・タ形／イＡ ＋ところに</a:t>
            </a:r>
            <a:r>
              <a:rPr lang="en-US" altLang="ja-JP" sz="2800" dirty="0"/>
              <a:t>/</a:t>
            </a:r>
            <a:r>
              <a:rPr lang="ja-JP" altLang="en-US" sz="2800" dirty="0"/>
              <a:t>ところへ</a:t>
            </a:r>
            <a:r>
              <a:rPr lang="en-US" altLang="ja-JP" sz="2800" dirty="0"/>
              <a:t>/</a:t>
            </a:r>
            <a:r>
              <a:rPr lang="ja-JP" altLang="en-US" sz="2800" dirty="0"/>
              <a:t>ところを</a:t>
            </a:r>
            <a:r>
              <a:rPr lang="ja-JP" altLang="en-US" sz="3200" b="1" dirty="0">
                <a:solidFill>
                  <a:srgbClr val="A11D2B"/>
                </a:solidFill>
              </a:rPr>
              <a:t> </a:t>
            </a:r>
            <a:endParaRPr lang="vi-VN" altLang="ja-JP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666912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P68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0335C2D8-1B23-44E3-AF92-61CC04A70EF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1832282"/>
            <a:ext cx="11381352" cy="2805032"/>
          </a:xfrm>
        </p:spPr>
      </p:pic>
    </p:spTree>
    <p:extLst>
      <p:ext uri="{BB962C8B-B14F-4D97-AF65-F5344CB8AC3E}">
        <p14:creationId xmlns:p14="http://schemas.microsoft.com/office/powerpoint/2010/main" val="437871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～</a:t>
            </a:r>
            <a:r>
              <a:rPr lang="ja-JP" altLang="en-US" sz="4800" b="1" dirty="0">
                <a:solidFill>
                  <a:srgbClr val="A11D2B"/>
                </a:solidFill>
              </a:rPr>
              <a:t>ところに／～ところへ／～ところを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93223"/>
            <a:ext cx="6077050" cy="3958046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交 差 点 を</a:t>
            </a:r>
            <a:r>
              <a:rPr lang="vi-VN" altLang="ja-JP" sz="2800" dirty="0"/>
              <a:t>__________</a:t>
            </a:r>
            <a:r>
              <a:rPr lang="ja-JP" altLang="en-US" sz="2800" dirty="0"/>
              <a:t> ところ</a:t>
            </a:r>
            <a:r>
              <a:rPr lang="ja-JP" altLang="en-US" sz="2800" dirty="0">
                <a:solidFill>
                  <a:srgbClr val="FF0000"/>
                </a:solidFill>
              </a:rPr>
              <a:t>に</a:t>
            </a:r>
            <a:r>
              <a:rPr lang="ja-JP" altLang="en-US" sz="2800" dirty="0"/>
              <a:t>、右から車が入って</a:t>
            </a:r>
            <a:r>
              <a:rPr lang="ja-JP" altLang="en-US" sz="2800" dirty="0">
                <a:solidFill>
                  <a:srgbClr val="FF0000"/>
                </a:solidFill>
              </a:rPr>
              <a:t>きて</a:t>
            </a:r>
            <a:r>
              <a:rPr lang="ja-JP" altLang="en-US" sz="2800" dirty="0"/>
              <a:t>、ぶつかりそうになった。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41D68-2E92-419A-9D90-0814AE66459C}"/>
              </a:ext>
            </a:extLst>
          </p:cNvPr>
          <p:cNvSpPr txBox="1"/>
          <p:nvPr/>
        </p:nvSpPr>
        <p:spPr>
          <a:xfrm>
            <a:off x="2119622" y="2035757"/>
            <a:ext cx="2646947" cy="469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渡ろうとした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026" name="Picture 2" descr="信号無視．．．それから: ほぐしとリフレのお店、くつろぎ倶楽部のくつろぎブログ">
            <a:extLst>
              <a:ext uri="{FF2B5EF4-FFF2-40B4-BE49-F238E27FC236}">
                <a16:creationId xmlns:a16="http://schemas.microsoft.com/office/drawing/2014/main" id="{5E940E9A-C722-470C-A17E-65152F099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183" y="2730137"/>
            <a:ext cx="4868640" cy="344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1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～</a:t>
            </a:r>
            <a:r>
              <a:rPr lang="ja-JP" altLang="en-US" sz="4800" b="1" dirty="0">
                <a:solidFill>
                  <a:srgbClr val="A11D2B"/>
                </a:solidFill>
              </a:rPr>
              <a:t>ところに／～ところへ／～ところを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306285"/>
            <a:ext cx="5471805" cy="348778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r>
              <a:rPr lang="ja-JP" altLang="en-US" sz="2800" dirty="0"/>
              <a:t>ご飯を食べている</a:t>
            </a:r>
            <a:r>
              <a:rPr lang="vi-VN" altLang="ja-JP" sz="2800" dirty="0"/>
              <a:t>____________</a:t>
            </a:r>
            <a:r>
              <a:rPr lang="ja-JP" altLang="en-US" sz="2800" dirty="0"/>
              <a:t>、電話がかかってきた</a:t>
            </a:r>
            <a:r>
              <a:rPr lang="ja-JP" altLang="en-US" sz="3200" dirty="0"/>
              <a:t>。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FABEA-AF34-499D-AC16-11633CF654DB}"/>
              </a:ext>
            </a:extLst>
          </p:cNvPr>
          <p:cNvSpPr txBox="1"/>
          <p:nvPr/>
        </p:nvSpPr>
        <p:spPr>
          <a:xfrm>
            <a:off x="3554043" y="2259134"/>
            <a:ext cx="2223837" cy="469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ところに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2050" name="Picture 2" descr="食事をしている男の子のイラスト | かわいいフリー素材集 いらすとや">
            <a:extLst>
              <a:ext uri="{FF2B5EF4-FFF2-40B4-BE49-F238E27FC236}">
                <a16:creationId xmlns:a16="http://schemas.microsoft.com/office/drawing/2014/main" id="{4A1E74AF-C27A-4C2C-9A9F-69D557D25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304" y="3053403"/>
            <a:ext cx="5342708" cy="289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8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～</a:t>
            </a:r>
            <a:r>
              <a:rPr lang="ja-JP" altLang="en-US" sz="4800" b="1" dirty="0">
                <a:solidFill>
                  <a:srgbClr val="A11D2B"/>
                </a:solidFill>
              </a:rPr>
              <a:t>ところに／～ところへ／～ところを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427" y="1489166"/>
            <a:ext cx="6150631" cy="269094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テスト中、こっそり辞書を見ている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＿＿＿＿＿先生に 注意 された。</a:t>
            </a:r>
            <a:endParaRPr lang="en-US" altLang="ja-JP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03E78-3F91-4BD8-AE45-5541DB732683}"/>
              </a:ext>
            </a:extLst>
          </p:cNvPr>
          <p:cNvSpPr txBox="1"/>
          <p:nvPr/>
        </p:nvSpPr>
        <p:spPr>
          <a:xfrm>
            <a:off x="367736" y="2967335"/>
            <a:ext cx="2223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ところを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3074" name="Picture 2" descr="知らない言葉を辞書やスマホで調べるのは&quot;オタク的行動&quot;！？「自分も言われたことがある」多数の経験者も - にじめん">
            <a:extLst>
              <a:ext uri="{FF2B5EF4-FFF2-40B4-BE49-F238E27FC236}">
                <a16:creationId xmlns:a16="http://schemas.microsoft.com/office/drawing/2014/main" id="{8D6DB907-CE36-4500-AD58-3F187FC17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984" y="3882935"/>
            <a:ext cx="4612821" cy="258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65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8" y="317000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2800" dirty="0"/>
              <a:t> </a:t>
            </a:r>
            <a:r>
              <a:rPr lang="ja-JP" altLang="en-US" sz="4400" b="1" dirty="0">
                <a:solidFill>
                  <a:srgbClr val="A11D2B"/>
                </a:solidFill>
              </a:rPr>
              <a:t>につれて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8" y="1476104"/>
            <a:ext cx="6180324" cy="4395308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 ～すると、（だんだん）</a:t>
            </a:r>
            <a:r>
              <a:rPr lang="en-US" altLang="ja-JP" sz="2800" dirty="0"/>
              <a:t>……</a:t>
            </a:r>
            <a:r>
              <a:rPr lang="ja-JP" altLang="en-US" sz="2800" dirty="0"/>
              <a:t>になる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＊ＡもＢも変化を 表すことばがくる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＊後ろの文（Ｂ）には話す人</a:t>
            </a:r>
            <a:r>
              <a:rPr lang="ja-JP" altLang="en-US" sz="2800"/>
              <a:t>の 意志</a:t>
            </a:r>
            <a:r>
              <a:rPr lang="ja-JP" altLang="en-US" sz="2800" dirty="0"/>
              <a:t>を 表す文「～つもりだ，～たいです，～ましょう</a:t>
            </a:r>
            <a:r>
              <a:rPr lang="en-US" altLang="ja-JP" sz="2800" dirty="0"/>
              <a:t>…</a:t>
            </a:r>
            <a:r>
              <a:rPr lang="ja-JP" altLang="en-US" sz="2800" dirty="0"/>
              <a:t>」はこない。</a:t>
            </a: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 </a:t>
            </a:r>
            <a:r>
              <a:rPr lang="vi-VN" altLang="ja-JP" sz="2800" dirty="0"/>
              <a:t>Dần dần trở nên ( theo thời gian)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E9C55CB-98FC-4391-81D3-A42F95380D25}"/>
              </a:ext>
            </a:extLst>
          </p:cNvPr>
          <p:cNvSpPr txBox="1">
            <a:spLocks/>
          </p:cNvSpPr>
          <p:nvPr/>
        </p:nvSpPr>
        <p:spPr>
          <a:xfrm>
            <a:off x="6918157" y="1684423"/>
            <a:ext cx="4864872" cy="4186989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接 続</a:t>
            </a:r>
            <a:endParaRPr lang="vi-VN" altLang="ja-JP" sz="3200" b="1" dirty="0">
              <a:solidFill>
                <a:srgbClr val="A11D2B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vi-VN" altLang="ja-JP" sz="3200" b="1" dirty="0">
              <a:solidFill>
                <a:srgbClr val="A11D2B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800" dirty="0"/>
              <a:t>Ｖ</a:t>
            </a:r>
            <a:r>
              <a:rPr lang="en-US" altLang="ja-JP" sz="2800" dirty="0"/>
              <a:t>-</a:t>
            </a:r>
            <a:r>
              <a:rPr lang="ja-JP" altLang="en-US" sz="2800" dirty="0"/>
              <a:t>辞 書形／Ｎ＋につれて </a:t>
            </a:r>
            <a:endParaRPr lang="vi-VN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064711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P68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&#10;&#10;Description automatically generated with medium confidence">
            <a:extLst>
              <a:ext uri="{FF2B5EF4-FFF2-40B4-BE49-F238E27FC236}">
                <a16:creationId xmlns:a16="http://schemas.microsoft.com/office/drawing/2014/main" id="{D4984598-74EF-4C4A-BE64-3E146A56D5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20" y="2263854"/>
            <a:ext cx="11630049" cy="2425712"/>
          </a:xfrm>
        </p:spPr>
      </p:pic>
    </p:spTree>
    <p:extLst>
      <p:ext uri="{BB962C8B-B14F-4D97-AF65-F5344CB8AC3E}">
        <p14:creationId xmlns:p14="http://schemas.microsoft.com/office/powerpoint/2010/main" val="4052890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000" b="1" dirty="0">
                <a:solidFill>
                  <a:srgbClr val="A11D2B"/>
                </a:solidFill>
              </a:rPr>
              <a:t>～</a:t>
            </a:r>
            <a:r>
              <a:rPr lang="ja-JP" altLang="en-US" sz="3600" dirty="0"/>
              <a:t> </a:t>
            </a:r>
            <a:r>
              <a:rPr lang="ja-JP" altLang="en-US" sz="5400" b="1" dirty="0">
                <a:solidFill>
                  <a:srgbClr val="A11D2B"/>
                </a:solidFill>
              </a:rPr>
              <a:t>につれて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9863" y="1300967"/>
            <a:ext cx="7868653" cy="4883266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vi-VN" altLang="ja-JP" sz="2800" dirty="0"/>
              <a:t>   </a:t>
            </a:r>
          </a:p>
          <a:p>
            <a:pPr marL="0" indent="0">
              <a:buNone/>
            </a:pPr>
            <a:r>
              <a:rPr lang="vi-VN" altLang="ja-JP" sz="2800" b="1" dirty="0">
                <a:solidFill>
                  <a:srgbClr val="A11D2B"/>
                </a:solidFill>
              </a:rPr>
              <a:t>    </a:t>
            </a:r>
            <a:r>
              <a:rPr lang="ja-JP" altLang="en-US" sz="2800" b="1" dirty="0">
                <a:highlight>
                  <a:srgbClr val="FFFF00"/>
                </a:highlight>
              </a:rPr>
              <a:t>医者</a:t>
            </a:r>
            <a:r>
              <a:rPr lang="ja-JP" altLang="en-US" sz="2800" dirty="0"/>
              <a:t>：どうしましたか。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     </a:t>
            </a:r>
            <a:r>
              <a:rPr lang="ja-JP" altLang="en-US" sz="2800" dirty="0">
                <a:highlight>
                  <a:srgbClr val="FFFF00"/>
                </a:highlight>
              </a:rPr>
              <a:t>Ａ</a:t>
            </a:r>
            <a:r>
              <a:rPr lang="ja-JP" altLang="en-US" sz="2800" dirty="0"/>
              <a:t> ： 自転車で学校へ行く途中で、転 んでしまって、、、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そのときは急いでいたので、そんなに痛いと思わなかったんですが、 時間がたつにつれて、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      </a:t>
            </a:r>
            <a:r>
              <a:rPr lang="en-US" altLang="ja-JP" sz="2800" dirty="0"/>
              <a:t>_________________________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890334" y="4926761"/>
            <a:ext cx="5835316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だんだん痛くなってきたんです。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3076" name="Picture 4" descr="家族に説明をするお医者さんのイラスト">
            <a:extLst>
              <a:ext uri="{FF2B5EF4-FFF2-40B4-BE49-F238E27FC236}">
                <a16:creationId xmlns:a16="http://schemas.microsoft.com/office/drawing/2014/main" id="{AED28DC3-1AE1-4860-9914-9B0F66CC4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5734" y="2038848"/>
            <a:ext cx="3118746" cy="311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20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～</a:t>
            </a:r>
            <a:r>
              <a:rPr lang="ja-JP" altLang="en-US" sz="3200" dirty="0"/>
              <a:t> </a:t>
            </a:r>
            <a:r>
              <a:rPr lang="ja-JP" altLang="en-US" sz="4800" b="1" dirty="0">
                <a:solidFill>
                  <a:srgbClr val="A11D2B"/>
                </a:solidFill>
              </a:rPr>
              <a:t>につれて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7886" y="1521995"/>
            <a:ext cx="6063988" cy="242212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台風が近づくにつれて、</a:t>
            </a:r>
            <a:r>
              <a:rPr lang="en-US" altLang="ja-JP" sz="2800" dirty="0"/>
              <a:t>__________</a:t>
            </a:r>
            <a:r>
              <a:rPr lang="ja-JP" altLang="en-US" sz="2800" dirty="0"/>
              <a:t> が強くなってきた</a:t>
            </a:r>
            <a:r>
              <a:rPr lang="vi-VN" altLang="ja-JP" sz="2800" dirty="0"/>
              <a:t>.</a:t>
            </a:r>
          </a:p>
          <a:p>
            <a:pPr marL="0" indent="0">
              <a:buNone/>
            </a:pPr>
            <a:endParaRPr lang="en-US" altLang="ja-JP" sz="2800" dirty="0"/>
          </a:p>
        </p:txBody>
      </p:sp>
      <p:pic>
        <p:nvPicPr>
          <p:cNvPr id="2050" name="Picture 2" descr="風台風イラスト／無料イラストなら「イラストAC」">
            <a:extLst>
              <a:ext uri="{FF2B5EF4-FFF2-40B4-BE49-F238E27FC236}">
                <a16:creationId xmlns:a16="http://schemas.microsoft.com/office/drawing/2014/main" id="{38B76B67-6C25-4232-BA5D-F2276FF74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739" y="2830422"/>
            <a:ext cx="4469376" cy="345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2AE0BC-2EB4-410E-83DD-E17FDBD408BF}"/>
              </a:ext>
            </a:extLst>
          </p:cNvPr>
          <p:cNvSpPr txBox="1"/>
          <p:nvPr/>
        </p:nvSpPr>
        <p:spPr>
          <a:xfrm>
            <a:off x="4531664" y="1785535"/>
            <a:ext cx="156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風</a:t>
            </a:r>
            <a:endParaRPr lang="en-US" sz="28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4023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～</a:t>
            </a:r>
            <a:r>
              <a:rPr lang="ja-JP" altLang="en-US" sz="3200" dirty="0"/>
              <a:t> </a:t>
            </a:r>
            <a:r>
              <a:rPr lang="ja-JP" altLang="en-US" sz="4800" b="1" dirty="0">
                <a:solidFill>
                  <a:srgbClr val="A11D2B"/>
                </a:solidFill>
              </a:rPr>
              <a:t>につれて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130969"/>
            <a:ext cx="10943610" cy="547436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3200" dirty="0"/>
              <a:t>① 日本語が上達 するにつれて、日本人の友達が＿＿＿＿＿＿＿ 、勉強が楽しくなってきた。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 ②暑くなるにつれて、＿＿＿＿＿＿＿ の売り上げが伸びてきた。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③社会の変化につれて、人々の＿＿＿＿＿＿ も変わってきました</a:t>
            </a:r>
            <a:r>
              <a:rPr lang="ja-JP" altLang="en-US" sz="2800" dirty="0"/>
              <a:t>。</a:t>
            </a:r>
            <a:endParaRPr lang="en-US" altLang="ja-JP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FABEA-AF34-499D-AC16-11633CF654DB}"/>
              </a:ext>
            </a:extLst>
          </p:cNvPr>
          <p:cNvSpPr txBox="1"/>
          <p:nvPr/>
        </p:nvSpPr>
        <p:spPr>
          <a:xfrm>
            <a:off x="5315406" y="3194384"/>
            <a:ext cx="2223837" cy="469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アイコン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26E83-6FA8-48D5-AE4A-F9C6107193EF}"/>
              </a:ext>
            </a:extLst>
          </p:cNvPr>
          <p:cNvSpPr txBox="1"/>
          <p:nvPr/>
        </p:nvSpPr>
        <p:spPr>
          <a:xfrm>
            <a:off x="9343968" y="1528871"/>
            <a:ext cx="2223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できたので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03E78-3F91-4BD8-AE45-5541DB732683}"/>
              </a:ext>
            </a:extLst>
          </p:cNvPr>
          <p:cNvSpPr txBox="1"/>
          <p:nvPr/>
        </p:nvSpPr>
        <p:spPr>
          <a:xfrm>
            <a:off x="6610205" y="4555503"/>
            <a:ext cx="2223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考え方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294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7211</TotalTime>
  <Words>1457</Words>
  <Application>Microsoft Office PowerPoint</Application>
  <PresentationFormat>Widescreen</PresentationFormat>
  <Paragraphs>157</Paragraphs>
  <Slides>22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第5課</vt:lpstr>
      <vt:lpstr>PowerPoint Presentation</vt:lpstr>
      <vt:lpstr> こんなときどうする？　</vt:lpstr>
      <vt:lpstr>PowerPoint Presentation</vt:lpstr>
      <vt:lpstr> こんなときどうする？　（P64）</vt:lpstr>
      <vt:lpstr>答えてみて　</vt:lpstr>
      <vt:lpstr>使ってみよう3 文法1.2.3（68 ページ）</vt:lpstr>
      <vt:lpstr>～てしまったようなんです</vt:lpstr>
      <vt:lpstr>例文（P68）</vt:lpstr>
      <vt:lpstr>～てしまったようなんです</vt:lpstr>
      <vt:lpstr>～てしまったようなんです</vt:lpstr>
      <vt:lpstr>～てしまったようなんです</vt:lpstr>
      <vt:lpstr>～ ところに／～ところへ／～ところを</vt:lpstr>
      <vt:lpstr>例文（P68）</vt:lpstr>
      <vt:lpstr>～ところに／～ところへ／～ところを</vt:lpstr>
      <vt:lpstr>～ところに／～ところへ／～ところを</vt:lpstr>
      <vt:lpstr>～ところに／～ところへ／～ところを</vt:lpstr>
      <vt:lpstr>～ につれて</vt:lpstr>
      <vt:lpstr>例文（P68）</vt:lpstr>
      <vt:lpstr>～ につれて</vt:lpstr>
      <vt:lpstr>～ につれて</vt:lpstr>
      <vt:lpstr>～ につれて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19</cp:revision>
  <dcterms:created xsi:type="dcterms:W3CDTF">2021-07-16T02:45:36Z</dcterms:created>
  <dcterms:modified xsi:type="dcterms:W3CDTF">2021-09-14T04:08:50Z</dcterms:modified>
</cp:coreProperties>
</file>