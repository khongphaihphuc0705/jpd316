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51" r:id="rId3"/>
    <p:sldId id="352" r:id="rId4"/>
    <p:sldId id="258" r:id="rId5"/>
    <p:sldId id="522" r:id="rId6"/>
    <p:sldId id="525" r:id="rId7"/>
    <p:sldId id="508" r:id="rId8"/>
    <p:sldId id="523" r:id="rId9"/>
    <p:sldId id="461" r:id="rId10"/>
    <p:sldId id="497" r:id="rId11"/>
    <p:sldId id="357" r:id="rId12"/>
    <p:sldId id="358" r:id="rId13"/>
    <p:sldId id="532" r:id="rId14"/>
    <p:sldId id="465" r:id="rId15"/>
    <p:sldId id="524" r:id="rId16"/>
    <p:sldId id="360" r:id="rId17"/>
    <p:sldId id="533" r:id="rId18"/>
    <p:sldId id="363" r:id="rId19"/>
    <p:sldId id="4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1D2B"/>
    <a:srgbClr val="5E9C53"/>
    <a:srgbClr val="D9910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99C070-6462-4199-B24F-1D25148A65DF}" v="149" dt="2021-09-14T03:41:13.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77025" autoAdjust="0"/>
  </p:normalViewPr>
  <p:slideViewPr>
    <p:cSldViewPr snapToGrid="0" showGuides="1">
      <p:cViewPr varScale="1">
        <p:scale>
          <a:sx n="49" d="100"/>
          <a:sy n="49" d="100"/>
        </p:scale>
        <p:origin x="1248"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anh Le Thi Kim  (FE FPTU CT)" userId="33772939-cd87-45c1-be61-e0648bc25a53" providerId="ADAL" clId="{2D27B625-F83D-4FBD-8397-D8BF456133A9}"/>
    <pc:docChg chg="delSld modSld delSection modSection">
      <pc:chgData name="Oanh Le Thi Kim  (FE FPTU CT)" userId="33772939-cd87-45c1-be61-e0648bc25a53" providerId="ADAL" clId="{2D27B625-F83D-4FBD-8397-D8BF456133A9}" dt="2021-08-21T06:28:06.311" v="8" actId="20577"/>
      <pc:docMkLst>
        <pc:docMk/>
      </pc:docMkLst>
      <pc:sldChg chg="modSp mod">
        <pc:chgData name="Oanh Le Thi Kim  (FE FPTU CT)" userId="33772939-cd87-45c1-be61-e0648bc25a53" providerId="ADAL" clId="{2D27B625-F83D-4FBD-8397-D8BF456133A9}" dt="2021-08-21T06:27:36.774" v="4" actId="20577"/>
        <pc:sldMkLst>
          <pc:docMk/>
          <pc:sldMk cId="1378875007" sldId="351"/>
        </pc:sldMkLst>
        <pc:spChg chg="mod">
          <ac:chgData name="Oanh Le Thi Kim  (FE FPTU CT)" userId="33772939-cd87-45c1-be61-e0648bc25a53" providerId="ADAL" clId="{2D27B625-F83D-4FBD-8397-D8BF456133A9}" dt="2021-08-21T06:27:36.774" v="4" actId="20577"/>
          <ac:spMkLst>
            <pc:docMk/>
            <pc:sldMk cId="1378875007" sldId="351"/>
            <ac:spMk id="76" creationId="{5488B2A3-09E1-4ED9-8CB5-A06EA337ED44}"/>
          </ac:spMkLst>
        </pc:spChg>
      </pc:sldChg>
      <pc:sldChg chg="del">
        <pc:chgData name="Oanh Le Thi Kim  (FE FPTU CT)" userId="33772939-cd87-45c1-be61-e0648bc25a53" providerId="ADAL" clId="{2D27B625-F83D-4FBD-8397-D8BF456133A9}" dt="2021-08-08T09:55:06.550" v="0" actId="47"/>
        <pc:sldMkLst>
          <pc:docMk/>
          <pc:sldMk cId="1921137803" sldId="353"/>
        </pc:sldMkLst>
      </pc:sldChg>
      <pc:sldChg chg="modSp mod">
        <pc:chgData name="Oanh Le Thi Kim  (FE FPTU CT)" userId="33772939-cd87-45c1-be61-e0648bc25a53" providerId="ADAL" clId="{2D27B625-F83D-4FBD-8397-D8BF456133A9}" dt="2021-08-21T06:28:06.311" v="8" actId="20577"/>
        <pc:sldMkLst>
          <pc:docMk/>
          <pc:sldMk cId="2373456421" sldId="358"/>
        </pc:sldMkLst>
        <pc:spChg chg="mod">
          <ac:chgData name="Oanh Le Thi Kim  (FE FPTU CT)" userId="33772939-cd87-45c1-be61-e0648bc25a53" providerId="ADAL" clId="{2D27B625-F83D-4FBD-8397-D8BF456133A9}" dt="2021-08-21T06:28:06.311" v="8" actId="20577"/>
          <ac:spMkLst>
            <pc:docMk/>
            <pc:sldMk cId="2373456421" sldId="358"/>
            <ac:spMk id="5" creationId="{9F4B3034-E2E3-4173-8554-B1E008035346}"/>
          </ac:spMkLst>
        </pc:spChg>
      </pc:sldChg>
      <pc:sldChg chg="del">
        <pc:chgData name="Oanh Le Thi Kim  (FE FPTU CT)" userId="33772939-cd87-45c1-be61-e0648bc25a53" providerId="ADAL" clId="{2D27B625-F83D-4FBD-8397-D8BF456133A9}" dt="2021-08-08T09:55:06.550" v="0" actId="47"/>
        <pc:sldMkLst>
          <pc:docMk/>
          <pc:sldMk cId="2705303052" sldId="370"/>
        </pc:sldMkLst>
      </pc:sldChg>
      <pc:sldChg chg="del">
        <pc:chgData name="Oanh Le Thi Kim  (FE FPTU CT)" userId="33772939-cd87-45c1-be61-e0648bc25a53" providerId="ADAL" clId="{2D27B625-F83D-4FBD-8397-D8BF456133A9}" dt="2021-08-08T09:55:06.550" v="0" actId="47"/>
        <pc:sldMkLst>
          <pc:docMk/>
          <pc:sldMk cId="2104607827" sldId="371"/>
        </pc:sldMkLst>
      </pc:sldChg>
      <pc:sldChg chg="del">
        <pc:chgData name="Oanh Le Thi Kim  (FE FPTU CT)" userId="33772939-cd87-45c1-be61-e0648bc25a53" providerId="ADAL" clId="{2D27B625-F83D-4FBD-8397-D8BF456133A9}" dt="2021-08-08T09:55:06.550" v="0" actId="47"/>
        <pc:sldMkLst>
          <pc:docMk/>
          <pc:sldMk cId="3397200444" sldId="372"/>
        </pc:sldMkLst>
      </pc:sldChg>
      <pc:sldChg chg="del">
        <pc:chgData name="Oanh Le Thi Kim  (FE FPTU CT)" userId="33772939-cd87-45c1-be61-e0648bc25a53" providerId="ADAL" clId="{2D27B625-F83D-4FBD-8397-D8BF456133A9}" dt="2021-08-08T09:55:06.550" v="0" actId="47"/>
        <pc:sldMkLst>
          <pc:docMk/>
          <pc:sldMk cId="906519154" sldId="415"/>
        </pc:sldMkLst>
      </pc:sldChg>
      <pc:sldChg chg="del">
        <pc:chgData name="Oanh Le Thi Kim  (FE FPTU CT)" userId="33772939-cd87-45c1-be61-e0648bc25a53" providerId="ADAL" clId="{2D27B625-F83D-4FBD-8397-D8BF456133A9}" dt="2021-08-08T09:55:06.550" v="0" actId="47"/>
        <pc:sldMkLst>
          <pc:docMk/>
          <pc:sldMk cId="1364144826" sldId="427"/>
        </pc:sldMkLst>
      </pc:sldChg>
      <pc:sldChg chg="del">
        <pc:chgData name="Oanh Le Thi Kim  (FE FPTU CT)" userId="33772939-cd87-45c1-be61-e0648bc25a53" providerId="ADAL" clId="{2D27B625-F83D-4FBD-8397-D8BF456133A9}" dt="2021-08-08T09:55:06.550" v="0" actId="47"/>
        <pc:sldMkLst>
          <pc:docMk/>
          <pc:sldMk cId="608496223" sldId="428"/>
        </pc:sldMkLst>
      </pc:sldChg>
      <pc:sldChg chg="del">
        <pc:chgData name="Oanh Le Thi Kim  (FE FPTU CT)" userId="33772939-cd87-45c1-be61-e0648bc25a53" providerId="ADAL" clId="{2D27B625-F83D-4FBD-8397-D8BF456133A9}" dt="2021-08-08T09:55:06.550" v="0" actId="47"/>
        <pc:sldMkLst>
          <pc:docMk/>
          <pc:sldMk cId="88392919" sldId="429"/>
        </pc:sldMkLst>
      </pc:sldChg>
      <pc:sldChg chg="del">
        <pc:chgData name="Oanh Le Thi Kim  (FE FPTU CT)" userId="33772939-cd87-45c1-be61-e0648bc25a53" providerId="ADAL" clId="{2D27B625-F83D-4FBD-8397-D8BF456133A9}" dt="2021-08-08T09:55:06.550" v="0" actId="47"/>
        <pc:sldMkLst>
          <pc:docMk/>
          <pc:sldMk cId="886559900" sldId="430"/>
        </pc:sldMkLst>
      </pc:sldChg>
      <pc:sldChg chg="del">
        <pc:chgData name="Oanh Le Thi Kim  (FE FPTU CT)" userId="33772939-cd87-45c1-be61-e0648bc25a53" providerId="ADAL" clId="{2D27B625-F83D-4FBD-8397-D8BF456133A9}" dt="2021-08-08T09:55:06.550" v="0" actId="47"/>
        <pc:sldMkLst>
          <pc:docMk/>
          <pc:sldMk cId="3245471418" sldId="435"/>
        </pc:sldMkLst>
      </pc:sldChg>
      <pc:sldChg chg="del">
        <pc:chgData name="Oanh Le Thi Kim  (FE FPTU CT)" userId="33772939-cd87-45c1-be61-e0648bc25a53" providerId="ADAL" clId="{2D27B625-F83D-4FBD-8397-D8BF456133A9}" dt="2021-08-08T09:55:06.550" v="0" actId="47"/>
        <pc:sldMkLst>
          <pc:docMk/>
          <pc:sldMk cId="1898346204" sldId="443"/>
        </pc:sldMkLst>
      </pc:sldChg>
      <pc:sldChg chg="del">
        <pc:chgData name="Oanh Le Thi Kim  (FE FPTU CT)" userId="33772939-cd87-45c1-be61-e0648bc25a53" providerId="ADAL" clId="{2D27B625-F83D-4FBD-8397-D8BF456133A9}" dt="2021-08-08T09:55:06.550" v="0" actId="47"/>
        <pc:sldMkLst>
          <pc:docMk/>
          <pc:sldMk cId="4025790530" sldId="444"/>
        </pc:sldMkLst>
      </pc:sldChg>
      <pc:sldChg chg="del">
        <pc:chgData name="Oanh Le Thi Kim  (FE FPTU CT)" userId="33772939-cd87-45c1-be61-e0648bc25a53" providerId="ADAL" clId="{2D27B625-F83D-4FBD-8397-D8BF456133A9}" dt="2021-08-08T09:55:06.550" v="0" actId="47"/>
        <pc:sldMkLst>
          <pc:docMk/>
          <pc:sldMk cId="3450673402" sldId="454"/>
        </pc:sldMkLst>
      </pc:sldChg>
      <pc:sldChg chg="del">
        <pc:chgData name="Oanh Le Thi Kim  (FE FPTU CT)" userId="33772939-cd87-45c1-be61-e0648bc25a53" providerId="ADAL" clId="{2D27B625-F83D-4FBD-8397-D8BF456133A9}" dt="2021-08-08T09:55:06.550" v="0" actId="47"/>
        <pc:sldMkLst>
          <pc:docMk/>
          <pc:sldMk cId="3715108067" sldId="455"/>
        </pc:sldMkLst>
      </pc:sldChg>
      <pc:sldChg chg="del">
        <pc:chgData name="Oanh Le Thi Kim  (FE FPTU CT)" userId="33772939-cd87-45c1-be61-e0648bc25a53" providerId="ADAL" clId="{2D27B625-F83D-4FBD-8397-D8BF456133A9}" dt="2021-08-08T09:55:06.550" v="0" actId="47"/>
        <pc:sldMkLst>
          <pc:docMk/>
          <pc:sldMk cId="639745509" sldId="468"/>
        </pc:sldMkLst>
      </pc:sldChg>
      <pc:sldChg chg="del">
        <pc:chgData name="Oanh Le Thi Kim  (FE FPTU CT)" userId="33772939-cd87-45c1-be61-e0648bc25a53" providerId="ADAL" clId="{2D27B625-F83D-4FBD-8397-D8BF456133A9}" dt="2021-08-08T09:55:06.550" v="0" actId="47"/>
        <pc:sldMkLst>
          <pc:docMk/>
          <pc:sldMk cId="1651932579" sldId="469"/>
        </pc:sldMkLst>
      </pc:sldChg>
      <pc:sldChg chg="del">
        <pc:chgData name="Oanh Le Thi Kim  (FE FPTU CT)" userId="33772939-cd87-45c1-be61-e0648bc25a53" providerId="ADAL" clId="{2D27B625-F83D-4FBD-8397-D8BF456133A9}" dt="2021-08-08T09:55:06.550" v="0" actId="47"/>
        <pc:sldMkLst>
          <pc:docMk/>
          <pc:sldMk cId="1761823914" sldId="470"/>
        </pc:sldMkLst>
      </pc:sldChg>
      <pc:sldChg chg="del">
        <pc:chgData name="Oanh Le Thi Kim  (FE FPTU CT)" userId="33772939-cd87-45c1-be61-e0648bc25a53" providerId="ADAL" clId="{2D27B625-F83D-4FBD-8397-D8BF456133A9}" dt="2021-08-08T09:55:06.550" v="0" actId="47"/>
        <pc:sldMkLst>
          <pc:docMk/>
          <pc:sldMk cId="2492953139" sldId="473"/>
        </pc:sldMkLst>
      </pc:sldChg>
      <pc:sldChg chg="del">
        <pc:chgData name="Oanh Le Thi Kim  (FE FPTU CT)" userId="33772939-cd87-45c1-be61-e0648bc25a53" providerId="ADAL" clId="{2D27B625-F83D-4FBD-8397-D8BF456133A9}" dt="2021-08-08T09:55:06.550" v="0" actId="47"/>
        <pc:sldMkLst>
          <pc:docMk/>
          <pc:sldMk cId="1040436584" sldId="474"/>
        </pc:sldMkLst>
      </pc:sldChg>
      <pc:sldChg chg="del">
        <pc:chgData name="Oanh Le Thi Kim  (FE FPTU CT)" userId="33772939-cd87-45c1-be61-e0648bc25a53" providerId="ADAL" clId="{2D27B625-F83D-4FBD-8397-D8BF456133A9}" dt="2021-08-08T09:55:06.550" v="0" actId="47"/>
        <pc:sldMkLst>
          <pc:docMk/>
          <pc:sldMk cId="342738750" sldId="475"/>
        </pc:sldMkLst>
      </pc:sldChg>
      <pc:sldChg chg="del">
        <pc:chgData name="Oanh Le Thi Kim  (FE FPTU CT)" userId="33772939-cd87-45c1-be61-e0648bc25a53" providerId="ADAL" clId="{2D27B625-F83D-4FBD-8397-D8BF456133A9}" dt="2021-08-08T09:55:06.550" v="0" actId="47"/>
        <pc:sldMkLst>
          <pc:docMk/>
          <pc:sldMk cId="3362160084" sldId="481"/>
        </pc:sldMkLst>
      </pc:sldChg>
      <pc:sldChg chg="del">
        <pc:chgData name="Oanh Le Thi Kim  (FE FPTU CT)" userId="33772939-cd87-45c1-be61-e0648bc25a53" providerId="ADAL" clId="{2D27B625-F83D-4FBD-8397-D8BF456133A9}" dt="2021-08-08T09:55:06.550" v="0" actId="47"/>
        <pc:sldMkLst>
          <pc:docMk/>
          <pc:sldMk cId="2208081324" sldId="485"/>
        </pc:sldMkLst>
      </pc:sldChg>
      <pc:sldChg chg="del">
        <pc:chgData name="Oanh Le Thi Kim  (FE FPTU CT)" userId="33772939-cd87-45c1-be61-e0648bc25a53" providerId="ADAL" clId="{2D27B625-F83D-4FBD-8397-D8BF456133A9}" dt="2021-08-08T09:55:06.550" v="0" actId="47"/>
        <pc:sldMkLst>
          <pc:docMk/>
          <pc:sldMk cId="894429737" sldId="486"/>
        </pc:sldMkLst>
      </pc:sldChg>
      <pc:sldChg chg="del">
        <pc:chgData name="Oanh Le Thi Kim  (FE FPTU CT)" userId="33772939-cd87-45c1-be61-e0648bc25a53" providerId="ADAL" clId="{2D27B625-F83D-4FBD-8397-D8BF456133A9}" dt="2021-08-08T09:55:06.550" v="0" actId="47"/>
        <pc:sldMkLst>
          <pc:docMk/>
          <pc:sldMk cId="3384855407" sldId="487"/>
        </pc:sldMkLst>
      </pc:sldChg>
      <pc:sldChg chg="del">
        <pc:chgData name="Oanh Le Thi Kim  (FE FPTU CT)" userId="33772939-cd87-45c1-be61-e0648bc25a53" providerId="ADAL" clId="{2D27B625-F83D-4FBD-8397-D8BF456133A9}" dt="2021-08-08T09:55:06.550" v="0" actId="47"/>
        <pc:sldMkLst>
          <pc:docMk/>
          <pc:sldMk cId="1061079787" sldId="488"/>
        </pc:sldMkLst>
      </pc:sldChg>
      <pc:sldChg chg="del">
        <pc:chgData name="Oanh Le Thi Kim  (FE FPTU CT)" userId="33772939-cd87-45c1-be61-e0648bc25a53" providerId="ADAL" clId="{2D27B625-F83D-4FBD-8397-D8BF456133A9}" dt="2021-08-08T09:55:06.550" v="0" actId="47"/>
        <pc:sldMkLst>
          <pc:docMk/>
          <pc:sldMk cId="1064471091" sldId="491"/>
        </pc:sldMkLst>
      </pc:sldChg>
      <pc:sldChg chg="del">
        <pc:chgData name="Oanh Le Thi Kim  (FE FPTU CT)" userId="33772939-cd87-45c1-be61-e0648bc25a53" providerId="ADAL" clId="{2D27B625-F83D-4FBD-8397-D8BF456133A9}" dt="2021-08-08T09:55:06.550" v="0" actId="47"/>
        <pc:sldMkLst>
          <pc:docMk/>
          <pc:sldMk cId="3151075774" sldId="496"/>
        </pc:sldMkLst>
      </pc:sldChg>
      <pc:sldChg chg="modSp">
        <pc:chgData name="Oanh Le Thi Kim  (FE FPTU CT)" userId="33772939-cd87-45c1-be61-e0648bc25a53" providerId="ADAL" clId="{2D27B625-F83D-4FBD-8397-D8BF456133A9}" dt="2021-08-21T06:27:58.796" v="5" actId="20577"/>
        <pc:sldMkLst>
          <pc:docMk/>
          <pc:sldMk cId="292098498" sldId="497"/>
        </pc:sldMkLst>
        <pc:spChg chg="mod">
          <ac:chgData name="Oanh Le Thi Kim  (FE FPTU CT)" userId="33772939-cd87-45c1-be61-e0648bc25a53" providerId="ADAL" clId="{2D27B625-F83D-4FBD-8397-D8BF456133A9}" dt="2021-08-21T06:27:58.796" v="5" actId="20577"/>
          <ac:spMkLst>
            <pc:docMk/>
            <pc:sldMk cId="292098498" sldId="497"/>
            <ac:spMk id="7" creationId="{6186CB1C-C5A5-4134-BCDD-534923F89FD3}"/>
          </ac:spMkLst>
        </pc:spChg>
      </pc:sldChg>
      <pc:sldChg chg="del">
        <pc:chgData name="Oanh Le Thi Kim  (FE FPTU CT)" userId="33772939-cd87-45c1-be61-e0648bc25a53" providerId="ADAL" clId="{2D27B625-F83D-4FBD-8397-D8BF456133A9}" dt="2021-08-08T09:55:06.550" v="0" actId="47"/>
        <pc:sldMkLst>
          <pc:docMk/>
          <pc:sldMk cId="1974939322" sldId="498"/>
        </pc:sldMkLst>
      </pc:sldChg>
      <pc:sldChg chg="del">
        <pc:chgData name="Oanh Le Thi Kim  (FE FPTU CT)" userId="33772939-cd87-45c1-be61-e0648bc25a53" providerId="ADAL" clId="{2D27B625-F83D-4FBD-8397-D8BF456133A9}" dt="2021-08-08T09:55:06.550" v="0" actId="47"/>
        <pc:sldMkLst>
          <pc:docMk/>
          <pc:sldMk cId="966064167" sldId="499"/>
        </pc:sldMkLst>
      </pc:sldChg>
      <pc:sldChg chg="del">
        <pc:chgData name="Oanh Le Thi Kim  (FE FPTU CT)" userId="33772939-cd87-45c1-be61-e0648bc25a53" providerId="ADAL" clId="{2D27B625-F83D-4FBD-8397-D8BF456133A9}" dt="2021-08-08T09:55:06.550" v="0" actId="47"/>
        <pc:sldMkLst>
          <pc:docMk/>
          <pc:sldMk cId="185947829" sldId="500"/>
        </pc:sldMkLst>
      </pc:sldChg>
      <pc:sldChg chg="del">
        <pc:chgData name="Oanh Le Thi Kim  (FE FPTU CT)" userId="33772939-cd87-45c1-be61-e0648bc25a53" providerId="ADAL" clId="{2D27B625-F83D-4FBD-8397-D8BF456133A9}" dt="2021-08-08T09:55:06.550" v="0" actId="47"/>
        <pc:sldMkLst>
          <pc:docMk/>
          <pc:sldMk cId="1902859379" sldId="507"/>
        </pc:sldMkLst>
      </pc:sldChg>
      <pc:sldChg chg="del">
        <pc:chgData name="Oanh Le Thi Kim  (FE FPTU CT)" userId="33772939-cd87-45c1-be61-e0648bc25a53" providerId="ADAL" clId="{2D27B625-F83D-4FBD-8397-D8BF456133A9}" dt="2021-08-08T09:55:06.550" v="0" actId="47"/>
        <pc:sldMkLst>
          <pc:docMk/>
          <pc:sldMk cId="4106046634" sldId="511"/>
        </pc:sldMkLst>
      </pc:sldChg>
      <pc:sldChg chg="del">
        <pc:chgData name="Oanh Le Thi Kim  (FE FPTU CT)" userId="33772939-cd87-45c1-be61-e0648bc25a53" providerId="ADAL" clId="{2D27B625-F83D-4FBD-8397-D8BF456133A9}" dt="2021-08-08T09:55:06.550" v="0" actId="47"/>
        <pc:sldMkLst>
          <pc:docMk/>
          <pc:sldMk cId="3735703511" sldId="512"/>
        </pc:sldMkLst>
      </pc:sldChg>
      <pc:sldChg chg="del">
        <pc:chgData name="Oanh Le Thi Kim  (FE FPTU CT)" userId="33772939-cd87-45c1-be61-e0648bc25a53" providerId="ADAL" clId="{2D27B625-F83D-4FBD-8397-D8BF456133A9}" dt="2021-08-08T09:55:06.550" v="0" actId="47"/>
        <pc:sldMkLst>
          <pc:docMk/>
          <pc:sldMk cId="1447244196" sldId="515"/>
        </pc:sldMkLst>
      </pc:sldChg>
      <pc:sldChg chg="del">
        <pc:chgData name="Oanh Le Thi Kim  (FE FPTU CT)" userId="33772939-cd87-45c1-be61-e0648bc25a53" providerId="ADAL" clId="{2D27B625-F83D-4FBD-8397-D8BF456133A9}" dt="2021-08-08T09:55:06.550" v="0" actId="47"/>
        <pc:sldMkLst>
          <pc:docMk/>
          <pc:sldMk cId="903742106" sldId="516"/>
        </pc:sldMkLst>
      </pc:sldChg>
      <pc:sldChg chg="del">
        <pc:chgData name="Oanh Le Thi Kim  (FE FPTU CT)" userId="33772939-cd87-45c1-be61-e0648bc25a53" providerId="ADAL" clId="{2D27B625-F83D-4FBD-8397-D8BF456133A9}" dt="2021-08-08T09:55:06.550" v="0" actId="47"/>
        <pc:sldMkLst>
          <pc:docMk/>
          <pc:sldMk cId="1153816822" sldId="520"/>
        </pc:sldMkLst>
      </pc:sldChg>
      <pc:sldChg chg="del">
        <pc:chgData name="Oanh Le Thi Kim  (FE FPTU CT)" userId="33772939-cd87-45c1-be61-e0648bc25a53" providerId="ADAL" clId="{2D27B625-F83D-4FBD-8397-D8BF456133A9}" dt="2021-08-08T09:55:06.550" v="0" actId="47"/>
        <pc:sldMkLst>
          <pc:docMk/>
          <pc:sldMk cId="3061728550" sldId="525"/>
        </pc:sldMkLst>
      </pc:sldChg>
      <pc:sldChg chg="del">
        <pc:chgData name="Oanh Le Thi Kim  (FE FPTU CT)" userId="33772939-cd87-45c1-be61-e0648bc25a53" providerId="ADAL" clId="{2D27B625-F83D-4FBD-8397-D8BF456133A9}" dt="2021-08-08T09:55:06.550" v="0" actId="47"/>
        <pc:sldMkLst>
          <pc:docMk/>
          <pc:sldMk cId="3525301300" sldId="526"/>
        </pc:sldMkLst>
      </pc:sldChg>
      <pc:sldChg chg="del">
        <pc:chgData name="Oanh Le Thi Kim  (FE FPTU CT)" userId="33772939-cd87-45c1-be61-e0648bc25a53" providerId="ADAL" clId="{2D27B625-F83D-4FBD-8397-D8BF456133A9}" dt="2021-08-08T09:55:06.550" v="0" actId="47"/>
        <pc:sldMkLst>
          <pc:docMk/>
          <pc:sldMk cId="609547584" sldId="527"/>
        </pc:sldMkLst>
      </pc:sldChg>
      <pc:sldChg chg="del">
        <pc:chgData name="Oanh Le Thi Kim  (FE FPTU CT)" userId="33772939-cd87-45c1-be61-e0648bc25a53" providerId="ADAL" clId="{2D27B625-F83D-4FBD-8397-D8BF456133A9}" dt="2021-08-08T09:55:06.550" v="0" actId="47"/>
        <pc:sldMkLst>
          <pc:docMk/>
          <pc:sldMk cId="4197795030" sldId="528"/>
        </pc:sldMkLst>
      </pc:sldChg>
      <pc:sldChg chg="del">
        <pc:chgData name="Oanh Le Thi Kim  (FE FPTU CT)" userId="33772939-cd87-45c1-be61-e0648bc25a53" providerId="ADAL" clId="{2D27B625-F83D-4FBD-8397-D8BF456133A9}" dt="2021-08-08T09:55:06.550" v="0" actId="47"/>
        <pc:sldMkLst>
          <pc:docMk/>
          <pc:sldMk cId="2142847344" sldId="529"/>
        </pc:sldMkLst>
      </pc:sldChg>
      <pc:sldChg chg="del">
        <pc:chgData name="Oanh Le Thi Kim  (FE FPTU CT)" userId="33772939-cd87-45c1-be61-e0648bc25a53" providerId="ADAL" clId="{2D27B625-F83D-4FBD-8397-D8BF456133A9}" dt="2021-08-08T09:55:06.550" v="0" actId="47"/>
        <pc:sldMkLst>
          <pc:docMk/>
          <pc:sldMk cId="1240510156" sldId="530"/>
        </pc:sldMkLst>
      </pc:sldChg>
      <pc:sldChg chg="del">
        <pc:chgData name="Oanh Le Thi Kim  (FE FPTU CT)" userId="33772939-cd87-45c1-be61-e0648bc25a53" providerId="ADAL" clId="{2D27B625-F83D-4FBD-8397-D8BF456133A9}" dt="2021-08-08T09:55:06.550" v="0" actId="47"/>
        <pc:sldMkLst>
          <pc:docMk/>
          <pc:sldMk cId="1876143650" sldId="531"/>
        </pc:sldMkLst>
      </pc:sldChg>
      <pc:sldChg chg="del">
        <pc:chgData name="Oanh Le Thi Kim  (FE FPTU CT)" userId="33772939-cd87-45c1-be61-e0648bc25a53" providerId="ADAL" clId="{2D27B625-F83D-4FBD-8397-D8BF456133A9}" dt="2021-08-08T09:55:06.550" v="0" actId="47"/>
        <pc:sldMkLst>
          <pc:docMk/>
          <pc:sldMk cId="4116813254" sldId="532"/>
        </pc:sldMkLst>
      </pc:sldChg>
      <pc:sldChg chg="del">
        <pc:chgData name="Oanh Le Thi Kim  (FE FPTU CT)" userId="33772939-cd87-45c1-be61-e0648bc25a53" providerId="ADAL" clId="{2D27B625-F83D-4FBD-8397-D8BF456133A9}" dt="2021-08-08T09:55:06.550" v="0" actId="47"/>
        <pc:sldMkLst>
          <pc:docMk/>
          <pc:sldMk cId="1828293573" sldId="533"/>
        </pc:sldMkLst>
      </pc:sldChg>
      <pc:sldChg chg="del">
        <pc:chgData name="Oanh Le Thi Kim  (FE FPTU CT)" userId="33772939-cd87-45c1-be61-e0648bc25a53" providerId="ADAL" clId="{2D27B625-F83D-4FBD-8397-D8BF456133A9}" dt="2021-08-08T09:55:06.550" v="0" actId="47"/>
        <pc:sldMkLst>
          <pc:docMk/>
          <pc:sldMk cId="2779800683" sldId="534"/>
        </pc:sldMkLst>
      </pc:sldChg>
      <pc:sldChg chg="del">
        <pc:chgData name="Oanh Le Thi Kim  (FE FPTU CT)" userId="33772939-cd87-45c1-be61-e0648bc25a53" providerId="ADAL" clId="{2D27B625-F83D-4FBD-8397-D8BF456133A9}" dt="2021-08-08T09:55:06.550" v="0" actId="47"/>
        <pc:sldMkLst>
          <pc:docMk/>
          <pc:sldMk cId="1861529350" sldId="535"/>
        </pc:sldMkLst>
      </pc:sldChg>
      <pc:sldChg chg="del">
        <pc:chgData name="Oanh Le Thi Kim  (FE FPTU CT)" userId="33772939-cd87-45c1-be61-e0648bc25a53" providerId="ADAL" clId="{2D27B625-F83D-4FBD-8397-D8BF456133A9}" dt="2021-08-08T09:55:06.550" v="0" actId="47"/>
        <pc:sldMkLst>
          <pc:docMk/>
          <pc:sldMk cId="2274424584" sldId="536"/>
        </pc:sldMkLst>
      </pc:sldChg>
      <pc:sldChg chg="del">
        <pc:chgData name="Oanh Le Thi Kim  (FE FPTU CT)" userId="33772939-cd87-45c1-be61-e0648bc25a53" providerId="ADAL" clId="{2D27B625-F83D-4FBD-8397-D8BF456133A9}" dt="2021-08-08T09:55:06.550" v="0" actId="47"/>
        <pc:sldMkLst>
          <pc:docMk/>
          <pc:sldMk cId="2666912814" sldId="537"/>
        </pc:sldMkLst>
      </pc:sldChg>
      <pc:sldChg chg="del">
        <pc:chgData name="Oanh Le Thi Kim  (FE FPTU CT)" userId="33772939-cd87-45c1-be61-e0648bc25a53" providerId="ADAL" clId="{2D27B625-F83D-4FBD-8397-D8BF456133A9}" dt="2021-08-08T09:55:06.550" v="0" actId="47"/>
        <pc:sldMkLst>
          <pc:docMk/>
          <pc:sldMk cId="3064711339" sldId="539"/>
        </pc:sldMkLst>
      </pc:sldChg>
      <pc:sldChg chg="del">
        <pc:chgData name="Oanh Le Thi Kim  (FE FPTU CT)" userId="33772939-cd87-45c1-be61-e0648bc25a53" providerId="ADAL" clId="{2D27B625-F83D-4FBD-8397-D8BF456133A9}" dt="2021-08-08T09:55:06.550" v="0" actId="47"/>
        <pc:sldMkLst>
          <pc:docMk/>
          <pc:sldMk cId="2233207590" sldId="540"/>
        </pc:sldMkLst>
      </pc:sldChg>
      <pc:sldChg chg="del">
        <pc:chgData name="Oanh Le Thi Kim  (FE FPTU CT)" userId="33772939-cd87-45c1-be61-e0648bc25a53" providerId="ADAL" clId="{2D27B625-F83D-4FBD-8397-D8BF456133A9}" dt="2021-08-08T09:55:06.550" v="0" actId="47"/>
        <pc:sldMkLst>
          <pc:docMk/>
          <pc:sldMk cId="634359327" sldId="541"/>
        </pc:sldMkLst>
      </pc:sldChg>
      <pc:sldChg chg="del">
        <pc:chgData name="Oanh Le Thi Kim  (FE FPTU CT)" userId="33772939-cd87-45c1-be61-e0648bc25a53" providerId="ADAL" clId="{2D27B625-F83D-4FBD-8397-D8BF456133A9}" dt="2021-08-08T09:55:06.550" v="0" actId="47"/>
        <pc:sldMkLst>
          <pc:docMk/>
          <pc:sldMk cId="3937232163" sldId="542"/>
        </pc:sldMkLst>
      </pc:sldChg>
      <pc:sldChg chg="del">
        <pc:chgData name="Oanh Le Thi Kim  (FE FPTU CT)" userId="33772939-cd87-45c1-be61-e0648bc25a53" providerId="ADAL" clId="{2D27B625-F83D-4FBD-8397-D8BF456133A9}" dt="2021-08-08T09:55:06.550" v="0" actId="47"/>
        <pc:sldMkLst>
          <pc:docMk/>
          <pc:sldMk cId="761691474" sldId="544"/>
        </pc:sldMkLst>
      </pc:sldChg>
      <pc:sldChg chg="del">
        <pc:chgData name="Oanh Le Thi Kim  (FE FPTU CT)" userId="33772939-cd87-45c1-be61-e0648bc25a53" providerId="ADAL" clId="{2D27B625-F83D-4FBD-8397-D8BF456133A9}" dt="2021-08-08T09:55:06.550" v="0" actId="47"/>
        <pc:sldMkLst>
          <pc:docMk/>
          <pc:sldMk cId="3493391816" sldId="545"/>
        </pc:sldMkLst>
      </pc:sldChg>
      <pc:sldChg chg="del">
        <pc:chgData name="Oanh Le Thi Kim  (FE FPTU CT)" userId="33772939-cd87-45c1-be61-e0648bc25a53" providerId="ADAL" clId="{2D27B625-F83D-4FBD-8397-D8BF456133A9}" dt="2021-08-08T09:55:06.550" v="0" actId="47"/>
        <pc:sldMkLst>
          <pc:docMk/>
          <pc:sldMk cId="2483994906" sldId="546"/>
        </pc:sldMkLst>
      </pc:sldChg>
      <pc:sldChg chg="del">
        <pc:chgData name="Oanh Le Thi Kim  (FE FPTU CT)" userId="33772939-cd87-45c1-be61-e0648bc25a53" providerId="ADAL" clId="{2D27B625-F83D-4FBD-8397-D8BF456133A9}" dt="2021-08-08T09:55:06.550" v="0" actId="47"/>
        <pc:sldMkLst>
          <pc:docMk/>
          <pc:sldMk cId="3414653852" sldId="547"/>
        </pc:sldMkLst>
      </pc:sldChg>
      <pc:sldChg chg="del">
        <pc:chgData name="Oanh Le Thi Kim  (FE FPTU CT)" userId="33772939-cd87-45c1-be61-e0648bc25a53" providerId="ADAL" clId="{2D27B625-F83D-4FBD-8397-D8BF456133A9}" dt="2021-08-08T09:55:06.550" v="0" actId="47"/>
        <pc:sldMkLst>
          <pc:docMk/>
          <pc:sldMk cId="1747912885" sldId="548"/>
        </pc:sldMkLst>
      </pc:sldChg>
      <pc:sldChg chg="del">
        <pc:chgData name="Oanh Le Thi Kim  (FE FPTU CT)" userId="33772939-cd87-45c1-be61-e0648bc25a53" providerId="ADAL" clId="{2D27B625-F83D-4FBD-8397-D8BF456133A9}" dt="2021-08-08T09:55:06.550" v="0" actId="47"/>
        <pc:sldMkLst>
          <pc:docMk/>
          <pc:sldMk cId="1431587780" sldId="549"/>
        </pc:sldMkLst>
      </pc:sldChg>
      <pc:sldChg chg="del">
        <pc:chgData name="Oanh Le Thi Kim  (FE FPTU CT)" userId="33772939-cd87-45c1-be61-e0648bc25a53" providerId="ADAL" clId="{2D27B625-F83D-4FBD-8397-D8BF456133A9}" dt="2021-08-08T09:55:06.550" v="0" actId="47"/>
        <pc:sldMkLst>
          <pc:docMk/>
          <pc:sldMk cId="827892753" sldId="550"/>
        </pc:sldMkLst>
      </pc:sldChg>
      <pc:sldChg chg="del">
        <pc:chgData name="Oanh Le Thi Kim  (FE FPTU CT)" userId="33772939-cd87-45c1-be61-e0648bc25a53" providerId="ADAL" clId="{2D27B625-F83D-4FBD-8397-D8BF456133A9}" dt="2021-08-08T09:55:06.550" v="0" actId="47"/>
        <pc:sldMkLst>
          <pc:docMk/>
          <pc:sldMk cId="2929011081" sldId="551"/>
        </pc:sldMkLst>
      </pc:sldChg>
      <pc:sldChg chg="del">
        <pc:chgData name="Oanh Le Thi Kim  (FE FPTU CT)" userId="33772939-cd87-45c1-be61-e0648bc25a53" providerId="ADAL" clId="{2D27B625-F83D-4FBD-8397-D8BF456133A9}" dt="2021-08-08T09:55:06.550" v="0" actId="47"/>
        <pc:sldMkLst>
          <pc:docMk/>
          <pc:sldMk cId="840231377" sldId="552"/>
        </pc:sldMkLst>
      </pc:sldChg>
      <pc:sldChg chg="del">
        <pc:chgData name="Oanh Le Thi Kim  (FE FPTU CT)" userId="33772939-cd87-45c1-be61-e0648bc25a53" providerId="ADAL" clId="{2D27B625-F83D-4FBD-8397-D8BF456133A9}" dt="2021-08-08T09:55:06.550" v="0" actId="47"/>
        <pc:sldMkLst>
          <pc:docMk/>
          <pc:sldMk cId="2419891642" sldId="553"/>
        </pc:sldMkLst>
      </pc:sldChg>
      <pc:sldChg chg="del">
        <pc:chgData name="Oanh Le Thi Kim  (FE FPTU CT)" userId="33772939-cd87-45c1-be61-e0648bc25a53" providerId="ADAL" clId="{2D27B625-F83D-4FBD-8397-D8BF456133A9}" dt="2021-08-08T09:55:06.550" v="0" actId="47"/>
        <pc:sldMkLst>
          <pc:docMk/>
          <pc:sldMk cId="2530819923" sldId="554"/>
        </pc:sldMkLst>
      </pc:sldChg>
      <pc:sldChg chg="del">
        <pc:chgData name="Oanh Le Thi Kim  (FE FPTU CT)" userId="33772939-cd87-45c1-be61-e0648bc25a53" providerId="ADAL" clId="{2D27B625-F83D-4FBD-8397-D8BF456133A9}" dt="2021-08-08T09:55:06.550" v="0" actId="47"/>
        <pc:sldMkLst>
          <pc:docMk/>
          <pc:sldMk cId="3523308158" sldId="555"/>
        </pc:sldMkLst>
      </pc:sldChg>
      <pc:sldChg chg="del">
        <pc:chgData name="Oanh Le Thi Kim  (FE FPTU CT)" userId="33772939-cd87-45c1-be61-e0648bc25a53" providerId="ADAL" clId="{2D27B625-F83D-4FBD-8397-D8BF456133A9}" dt="2021-08-08T09:55:06.550" v="0" actId="47"/>
        <pc:sldMkLst>
          <pc:docMk/>
          <pc:sldMk cId="2307656227" sldId="556"/>
        </pc:sldMkLst>
      </pc:sldChg>
      <pc:sldChg chg="del">
        <pc:chgData name="Oanh Le Thi Kim  (FE FPTU CT)" userId="33772939-cd87-45c1-be61-e0648bc25a53" providerId="ADAL" clId="{2D27B625-F83D-4FBD-8397-D8BF456133A9}" dt="2021-08-08T09:55:06.550" v="0" actId="47"/>
        <pc:sldMkLst>
          <pc:docMk/>
          <pc:sldMk cId="3275638838" sldId="557"/>
        </pc:sldMkLst>
      </pc:sldChg>
      <pc:sldChg chg="del">
        <pc:chgData name="Oanh Le Thi Kim  (FE FPTU CT)" userId="33772939-cd87-45c1-be61-e0648bc25a53" providerId="ADAL" clId="{2D27B625-F83D-4FBD-8397-D8BF456133A9}" dt="2021-08-08T09:55:06.550" v="0" actId="47"/>
        <pc:sldMkLst>
          <pc:docMk/>
          <pc:sldMk cId="4189729720" sldId="558"/>
        </pc:sldMkLst>
      </pc:sldChg>
      <pc:sldChg chg="del">
        <pc:chgData name="Oanh Le Thi Kim  (FE FPTU CT)" userId="33772939-cd87-45c1-be61-e0648bc25a53" providerId="ADAL" clId="{2D27B625-F83D-4FBD-8397-D8BF456133A9}" dt="2021-08-08T09:55:06.550" v="0" actId="47"/>
        <pc:sldMkLst>
          <pc:docMk/>
          <pc:sldMk cId="3933939711" sldId="559"/>
        </pc:sldMkLst>
      </pc:sldChg>
      <pc:sldChg chg="del">
        <pc:chgData name="Oanh Le Thi Kim  (FE FPTU CT)" userId="33772939-cd87-45c1-be61-e0648bc25a53" providerId="ADAL" clId="{2D27B625-F83D-4FBD-8397-D8BF456133A9}" dt="2021-08-08T09:55:06.550" v="0" actId="47"/>
        <pc:sldMkLst>
          <pc:docMk/>
          <pc:sldMk cId="47248008" sldId="560"/>
        </pc:sldMkLst>
      </pc:sldChg>
      <pc:sldChg chg="del">
        <pc:chgData name="Oanh Le Thi Kim  (FE FPTU CT)" userId="33772939-cd87-45c1-be61-e0648bc25a53" providerId="ADAL" clId="{2D27B625-F83D-4FBD-8397-D8BF456133A9}" dt="2021-08-08T09:55:06.550" v="0" actId="47"/>
        <pc:sldMkLst>
          <pc:docMk/>
          <pc:sldMk cId="3499322909" sldId="561"/>
        </pc:sldMkLst>
      </pc:sldChg>
      <pc:sldChg chg="del">
        <pc:chgData name="Oanh Le Thi Kim  (FE FPTU CT)" userId="33772939-cd87-45c1-be61-e0648bc25a53" providerId="ADAL" clId="{2D27B625-F83D-4FBD-8397-D8BF456133A9}" dt="2021-08-08T09:55:06.550" v="0" actId="47"/>
        <pc:sldMkLst>
          <pc:docMk/>
          <pc:sldMk cId="2700409769" sldId="562"/>
        </pc:sldMkLst>
      </pc:sldChg>
      <pc:sldChg chg="del">
        <pc:chgData name="Oanh Le Thi Kim  (FE FPTU CT)" userId="33772939-cd87-45c1-be61-e0648bc25a53" providerId="ADAL" clId="{2D27B625-F83D-4FBD-8397-D8BF456133A9}" dt="2021-08-08T09:55:06.550" v="0" actId="47"/>
        <pc:sldMkLst>
          <pc:docMk/>
          <pc:sldMk cId="1072070141" sldId="563"/>
        </pc:sldMkLst>
      </pc:sldChg>
      <pc:sldChg chg="del">
        <pc:chgData name="Oanh Le Thi Kim  (FE FPTU CT)" userId="33772939-cd87-45c1-be61-e0648bc25a53" providerId="ADAL" clId="{2D27B625-F83D-4FBD-8397-D8BF456133A9}" dt="2021-08-08T09:55:06.550" v="0" actId="47"/>
        <pc:sldMkLst>
          <pc:docMk/>
          <pc:sldMk cId="2342303636" sldId="564"/>
        </pc:sldMkLst>
      </pc:sldChg>
      <pc:sldChg chg="del">
        <pc:chgData name="Oanh Le Thi Kim  (FE FPTU CT)" userId="33772939-cd87-45c1-be61-e0648bc25a53" providerId="ADAL" clId="{2D27B625-F83D-4FBD-8397-D8BF456133A9}" dt="2021-08-08T09:55:06.550" v="0" actId="47"/>
        <pc:sldMkLst>
          <pc:docMk/>
          <pc:sldMk cId="3495950575" sldId="566"/>
        </pc:sldMkLst>
      </pc:sldChg>
      <pc:sldChg chg="del">
        <pc:chgData name="Oanh Le Thi Kim  (FE FPTU CT)" userId="33772939-cd87-45c1-be61-e0648bc25a53" providerId="ADAL" clId="{2D27B625-F83D-4FBD-8397-D8BF456133A9}" dt="2021-08-08T09:55:06.550" v="0" actId="47"/>
        <pc:sldMkLst>
          <pc:docMk/>
          <pc:sldMk cId="2222945943" sldId="567"/>
        </pc:sldMkLst>
      </pc:sldChg>
      <pc:sldChg chg="del">
        <pc:chgData name="Oanh Le Thi Kim  (FE FPTU CT)" userId="33772939-cd87-45c1-be61-e0648bc25a53" providerId="ADAL" clId="{2D27B625-F83D-4FBD-8397-D8BF456133A9}" dt="2021-08-08T09:55:06.550" v="0" actId="47"/>
        <pc:sldMkLst>
          <pc:docMk/>
          <pc:sldMk cId="3718655682" sldId="568"/>
        </pc:sldMkLst>
      </pc:sldChg>
      <pc:sldChg chg="del">
        <pc:chgData name="Oanh Le Thi Kim  (FE FPTU CT)" userId="33772939-cd87-45c1-be61-e0648bc25a53" providerId="ADAL" clId="{2D27B625-F83D-4FBD-8397-D8BF456133A9}" dt="2021-08-08T09:55:06.550" v="0" actId="47"/>
        <pc:sldMkLst>
          <pc:docMk/>
          <pc:sldMk cId="754117947" sldId="570"/>
        </pc:sldMkLst>
      </pc:sldChg>
    </pc:docChg>
  </pc:docChgLst>
  <pc:docChgLst>
    <pc:chgData name="Le Thi Kim Oanh (FE FPTU CT)" userId="33772939-cd87-45c1-be61-e0648bc25a53" providerId="ADAL" clId="{0A99C070-6462-4199-B24F-1D25148A65DF}"/>
    <pc:docChg chg="custSel addSld modSld sldOrd">
      <pc:chgData name="Le Thi Kim Oanh (FE FPTU CT)" userId="33772939-cd87-45c1-be61-e0648bc25a53" providerId="ADAL" clId="{0A99C070-6462-4199-B24F-1D25148A65DF}" dt="2021-09-14T03:42:13.603" v="217" actId="20577"/>
      <pc:docMkLst>
        <pc:docMk/>
      </pc:docMkLst>
      <pc:sldChg chg="modSp mod">
        <pc:chgData name="Le Thi Kim Oanh (FE FPTU CT)" userId="33772939-cd87-45c1-be61-e0648bc25a53" providerId="ADAL" clId="{0A99C070-6462-4199-B24F-1D25148A65DF}" dt="2021-09-14T03:42:13.603" v="217" actId="20577"/>
        <pc:sldMkLst>
          <pc:docMk/>
          <pc:sldMk cId="1378875007" sldId="351"/>
        </pc:sldMkLst>
        <pc:spChg chg="mod">
          <ac:chgData name="Le Thi Kim Oanh (FE FPTU CT)" userId="33772939-cd87-45c1-be61-e0648bc25a53" providerId="ADAL" clId="{0A99C070-6462-4199-B24F-1D25148A65DF}" dt="2021-09-13T13:34:19.528" v="11" actId="20577"/>
          <ac:spMkLst>
            <pc:docMk/>
            <pc:sldMk cId="1378875007" sldId="351"/>
            <ac:spMk id="2" creationId="{5EF6DCCE-80F6-4D0D-97C7-067D35D1D426}"/>
          </ac:spMkLst>
        </pc:spChg>
        <pc:spChg chg="mod">
          <ac:chgData name="Le Thi Kim Oanh (FE FPTU CT)" userId="33772939-cd87-45c1-be61-e0648bc25a53" providerId="ADAL" clId="{0A99C070-6462-4199-B24F-1D25148A65DF}" dt="2021-09-14T03:42:13.603" v="217" actId="20577"/>
          <ac:spMkLst>
            <pc:docMk/>
            <pc:sldMk cId="1378875007" sldId="351"/>
            <ac:spMk id="65" creationId="{2429D96E-5F83-4BC8-AAF6-1C5FFF81E153}"/>
          </ac:spMkLst>
        </pc:spChg>
      </pc:sldChg>
      <pc:sldChg chg="ord modNotesTx">
        <pc:chgData name="Le Thi Kim Oanh (FE FPTU CT)" userId="33772939-cd87-45c1-be61-e0648bc25a53" providerId="ADAL" clId="{0A99C070-6462-4199-B24F-1D25148A65DF}" dt="2021-09-14T03:38:10.014" v="189" actId="20577"/>
        <pc:sldMkLst>
          <pc:docMk/>
          <pc:sldMk cId="316366365" sldId="508"/>
        </pc:sldMkLst>
      </pc:sldChg>
      <pc:sldChg chg="delSp modSp add mod ord delAnim modAnim modNotesTx">
        <pc:chgData name="Le Thi Kim Oanh (FE FPTU CT)" userId="33772939-cd87-45c1-be61-e0648bc25a53" providerId="ADAL" clId="{0A99C070-6462-4199-B24F-1D25148A65DF}" dt="2021-09-14T03:37:35.412" v="160" actId="20577"/>
        <pc:sldMkLst>
          <pc:docMk/>
          <pc:sldMk cId="1114573361" sldId="525"/>
        </pc:sldMkLst>
        <pc:spChg chg="mod">
          <ac:chgData name="Le Thi Kim Oanh (FE FPTU CT)" userId="33772939-cd87-45c1-be61-e0648bc25a53" providerId="ADAL" clId="{0A99C070-6462-4199-B24F-1D25148A65DF}" dt="2021-09-14T03:37:35.412" v="160" actId="20577"/>
          <ac:spMkLst>
            <pc:docMk/>
            <pc:sldMk cId="1114573361" sldId="525"/>
            <ac:spMk id="3" creationId="{00000000-0000-0000-0000-000000000000}"/>
          </ac:spMkLst>
        </pc:spChg>
        <pc:spChg chg="del">
          <ac:chgData name="Le Thi Kim Oanh (FE FPTU CT)" userId="33772939-cd87-45c1-be61-e0648bc25a53" providerId="ADAL" clId="{0A99C070-6462-4199-B24F-1D25148A65DF}" dt="2021-09-14T03:15:36.165" v="15" actId="478"/>
          <ac:spMkLst>
            <pc:docMk/>
            <pc:sldMk cId="1114573361" sldId="525"/>
            <ac:spMk id="8" creationId="{DAEFD4E7-6F3B-431B-AFC3-4AD21E95532A}"/>
          </ac:spMkLst>
        </pc:spChg>
        <pc:picChg chg="del mod">
          <ac:chgData name="Le Thi Kim Oanh (FE FPTU CT)" userId="33772939-cd87-45c1-be61-e0648bc25a53" providerId="ADAL" clId="{0A99C070-6462-4199-B24F-1D25148A65DF}" dt="2021-09-14T03:15:34.284" v="14" actId="478"/>
          <ac:picMkLst>
            <pc:docMk/>
            <pc:sldMk cId="1114573361" sldId="525"/>
            <ac:picMk id="4" creationId="{32F0B666-2FD7-4515-9A1B-C8222D5C7D89}"/>
          </ac:picMkLst>
        </pc:picChg>
      </pc:sldChg>
      <pc:sldChg chg="addSp delSp modSp add mod">
        <pc:chgData name="Le Thi Kim Oanh (FE FPTU CT)" userId="33772939-cd87-45c1-be61-e0648bc25a53" providerId="ADAL" clId="{0A99C070-6462-4199-B24F-1D25148A65DF}" dt="2021-09-14T03:40:48.631" v="204"/>
        <pc:sldMkLst>
          <pc:docMk/>
          <pc:sldMk cId="3766553441" sldId="532"/>
        </pc:sldMkLst>
        <pc:spChg chg="mod">
          <ac:chgData name="Le Thi Kim Oanh (FE FPTU CT)" userId="33772939-cd87-45c1-be61-e0648bc25a53" providerId="ADAL" clId="{0A99C070-6462-4199-B24F-1D25148A65DF}" dt="2021-09-14T03:40:48.631" v="204"/>
          <ac:spMkLst>
            <pc:docMk/>
            <pc:sldMk cId="3766553441" sldId="532"/>
            <ac:spMk id="2" creationId="{42E7FF3D-1C5F-4028-AF2A-1DAE728C2E9F}"/>
          </ac:spMkLst>
        </pc:spChg>
        <pc:spChg chg="add del mod">
          <ac:chgData name="Le Thi Kim Oanh (FE FPTU CT)" userId="33772939-cd87-45c1-be61-e0648bc25a53" providerId="ADAL" clId="{0A99C070-6462-4199-B24F-1D25148A65DF}" dt="2021-09-14T03:39:41.538" v="192" actId="931"/>
          <ac:spMkLst>
            <pc:docMk/>
            <pc:sldMk cId="3766553441" sldId="532"/>
            <ac:spMk id="4" creationId="{B468860C-A076-4E78-A59B-EDA03DB9A6DB}"/>
          </ac:spMkLst>
        </pc:spChg>
        <pc:picChg chg="del">
          <ac:chgData name="Le Thi Kim Oanh (FE FPTU CT)" userId="33772939-cd87-45c1-be61-e0648bc25a53" providerId="ADAL" clId="{0A99C070-6462-4199-B24F-1D25148A65DF}" dt="2021-09-14T03:39:21.405" v="191" actId="478"/>
          <ac:picMkLst>
            <pc:docMk/>
            <pc:sldMk cId="3766553441" sldId="532"/>
            <ac:picMk id="6" creationId="{73F97F71-496B-4FF9-BFF7-1E7EB15F26F5}"/>
          </ac:picMkLst>
        </pc:picChg>
        <pc:picChg chg="add mod">
          <ac:chgData name="Le Thi Kim Oanh (FE FPTU CT)" userId="33772939-cd87-45c1-be61-e0648bc25a53" providerId="ADAL" clId="{0A99C070-6462-4199-B24F-1D25148A65DF}" dt="2021-09-14T03:39:52.953" v="198" actId="14100"/>
          <ac:picMkLst>
            <pc:docMk/>
            <pc:sldMk cId="3766553441" sldId="532"/>
            <ac:picMk id="7" creationId="{28CE58F1-7599-41FF-B832-340704DA201F}"/>
          </ac:picMkLst>
        </pc:picChg>
      </pc:sldChg>
      <pc:sldChg chg="addSp delSp modSp add mod ord">
        <pc:chgData name="Le Thi Kim Oanh (FE FPTU CT)" userId="33772939-cd87-45c1-be61-e0648bc25a53" providerId="ADAL" clId="{0A99C070-6462-4199-B24F-1D25148A65DF}" dt="2021-09-14T03:41:21.462" v="215" actId="14100"/>
        <pc:sldMkLst>
          <pc:docMk/>
          <pc:sldMk cId="2292419440" sldId="533"/>
        </pc:sldMkLst>
        <pc:spChg chg="add del mod">
          <ac:chgData name="Le Thi Kim Oanh (FE FPTU CT)" userId="33772939-cd87-45c1-be61-e0648bc25a53" providerId="ADAL" clId="{0A99C070-6462-4199-B24F-1D25148A65DF}" dt="2021-09-14T03:41:13.327" v="209" actId="931"/>
          <ac:spMkLst>
            <pc:docMk/>
            <pc:sldMk cId="2292419440" sldId="533"/>
            <ac:spMk id="4" creationId="{AB115819-87F5-44C7-99A5-0BB1E148367B}"/>
          </ac:spMkLst>
        </pc:spChg>
        <pc:picChg chg="add mod">
          <ac:chgData name="Le Thi Kim Oanh (FE FPTU CT)" userId="33772939-cd87-45c1-be61-e0648bc25a53" providerId="ADAL" clId="{0A99C070-6462-4199-B24F-1D25148A65DF}" dt="2021-09-14T03:41:21.462" v="215" actId="14100"/>
          <ac:picMkLst>
            <pc:docMk/>
            <pc:sldMk cId="2292419440" sldId="533"/>
            <ac:picMk id="6" creationId="{7AB917E4-A1D8-4412-8C30-8D861371F661}"/>
          </ac:picMkLst>
        </pc:picChg>
        <pc:picChg chg="del">
          <ac:chgData name="Le Thi Kim Oanh (FE FPTU CT)" userId="33772939-cd87-45c1-be61-e0648bc25a53" providerId="ADAL" clId="{0A99C070-6462-4199-B24F-1D25148A65DF}" dt="2021-09-14T03:41:03.153" v="208" actId="478"/>
          <ac:picMkLst>
            <pc:docMk/>
            <pc:sldMk cId="2292419440" sldId="533"/>
            <ac:picMk id="7" creationId="{28CE58F1-7599-41FF-B832-340704DA201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4043590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１．防災グッズ：水、マスク、手袋、帽子。。。</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２．地震が起きたとき。</a:t>
            </a:r>
            <a:endParaRPr lang="vi-VN" altLang="ja-JP" b="0" i="0" dirty="0">
              <a:solidFill>
                <a:srgbClr val="000000"/>
              </a:solidFill>
              <a:effectLst/>
              <a:latin typeface="Arial" panose="020B0604020202020204" pitchFamily="34" charset="0"/>
            </a:endParaRPr>
          </a:p>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3</a:t>
            </a:fld>
            <a:endParaRPr lang="en-US"/>
          </a:p>
        </p:txBody>
      </p:sp>
    </p:spTree>
    <p:extLst>
      <p:ext uri="{BB962C8B-B14F-4D97-AF65-F5344CB8AC3E}">
        <p14:creationId xmlns:p14="http://schemas.microsoft.com/office/powerpoint/2010/main" val="34322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818792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5</a:t>
            </a:fld>
            <a:endParaRPr lang="en-US"/>
          </a:p>
        </p:txBody>
      </p:sp>
    </p:spTree>
    <p:extLst>
      <p:ext uri="{BB962C8B-B14F-4D97-AF65-F5344CB8AC3E}">
        <p14:creationId xmlns:p14="http://schemas.microsoft.com/office/powerpoint/2010/main" val="766775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vi-VN" dirty="0"/>
          </a:p>
        </p:txBody>
      </p:sp>
      <p:sp>
        <p:nvSpPr>
          <p:cNvPr id="4" name="Slide Number Placeholder 3"/>
          <p:cNvSpPr>
            <a:spLocks noGrp="1"/>
          </p:cNvSpPr>
          <p:nvPr>
            <p:ph type="sldNum" sz="quarter" idx="5"/>
          </p:nvPr>
        </p:nvSpPr>
        <p:spPr/>
        <p:txBody>
          <a:bodyPr/>
          <a:lstStyle/>
          <a:p>
            <a:fld id="{74E8D07D-93F7-416F-A73A-05ECF16F3B14}" type="slidenum">
              <a:rPr lang="en-US" smtClean="0"/>
              <a:t>6</a:t>
            </a:fld>
            <a:endParaRPr lang="en-US"/>
          </a:p>
        </p:txBody>
      </p:sp>
    </p:spTree>
    <p:extLst>
      <p:ext uri="{BB962C8B-B14F-4D97-AF65-F5344CB8AC3E}">
        <p14:creationId xmlns:p14="http://schemas.microsoft.com/office/powerpoint/2010/main" val="2281999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dirty="0"/>
              <a:t>Cho SV xem tham khảo</a:t>
            </a:r>
            <a:endParaRPr lang="en-US" dirty="0"/>
          </a:p>
          <a:p>
            <a:r>
              <a:rPr lang="en-US" dirty="0"/>
              <a:t>https://www.youtube.com/watch?v=qrFm-Sp8qP8&amp;ab_channel=ANNnewsCH</a:t>
            </a:r>
          </a:p>
        </p:txBody>
      </p:sp>
      <p:sp>
        <p:nvSpPr>
          <p:cNvPr id="4" name="Slide Number Placeholder 3"/>
          <p:cNvSpPr>
            <a:spLocks noGrp="1"/>
          </p:cNvSpPr>
          <p:nvPr>
            <p:ph type="sldNum" sz="quarter" idx="5"/>
          </p:nvPr>
        </p:nvSpPr>
        <p:spPr/>
        <p:txBody>
          <a:bodyPr/>
          <a:lstStyle/>
          <a:p>
            <a:fld id="{74E8D07D-93F7-416F-A73A-05ECF16F3B14}" type="slidenum">
              <a:rPr lang="en-US" smtClean="0"/>
              <a:t>7</a:t>
            </a:fld>
            <a:endParaRPr lang="en-US"/>
          </a:p>
        </p:txBody>
      </p:sp>
    </p:spTree>
    <p:extLst>
      <p:ext uri="{BB962C8B-B14F-4D97-AF65-F5344CB8AC3E}">
        <p14:creationId xmlns:p14="http://schemas.microsoft.com/office/powerpoint/2010/main" val="151240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ja-JP" altLang="en-US" b="0" i="0" dirty="0">
                <a:solidFill>
                  <a:srgbClr val="000000"/>
                </a:solidFill>
                <a:effectLst/>
                <a:latin typeface="Arial" panose="020B0604020202020204" pitchFamily="34" charset="0"/>
              </a:rPr>
              <a:t>東海地方です。</a:t>
            </a:r>
            <a:endParaRPr lang="vi-VN"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震度５弱です。</a:t>
            </a:r>
            <a:endParaRPr lang="en-US"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いいえ、ありませんでした。</a:t>
            </a:r>
            <a:endParaRPr lang="vi-VN" dirty="0"/>
          </a:p>
        </p:txBody>
      </p:sp>
      <p:sp>
        <p:nvSpPr>
          <p:cNvPr id="4" name="Slide Number Placeholder 3"/>
          <p:cNvSpPr>
            <a:spLocks noGrp="1"/>
          </p:cNvSpPr>
          <p:nvPr>
            <p:ph type="sldNum" sz="quarter" idx="5"/>
          </p:nvPr>
        </p:nvSpPr>
        <p:spPr/>
        <p:txBody>
          <a:bodyPr/>
          <a:lstStyle/>
          <a:p>
            <a:fld id="{74E8D07D-93F7-416F-A73A-05ECF16F3B14}" type="slidenum">
              <a:rPr lang="en-US" smtClean="0"/>
              <a:t>8</a:t>
            </a:fld>
            <a:endParaRPr lang="en-US"/>
          </a:p>
        </p:txBody>
      </p:sp>
    </p:spTree>
    <p:extLst>
      <p:ext uri="{BB962C8B-B14F-4D97-AF65-F5344CB8AC3E}">
        <p14:creationId xmlns:p14="http://schemas.microsoft.com/office/powerpoint/2010/main" val="247316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１．</a:t>
            </a:r>
            <a:r>
              <a:rPr lang="vi-VN" altLang="ja-JP" b="0" i="0" dirty="0">
                <a:solidFill>
                  <a:srgbClr val="000000"/>
                </a:solidFill>
                <a:effectLst/>
                <a:latin typeface="Arial" panose="020B0604020202020204" pitchFamily="34" charset="0"/>
              </a:rPr>
              <a:t>Video động đất </a:t>
            </a:r>
            <a:endParaRPr lang="en-US" altLang="ja-JP" b="0" i="0" dirty="0">
              <a:solidFill>
                <a:srgbClr val="000000"/>
              </a:solidFill>
              <a:effectLst/>
              <a:latin typeface="Arial" panose="020B0604020202020204" pitchFamily="34" charset="0"/>
            </a:endParaRPr>
          </a:p>
          <a:p>
            <a:r>
              <a:rPr lang="en-US" altLang="ja-JP" b="0" i="0" dirty="0">
                <a:solidFill>
                  <a:srgbClr val="000000"/>
                </a:solidFill>
                <a:effectLst/>
                <a:latin typeface="Arial" panose="020B0604020202020204" pitchFamily="34" charset="0"/>
              </a:rPr>
              <a:t>https://www.youtube.com/watch?v=sIH3us9-LlI&amp;ab_channel=KyodoNews</a:t>
            </a:r>
          </a:p>
          <a:p>
            <a:r>
              <a:rPr lang="vi-VN" altLang="ja-JP" b="0" i="0" dirty="0">
                <a:solidFill>
                  <a:srgbClr val="000000"/>
                </a:solidFill>
                <a:effectLst/>
                <a:latin typeface="Arial" panose="020B0604020202020204" pitchFamily="34" charset="0"/>
              </a:rPr>
              <a:t>2. Tư liệu tham khảo miêu tả về các mức độ rung</a:t>
            </a:r>
          </a:p>
          <a:p>
            <a:r>
              <a:rPr lang="en-US" altLang="ja-JP" b="0" i="0" dirty="0">
                <a:solidFill>
                  <a:srgbClr val="000000"/>
                </a:solidFill>
                <a:effectLst/>
                <a:latin typeface="Arial" panose="020B0604020202020204" pitchFamily="34" charset="0"/>
              </a:rPr>
              <a:t>https://gooddo.jp/magazine/climate-change/earthquake/8007/</a:t>
            </a:r>
          </a:p>
        </p:txBody>
      </p:sp>
      <p:sp>
        <p:nvSpPr>
          <p:cNvPr id="4" name="Slide Number Placeholder 3"/>
          <p:cNvSpPr>
            <a:spLocks noGrp="1"/>
          </p:cNvSpPr>
          <p:nvPr>
            <p:ph type="sldNum" sz="quarter" idx="5"/>
          </p:nvPr>
        </p:nvSpPr>
        <p:spPr/>
        <p:txBody>
          <a:bodyPr/>
          <a:lstStyle/>
          <a:p>
            <a:fld id="{74E8D07D-93F7-416F-A73A-05ECF16F3B14}" type="slidenum">
              <a:rPr lang="en-US" smtClean="0"/>
              <a:t>9</a:t>
            </a:fld>
            <a:endParaRPr lang="en-US"/>
          </a:p>
        </p:txBody>
      </p:sp>
    </p:spTree>
    <p:extLst>
      <p:ext uri="{BB962C8B-B14F-4D97-AF65-F5344CB8AC3E}">
        <p14:creationId xmlns:p14="http://schemas.microsoft.com/office/powerpoint/2010/main" val="2772407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10</a:t>
            </a:fld>
            <a:endParaRPr lang="en-US"/>
          </a:p>
        </p:txBody>
      </p:sp>
    </p:spTree>
    <p:extLst>
      <p:ext uri="{BB962C8B-B14F-4D97-AF65-F5344CB8AC3E}">
        <p14:creationId xmlns:p14="http://schemas.microsoft.com/office/powerpoint/2010/main" val="1985950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11</a:t>
            </a:fld>
            <a:endParaRPr lang="en-US"/>
          </a:p>
        </p:txBody>
      </p:sp>
    </p:spTree>
    <p:extLst>
      <p:ext uri="{BB962C8B-B14F-4D97-AF65-F5344CB8AC3E}">
        <p14:creationId xmlns:p14="http://schemas.microsoft.com/office/powerpoint/2010/main" val="1829206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12</a:t>
            </a:fld>
            <a:endParaRPr lang="en-US"/>
          </a:p>
        </p:txBody>
      </p:sp>
    </p:spTree>
    <p:extLst>
      <p:ext uri="{BB962C8B-B14F-4D97-AF65-F5344CB8AC3E}">
        <p14:creationId xmlns:p14="http://schemas.microsoft.com/office/powerpoint/2010/main" val="1376789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14</a:t>
            </a:fld>
            <a:endParaRPr lang="en-US"/>
          </a:p>
        </p:txBody>
      </p:sp>
    </p:spTree>
    <p:extLst>
      <p:ext uri="{BB962C8B-B14F-4D97-AF65-F5344CB8AC3E}">
        <p14:creationId xmlns:p14="http://schemas.microsoft.com/office/powerpoint/2010/main" val="919259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15</a:t>
            </a:fld>
            <a:endParaRPr lang="en-US"/>
          </a:p>
        </p:txBody>
      </p:sp>
    </p:spTree>
    <p:extLst>
      <p:ext uri="{BB962C8B-B14F-4D97-AF65-F5344CB8AC3E}">
        <p14:creationId xmlns:p14="http://schemas.microsoft.com/office/powerpoint/2010/main" val="808911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16</a:t>
            </a:fld>
            <a:endParaRPr lang="en-US"/>
          </a:p>
        </p:txBody>
      </p:sp>
    </p:spTree>
    <p:extLst>
      <p:ext uri="{BB962C8B-B14F-4D97-AF65-F5344CB8AC3E}">
        <p14:creationId xmlns:p14="http://schemas.microsoft.com/office/powerpoint/2010/main" val="398208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１．大雪の</a:t>
            </a:r>
            <a:endParaRPr lang="en-US" altLang="ja-JP" dirty="0"/>
          </a:p>
          <a:p>
            <a:r>
              <a:rPr lang="ja-JP" altLang="en-US" b="0" i="0" dirty="0">
                <a:solidFill>
                  <a:srgbClr val="000000"/>
                </a:solidFill>
                <a:effectLst/>
                <a:latin typeface="Arial" panose="020B0604020202020204" pitchFamily="34" charset="0"/>
              </a:rPr>
              <a:t>２．降る</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３．続く</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18</a:t>
            </a:fld>
            <a:endParaRPr lang="en-US"/>
          </a:p>
        </p:txBody>
      </p:sp>
    </p:spTree>
    <p:extLst>
      <p:ext uri="{BB962C8B-B14F-4D97-AF65-F5344CB8AC3E}">
        <p14:creationId xmlns:p14="http://schemas.microsoft.com/office/powerpoint/2010/main" val="2161660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SV tự điền vào câu.</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19</a:t>
            </a:fld>
            <a:endParaRPr lang="en-US"/>
          </a:p>
        </p:txBody>
      </p:sp>
    </p:spTree>
    <p:extLst>
      <p:ext uri="{BB962C8B-B14F-4D97-AF65-F5344CB8AC3E}">
        <p14:creationId xmlns:p14="http://schemas.microsoft.com/office/powerpoint/2010/main" val="681923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qrFm-Sp8qP8?feature=oembed" TargetMode="External"/><Relationship Id="rId5" Type="http://schemas.openxmlformats.org/officeDocument/2006/relationships/image" Target="../media/image12.jpe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sIH3us9-LlI?feature=oembed" TargetMode="Externa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2">
            <a:extLst>
              <a:ext uri="{FF2B5EF4-FFF2-40B4-BE49-F238E27FC236}">
                <a16:creationId xmlns:a16="http://schemas.microsoft.com/office/drawing/2014/main" id="{7E0DC0F3-E144-463E-88B2-409384AEE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6">
            <a:extLst>
              <a:ext uri="{FF2B5EF4-FFF2-40B4-BE49-F238E27FC236}">
                <a16:creationId xmlns:a16="http://schemas.microsoft.com/office/drawing/2014/main" id="{13A8998A-DE1B-4FAE-820A-8A8B3A7B2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608003"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39EBA89E-988C-457C-8BDF-3AAB4D9C5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608004"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18">
            <a:extLst>
              <a:ext uri="{FF2B5EF4-FFF2-40B4-BE49-F238E27FC236}">
                <a16:creationId xmlns:a16="http://schemas.microsoft.com/office/drawing/2014/main" id="{F7F6B76E-48DD-46FC-A900-366468BBE2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142" y="638342"/>
            <a:ext cx="5435054" cy="5257799"/>
          </a:xfrm>
          <a:prstGeom prst="rect">
            <a:avLst/>
          </a:prstGeom>
          <a:solidFill>
            <a:srgbClr val="FE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633" y="76169"/>
            <a:ext cx="5304739" cy="556996"/>
          </a:xfrm>
          <a:prstGeom prst="rect">
            <a:avLst/>
          </a:prstGeom>
        </p:spPr>
      </p:pic>
      <p:pic>
        <p:nvPicPr>
          <p:cNvPr id="2" name="Picture 2" descr="ペットと避難している人たちのイラスト">
            <a:extLst>
              <a:ext uri="{FF2B5EF4-FFF2-40B4-BE49-F238E27FC236}">
                <a16:creationId xmlns:a16="http://schemas.microsoft.com/office/drawing/2014/main" id="{A4E34955-B981-45EA-BD27-FB70B41411A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472" y="1282012"/>
            <a:ext cx="4614130" cy="4614130"/>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8">
            <a:extLst>
              <a:ext uri="{FF2B5EF4-FFF2-40B4-BE49-F238E27FC236}">
                <a16:creationId xmlns:a16="http://schemas.microsoft.com/office/drawing/2014/main" id="{313DBE6E-A8BE-42BD-A187-65E0DDA0D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66816" y="1357618"/>
            <a:ext cx="518205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97928" y="1702959"/>
            <a:ext cx="4558191" cy="1283186"/>
          </a:xfrm>
          <a:solidFill>
            <a:srgbClr val="5E9C53"/>
          </a:solidFill>
        </p:spPr>
        <p:txBody>
          <a:bodyPr>
            <a:normAutofit/>
          </a:bodyPr>
          <a:lstStyle/>
          <a:p>
            <a:pPr algn="ctr"/>
            <a:r>
              <a:rPr lang="ja-JP" altLang="en-US" sz="6000" b="1" dirty="0">
                <a:solidFill>
                  <a:srgbClr val="FF0000"/>
                </a:solidFill>
              </a:rPr>
              <a:t>第</a:t>
            </a:r>
            <a:r>
              <a:rPr lang="vi-VN" altLang="ja-JP" sz="6000" b="1" dirty="0">
                <a:solidFill>
                  <a:srgbClr val="FF0000"/>
                </a:solidFill>
              </a:rPr>
              <a:t>5</a:t>
            </a:r>
            <a:r>
              <a:rPr lang="ja-JP" altLang="en-US" sz="6000" b="1" dirty="0">
                <a:solidFill>
                  <a:srgbClr val="FF0000"/>
                </a:solidFill>
              </a:rPr>
              <a:t>課</a:t>
            </a:r>
            <a:endParaRPr lang="en-US" sz="6000" b="1" dirty="0">
              <a:solidFill>
                <a:srgbClr val="FF0000"/>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6691056" y="3234881"/>
            <a:ext cx="4558191" cy="2819365"/>
          </a:xfrm>
          <a:solidFill>
            <a:schemeClr val="accent2">
              <a:lumMod val="20000"/>
              <a:lumOff val="80000"/>
            </a:schemeClr>
          </a:solidFill>
        </p:spPr>
        <p:txBody>
          <a:bodyPr anchor="t">
            <a:normAutofit/>
          </a:bodyPr>
          <a:lstStyle/>
          <a:p>
            <a:pPr marL="0" indent="0">
              <a:buNone/>
            </a:pPr>
            <a:endParaRPr lang="en-US" altLang="ja-JP" sz="2400" b="1" dirty="0">
              <a:solidFill>
                <a:srgbClr val="FEFFFF"/>
              </a:solidFill>
            </a:endParaRPr>
          </a:p>
          <a:p>
            <a:pPr marL="0" indent="0" algn="ctr">
              <a:buNone/>
            </a:pPr>
            <a:r>
              <a:rPr lang="ja-JP" altLang="en-US" sz="6000" b="1" dirty="0">
                <a:solidFill>
                  <a:srgbClr val="FF0000"/>
                </a:solidFill>
              </a:rPr>
              <a:t>緊急事態</a:t>
            </a:r>
            <a:endParaRPr lang="en-US" sz="6000" b="1" dirty="0">
              <a:solidFill>
                <a:srgbClr val="FF0000"/>
              </a:solidFill>
            </a:endParaRPr>
          </a:p>
        </p:txBody>
      </p:sp>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ight Arrow 30">
            <a:extLst>
              <a:ext uri="{FF2B5EF4-FFF2-40B4-BE49-F238E27FC236}">
                <a16:creationId xmlns:a16="http://schemas.microsoft.com/office/drawing/2014/main" id="{2F267E1A-03EB-41DA-BEE2-867D3C6241D5}"/>
              </a:ext>
            </a:extLst>
          </p:cNvPr>
          <p:cNvSpPr/>
          <p:nvPr/>
        </p:nvSpPr>
        <p:spPr>
          <a:xfrm>
            <a:off x="3493448" y="2482814"/>
            <a:ext cx="4461839" cy="941145"/>
          </a:xfrm>
          <a:prstGeom prst="rightArrow">
            <a:avLst>
              <a:gd name="adj1" fmla="val 70149"/>
              <a:gd name="adj2" fmla="val 6627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4" name="Right Arrow 31">
            <a:extLst>
              <a:ext uri="{FF2B5EF4-FFF2-40B4-BE49-F238E27FC236}">
                <a16:creationId xmlns:a16="http://schemas.microsoft.com/office/drawing/2014/main" id="{AF13FB71-FB39-43DD-8C61-DD31CDAF2B18}"/>
              </a:ext>
            </a:extLst>
          </p:cNvPr>
          <p:cNvSpPr/>
          <p:nvPr/>
        </p:nvSpPr>
        <p:spPr>
          <a:xfrm>
            <a:off x="3479641" y="3393901"/>
            <a:ext cx="4446596"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5" name="Right Arrow 32">
            <a:extLst>
              <a:ext uri="{FF2B5EF4-FFF2-40B4-BE49-F238E27FC236}">
                <a16:creationId xmlns:a16="http://schemas.microsoft.com/office/drawing/2014/main" id="{2429D96E-5F83-4BC8-AAF6-1C5FFF81E153}"/>
              </a:ext>
            </a:extLst>
          </p:cNvPr>
          <p:cNvSpPr/>
          <p:nvPr/>
        </p:nvSpPr>
        <p:spPr>
          <a:xfrm>
            <a:off x="3493448" y="4416294"/>
            <a:ext cx="3586629" cy="941145"/>
          </a:xfrm>
          <a:prstGeom prst="rightArrow">
            <a:avLst>
              <a:gd name="adj1" fmla="val 70149"/>
              <a:gd name="adj2" fmla="val 66274"/>
            </a:avLst>
          </a:prstGeom>
          <a:solidFill>
            <a:srgbClr val="2567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400" dirty="0">
                <a:solidFill>
                  <a:srgbClr val="D9910B"/>
                </a:solidFill>
              </a:rPr>
              <a:t>文法説明：</a:t>
            </a:r>
            <a:r>
              <a:rPr lang="vi-VN" altLang="ja-JP" sz="2400">
                <a:solidFill>
                  <a:srgbClr val="D9910B"/>
                </a:solidFill>
              </a:rPr>
              <a:t>1.2</a:t>
            </a:r>
            <a:endParaRPr lang="ko-KR" altLang="en-US" sz="2400" dirty="0">
              <a:solidFill>
                <a:srgbClr val="D9910B"/>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503705" y="1516072"/>
            <a:ext cx="43768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880987"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493446" y="1671100"/>
            <a:ext cx="4124825" cy="461665"/>
          </a:xfrm>
          <a:prstGeom prst="rect">
            <a:avLst/>
          </a:prstGeom>
          <a:noFill/>
        </p:spPr>
        <p:txBody>
          <a:bodyPr wrap="square" rtlCol="0">
            <a:spAutoFit/>
          </a:bodyPr>
          <a:lstStyle/>
          <a:p>
            <a:r>
              <a:rPr lang="ja-JP" altLang="en-US" sz="2400" b="1" dirty="0">
                <a:solidFill>
                  <a:srgbClr val="5E9C53"/>
                </a:solidFill>
                <a:cs typeface="Arial" pitchFamily="34" charset="0"/>
              </a:rPr>
              <a:t>話してみよう</a:t>
            </a:r>
            <a:r>
              <a:rPr lang="vi-VN" altLang="ja-JP" sz="2400" b="1" dirty="0">
                <a:solidFill>
                  <a:srgbClr val="5E9C53"/>
                </a:solidFill>
                <a:cs typeface="Arial" pitchFamily="34" charset="0"/>
              </a:rPr>
              <a:t>(63)</a:t>
            </a:r>
            <a:endParaRPr lang="ko-KR" altLang="en-US" sz="28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923330"/>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a:t>
            </a:r>
            <a:r>
              <a:rPr lang="en-US" altLang="ja-JP" sz="5400">
                <a:solidFill>
                  <a:srgbClr val="A11D2B"/>
                </a:solidFill>
              </a:rPr>
              <a:t>47</a:t>
            </a:r>
            <a:endParaRPr lang="en-US" sz="4000" dirty="0">
              <a:solidFill>
                <a:srgbClr val="A11D2B"/>
              </a:solidFill>
            </a:endParaRPr>
          </a:p>
        </p:txBody>
      </p:sp>
      <p:sp>
        <p:nvSpPr>
          <p:cNvPr id="32" name="TextBox 31">
            <a:extLst>
              <a:ext uri="{FF2B5EF4-FFF2-40B4-BE49-F238E27FC236}">
                <a16:creationId xmlns:a16="http://schemas.microsoft.com/office/drawing/2014/main" id="{DF0A7447-8EF2-42C2-BE4F-E0845158EDB0}"/>
              </a:ext>
            </a:extLst>
          </p:cNvPr>
          <p:cNvSpPr txBox="1"/>
          <p:nvPr/>
        </p:nvSpPr>
        <p:spPr>
          <a:xfrm>
            <a:off x="3539167" y="2709275"/>
            <a:ext cx="4033384" cy="523220"/>
          </a:xfrm>
          <a:prstGeom prst="rect">
            <a:avLst/>
          </a:prstGeom>
          <a:noFill/>
        </p:spPr>
        <p:txBody>
          <a:bodyPr wrap="square" rtlCol="0">
            <a:spAutoFit/>
          </a:bodyPr>
          <a:lstStyle/>
          <a:p>
            <a:r>
              <a:rPr lang="ja-JP" altLang="en-US" sz="2400" b="1" dirty="0">
                <a:solidFill>
                  <a:srgbClr val="A11D2B"/>
                </a:solidFill>
                <a:cs typeface="Arial" pitchFamily="34" charset="0"/>
              </a:rPr>
              <a:t>耳でキャッチ</a:t>
            </a:r>
            <a:r>
              <a:rPr lang="ja-JP" altLang="en-US" sz="2400" dirty="0">
                <a:solidFill>
                  <a:srgbClr val="A11D2B"/>
                </a:solidFill>
                <a:cs typeface="Arial" pitchFamily="34" charset="0"/>
              </a:rPr>
              <a:t>（</a:t>
            </a:r>
            <a:r>
              <a:rPr lang="vi-VN" altLang="ja-JP" sz="2400" dirty="0">
                <a:solidFill>
                  <a:srgbClr val="A11D2B"/>
                </a:solidFill>
                <a:cs typeface="Arial" pitchFamily="34" charset="0"/>
              </a:rPr>
              <a:t>64</a:t>
            </a:r>
            <a:r>
              <a:rPr lang="vi-VN" altLang="ja-JP" sz="2800" dirty="0">
                <a:solidFill>
                  <a:srgbClr val="A11D2B"/>
                </a:solidFill>
                <a:cs typeface="Arial" pitchFamily="34" charset="0"/>
              </a:rPr>
              <a:t>)</a:t>
            </a:r>
            <a:endParaRPr lang="ko-KR" altLang="en-US" sz="2800" dirty="0">
              <a:solidFill>
                <a:srgbClr val="A11D2B"/>
              </a:solidFill>
              <a:cs typeface="Arial" pitchFamily="34" charset="0"/>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738707" y="3642039"/>
            <a:ext cx="4370401" cy="461665"/>
          </a:xfrm>
          <a:prstGeom prst="rect">
            <a:avLst/>
          </a:prstGeom>
          <a:noFill/>
        </p:spPr>
        <p:txBody>
          <a:bodyPr wrap="square" rtlCol="0">
            <a:spAutoFit/>
          </a:bodyPr>
          <a:lstStyle/>
          <a:p>
            <a:r>
              <a:rPr lang="ja-JP" altLang="en-US" sz="2400" b="1" dirty="0">
                <a:solidFill>
                  <a:srgbClr val="1A1E3B"/>
                </a:solidFill>
                <a:cs typeface="Arial" pitchFamily="34" charset="0"/>
              </a:rPr>
              <a:t>使ってみよう１</a:t>
            </a:r>
            <a:r>
              <a:rPr lang="vi-VN" altLang="ja-JP" sz="2400" b="1" dirty="0">
                <a:solidFill>
                  <a:srgbClr val="1A1E3B"/>
                </a:solidFill>
                <a:cs typeface="Arial" pitchFamily="34" charset="0"/>
              </a:rPr>
              <a:t>(66)</a:t>
            </a:r>
            <a:endParaRPr lang="ko-KR" altLang="en-US" sz="2400" b="1" dirty="0">
              <a:solidFill>
                <a:srgbClr val="1A1E3B"/>
              </a:solidFill>
              <a:cs typeface="Arial" pitchFamily="34" charset="0"/>
            </a:endParaRPr>
          </a:p>
        </p:txBody>
      </p:sp>
    </p:spTree>
    <p:extLst>
      <p:ext uri="{BB962C8B-B14F-4D97-AF65-F5344CB8AC3E}">
        <p14:creationId xmlns:p14="http://schemas.microsoft.com/office/powerpoint/2010/main" val="1378875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48931" y="268319"/>
            <a:ext cx="3505495" cy="1622321"/>
          </a:xfrm>
          <a:solidFill>
            <a:srgbClr val="FFC000"/>
          </a:solidFill>
        </p:spPr>
        <p:txBody>
          <a:bodyPr vert="horz" lIns="91440" tIns="45720" rIns="91440" bIns="45720" rtlCol="0" anchor="ctr">
            <a:normAutofit/>
          </a:bodyPr>
          <a:lstStyle/>
          <a:p>
            <a:r>
              <a:rPr lang="ja-JP" altLang="en-US" sz="4400" b="1" kern="1200" dirty="0">
                <a:solidFill>
                  <a:srgbClr val="FF0000"/>
                </a:solidFill>
                <a:latin typeface="+mj-lt"/>
                <a:ea typeface="+mj-ea"/>
                <a:cs typeface="+mj-cs"/>
              </a:rPr>
              <a:t>話してみよう</a:t>
            </a:r>
            <a:endParaRPr lang="en-US" sz="4400" b="1" kern="1200" dirty="0">
              <a:solidFill>
                <a:srgbClr val="FF0000"/>
              </a:solidFill>
              <a:latin typeface="+mj-lt"/>
              <a:ea typeface="+mj-ea"/>
              <a:cs typeface="+mj-cs"/>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48930" y="2438400"/>
            <a:ext cx="3527060" cy="3858571"/>
          </a:xfrm>
          <a:solidFill>
            <a:srgbClr val="00B0F0"/>
          </a:solidFill>
        </p:spPr>
        <p:txBody>
          <a:bodyPr vert="horz" lIns="91440" tIns="45720" rIns="91440" bIns="45720" rtlCol="0">
            <a:normAutofit/>
          </a:bodyPr>
          <a:lstStyle/>
          <a:p>
            <a:pPr marL="0" indent="0">
              <a:buNone/>
            </a:pPr>
            <a:r>
              <a:rPr lang="vi-VN" altLang="ja-JP" dirty="0"/>
              <a:t>1</a:t>
            </a:r>
            <a:r>
              <a:rPr lang="vi-VN" altLang="ja-JP" sz="2400" dirty="0"/>
              <a:t>.</a:t>
            </a:r>
            <a:r>
              <a:rPr lang="ja-JP" altLang="en-US" sz="2400" dirty="0"/>
              <a:t>　右手の写真は何ですか。</a:t>
            </a:r>
            <a:endParaRPr lang="en-US" altLang="ja-JP" sz="2400" dirty="0"/>
          </a:p>
          <a:p>
            <a:pPr marL="0" indent="0">
              <a:buNone/>
            </a:pPr>
            <a:r>
              <a:rPr lang="ja-JP" altLang="en-US" sz="2400" dirty="0"/>
              <a:t>２．どんな時に使うと思っていますか。</a:t>
            </a:r>
            <a:endParaRPr lang="en-US" altLang="ja-JP" sz="2400" dirty="0"/>
          </a:p>
          <a:p>
            <a:pPr marL="0" indent="0">
              <a:buNone/>
            </a:pPr>
            <a:r>
              <a:rPr lang="ja-JP" altLang="en-US" sz="2400" b="0" i="0" dirty="0">
                <a:effectLst/>
              </a:rPr>
              <a:t>３．</a:t>
            </a:r>
            <a:r>
              <a:rPr lang="ja-JP" altLang="en-US" sz="2400" dirty="0"/>
              <a:t>大きな地震や台風、洪水などで困った経験がありますか。</a:t>
            </a:r>
            <a:endParaRPr lang="en-US" altLang="ja-JP" sz="2400" dirty="0"/>
          </a:p>
          <a:p>
            <a:pPr marL="0" indent="0">
              <a:buNone/>
            </a:pPr>
            <a:r>
              <a:rPr lang="ja-JP" altLang="en-US" sz="2400" b="0" i="0" dirty="0">
                <a:effectLst/>
              </a:rPr>
              <a:t>４．その時、どうしましたか。</a:t>
            </a:r>
            <a:endParaRPr lang="en-US" altLang="ja-JP" sz="2400" b="0" i="0" dirty="0">
              <a:effectLst/>
            </a:endParaRPr>
          </a:p>
        </p:txBody>
      </p:sp>
      <p:sp>
        <p:nvSpPr>
          <p:cNvPr id="84" name="Rectangle 7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agram&#10;&#10;Description automatically generated">
            <a:extLst>
              <a:ext uri="{FF2B5EF4-FFF2-40B4-BE49-F238E27FC236}">
                <a16:creationId xmlns:a16="http://schemas.microsoft.com/office/drawing/2014/main" id="{A6E7F8D0-AAA9-4235-8BB4-61A016EA4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5389" y="899258"/>
            <a:ext cx="6019331" cy="5056238"/>
          </a:xfrm>
          <a:prstGeom prst="rect">
            <a:avLst/>
          </a:prstGeom>
          <a:effectLst/>
        </p:spPr>
      </p:pic>
      <p:sp>
        <p:nvSpPr>
          <p:cNvPr id="6" name="TextBox 5">
            <a:extLst>
              <a:ext uri="{FF2B5EF4-FFF2-40B4-BE49-F238E27FC236}">
                <a16:creationId xmlns:a16="http://schemas.microsoft.com/office/drawing/2014/main" id="{95D548B5-7D7B-4C27-9823-4EFC27DA5380}"/>
              </a:ext>
            </a:extLst>
          </p:cNvPr>
          <p:cNvSpPr txBox="1"/>
          <p:nvPr/>
        </p:nvSpPr>
        <p:spPr>
          <a:xfrm>
            <a:off x="7062538" y="96253"/>
            <a:ext cx="3296652" cy="589547"/>
          </a:xfrm>
          <a:prstGeom prst="rect">
            <a:avLst/>
          </a:prstGeom>
          <a:solidFill>
            <a:schemeClr val="accent1">
              <a:lumMod val="40000"/>
              <a:lumOff val="60000"/>
            </a:schemeClr>
          </a:solidFill>
        </p:spPr>
        <p:txBody>
          <a:bodyPr wrap="square" rtlCol="0">
            <a:spAutoFit/>
          </a:bodyPr>
          <a:lstStyle/>
          <a:p>
            <a:pPr algn="ctr"/>
            <a:r>
              <a:rPr lang="ja-JP" altLang="en-US" sz="3200" dirty="0">
                <a:highlight>
                  <a:srgbClr val="FFFF00"/>
                </a:highlight>
              </a:rPr>
              <a:t>防災グッズ</a:t>
            </a:r>
            <a:endParaRPr lang="en-US" sz="3200" dirty="0">
              <a:highlight>
                <a:srgbClr val="FFFF00"/>
              </a:highlight>
            </a:endParaRPr>
          </a:p>
        </p:txBody>
      </p:sp>
    </p:spTree>
    <p:extLst>
      <p:ext uri="{BB962C8B-B14F-4D97-AF65-F5344CB8AC3E}">
        <p14:creationId xmlns:p14="http://schemas.microsoft.com/office/powerpoint/2010/main" val="15028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inVertical)">
                                      <p:cBhvr>
                                        <p:cTn id="17" dur="500"/>
                                        <p:tgtEl>
                                          <p:spTgt spid="5">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arn(inVertical)">
                                      <p:cBhvr>
                                        <p:cTn id="20" dur="500"/>
                                        <p:tgtEl>
                                          <p:spTgt spid="5">
                                            <p:txEl>
                                              <p:pRg st="2" end="2"/>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barn(inVertical)">
                                      <p:cBhvr>
                                        <p:cTn id="2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4261391" y="4796948"/>
            <a:ext cx="4937937" cy="1147150"/>
          </a:xfrm>
        </p:spPr>
        <p:txBody>
          <a:bodyPr vert="horz" lIns="91440" tIns="45720" rIns="91440" bIns="45720" rtlCol="0" anchor="t">
            <a:normAutofit/>
          </a:bodyPr>
          <a:lstStyle/>
          <a:p>
            <a:pPr algn="ctr"/>
            <a:r>
              <a:rPr lang="ja-JP" altLang="en-US" sz="4400" b="1" kern="1200" dirty="0">
                <a:solidFill>
                  <a:srgbClr val="FF0000"/>
                </a:solidFill>
                <a:highlight>
                  <a:srgbClr val="FFFF00"/>
                </a:highlight>
                <a:latin typeface="+mj-lt"/>
                <a:ea typeface="+mj-ea"/>
                <a:cs typeface="+mj-cs"/>
              </a:rPr>
              <a:t>緊急事態</a:t>
            </a:r>
            <a:endParaRPr lang="en-US" sz="4400" b="1" kern="1200" dirty="0">
              <a:solidFill>
                <a:srgbClr val="FF0000"/>
              </a:solidFill>
              <a:highlight>
                <a:srgbClr val="FFFF00"/>
              </a:highlight>
              <a:latin typeface="+mj-lt"/>
              <a:ea typeface="+mj-ea"/>
              <a:cs typeface="+mj-cs"/>
            </a:endParaRPr>
          </a:p>
        </p:txBody>
      </p:sp>
      <p:sp>
        <p:nvSpPr>
          <p:cNvPr id="2071" name="Oval 80">
            <a:extLst>
              <a:ext uri="{FF2B5EF4-FFF2-40B4-BE49-F238E27FC236}">
                <a16:creationId xmlns:a16="http://schemas.microsoft.com/office/drawing/2014/main" id="{C20267F5-D4E6-477A-A590-81F2ABD1B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109" y="2382976"/>
            <a:ext cx="1920240" cy="1920240"/>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2" name="Freeform: Shape 82">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3" name="Freeform: Shape 84">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4" name="Freeform: Shape 86">
            <a:extLst>
              <a:ext uri="{FF2B5EF4-FFF2-40B4-BE49-F238E27FC236}">
                <a16:creationId xmlns:a16="http://schemas.microsoft.com/office/drawing/2014/main" id="{DB6FE6A8-3E05-4C40-9190-B19BFD524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6" name="Picture 8" descr="決壊する堤防のイラスト">
            <a:extLst>
              <a:ext uri="{FF2B5EF4-FFF2-40B4-BE49-F238E27FC236}">
                <a16:creationId xmlns:a16="http://schemas.microsoft.com/office/drawing/2014/main" id="{674AC079-CA23-463C-AD44-6238B2CB983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64895" y="-312436"/>
            <a:ext cx="2310063" cy="2310063"/>
          </a:xfrm>
          <a:prstGeom prst="rect">
            <a:avLst/>
          </a:prstGeom>
          <a:noFill/>
          <a:extLst>
            <a:ext uri="{909E8E84-426E-40DD-AFC4-6F175D3DCCD1}">
              <a14:hiddenFill xmlns:a14="http://schemas.microsoft.com/office/drawing/2010/main">
                <a:solidFill>
                  <a:srgbClr val="FFFFFF"/>
                </a:solidFill>
              </a14:hiddenFill>
            </a:ext>
          </a:extLst>
        </p:spPr>
      </p:pic>
      <p:sp>
        <p:nvSpPr>
          <p:cNvPr id="2075" name="Freeform: Shape 88">
            <a:extLst>
              <a:ext uri="{FF2B5EF4-FFF2-40B4-BE49-F238E27FC236}">
                <a16:creationId xmlns:a16="http://schemas.microsoft.com/office/drawing/2014/main" id="{38315451-BA4E-4F56-BA8A-9CCCA5A0D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288331"/>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76" name="Freeform: Shape 90">
            <a:extLst>
              <a:ext uri="{FF2B5EF4-FFF2-40B4-BE49-F238E27FC236}">
                <a16:creationId xmlns:a16="http://schemas.microsoft.com/office/drawing/2014/main" id="{5665E03E-3504-4366-BFC7-0CDEDC637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9701" y="2547568"/>
            <a:ext cx="1591056" cy="1591056"/>
          </a:xfrm>
          <a:custGeom>
            <a:avLst/>
            <a:gdLst>
              <a:gd name="connsiteX0" fmla="*/ 795528 w 1591056"/>
              <a:gd name="connsiteY0" fmla="*/ 0 h 1591056"/>
              <a:gd name="connsiteX1" fmla="*/ 1591056 w 1591056"/>
              <a:gd name="connsiteY1" fmla="*/ 795528 h 1591056"/>
              <a:gd name="connsiteX2" fmla="*/ 795528 w 1591056"/>
              <a:gd name="connsiteY2" fmla="*/ 1591056 h 1591056"/>
              <a:gd name="connsiteX3" fmla="*/ 0 w 1591056"/>
              <a:gd name="connsiteY3" fmla="*/ 795528 h 1591056"/>
              <a:gd name="connsiteX4" fmla="*/ 795528 w 1591056"/>
              <a:gd name="connsiteY4" fmla="*/ 0 h 1591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1056" h="1591056">
                <a:moveTo>
                  <a:pt x="795528" y="0"/>
                </a:moveTo>
                <a:cubicBezTo>
                  <a:pt x="1234886" y="0"/>
                  <a:pt x="1591056" y="356170"/>
                  <a:pt x="1591056" y="795528"/>
                </a:cubicBezTo>
                <a:cubicBezTo>
                  <a:pt x="1591056" y="1234886"/>
                  <a:pt x="1234886" y="1591056"/>
                  <a:pt x="795528" y="1591056"/>
                </a:cubicBezTo>
                <a:cubicBezTo>
                  <a:pt x="356170" y="1591056"/>
                  <a:pt x="0" y="1234886"/>
                  <a:pt x="0" y="795528"/>
                </a:cubicBezTo>
                <a:cubicBezTo>
                  <a:pt x="0" y="356170"/>
                  <a:pt x="356170" y="0"/>
                  <a:pt x="795528"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Oval 92">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9207" y="303879"/>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Freeform: Shape 94">
            <a:extLst>
              <a:ext uri="{FF2B5EF4-FFF2-40B4-BE49-F238E27FC236}">
                <a16:creationId xmlns:a16="http://schemas.microsoft.com/office/drawing/2014/main" id="{A9A95DA0-8F7C-4AB7-B890-22075705D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93799" y="468471"/>
            <a:ext cx="2852928" cy="2852928"/>
          </a:xfrm>
          <a:custGeom>
            <a:avLst/>
            <a:gdLst>
              <a:gd name="connsiteX0" fmla="*/ 1426464 w 2852928"/>
              <a:gd name="connsiteY0" fmla="*/ 0 h 2852928"/>
              <a:gd name="connsiteX1" fmla="*/ 2852928 w 2852928"/>
              <a:gd name="connsiteY1" fmla="*/ 1426464 h 2852928"/>
              <a:gd name="connsiteX2" fmla="*/ 1426464 w 2852928"/>
              <a:gd name="connsiteY2" fmla="*/ 2852928 h 2852928"/>
              <a:gd name="connsiteX3" fmla="*/ 0 w 2852928"/>
              <a:gd name="connsiteY3" fmla="*/ 1426464 h 2852928"/>
              <a:gd name="connsiteX4" fmla="*/ 1426464 w 2852928"/>
              <a:gd name="connsiteY4" fmla="*/ 0 h 2852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地震のイラスト「揺れる街」">
            <a:extLst>
              <a:ext uri="{FF2B5EF4-FFF2-40B4-BE49-F238E27FC236}">
                <a16:creationId xmlns:a16="http://schemas.microsoft.com/office/drawing/2014/main" id="{92D9BE24-8687-44D9-8C53-AEFB75DFAD6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972959" y="912252"/>
            <a:ext cx="2170750" cy="2170750"/>
          </a:xfrm>
          <a:prstGeom prst="rect">
            <a:avLst/>
          </a:pr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9" name="Freeform: Shape 98">
            <a:extLst>
              <a:ext uri="{FF2B5EF4-FFF2-40B4-BE49-F238E27FC236}">
                <a16:creationId xmlns:a16="http://schemas.microsoft.com/office/drawing/2014/main" id="{E2193FF3-0731-4CB1-A0ED-1F3321A42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1"/>
            <a:ext cx="3273238" cy="3383891"/>
          </a:xfrm>
          <a:custGeom>
            <a:avLst/>
            <a:gdLst>
              <a:gd name="connsiteX0" fmla="*/ 122841 w 3273238"/>
              <a:gd name="connsiteY0" fmla="*/ 0 h 3383891"/>
              <a:gd name="connsiteX1" fmla="*/ 3273238 w 3273238"/>
              <a:gd name="connsiteY1" fmla="*/ 0 h 3383891"/>
              <a:gd name="connsiteX2" fmla="*/ 3273238 w 3273238"/>
              <a:gd name="connsiteY2" fmla="*/ 3291335 h 3383891"/>
              <a:gd name="connsiteX3" fmla="*/ 3118338 w 3273238"/>
              <a:gd name="connsiteY3" fmla="*/ 3331164 h 3383891"/>
              <a:gd name="connsiteX4" fmla="*/ 2595295 w 3273238"/>
              <a:gd name="connsiteY4" fmla="*/ 3383891 h 3383891"/>
              <a:gd name="connsiteX5" fmla="*/ 0 w 3273238"/>
              <a:gd name="connsiteY5" fmla="*/ 788596 h 3383891"/>
              <a:gd name="connsiteX6" fmla="*/ 116679 w 3273238"/>
              <a:gd name="connsiteY6" fmla="*/ 16835 h 338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4" name="Picture 6" descr="火事のイラスト（マンション）">
            <a:extLst>
              <a:ext uri="{FF2B5EF4-FFF2-40B4-BE49-F238E27FC236}">
                <a16:creationId xmlns:a16="http://schemas.microsoft.com/office/drawing/2014/main" id="{A76AADBF-5058-4BC2-BE80-D0B883CA7573}"/>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818696" y="303061"/>
            <a:ext cx="2495300" cy="24953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地震のイラスト「大きな津波」">
            <a:extLst>
              <a:ext uri="{FF2B5EF4-FFF2-40B4-BE49-F238E27FC236}">
                <a16:creationId xmlns:a16="http://schemas.microsoft.com/office/drawing/2014/main" id="{7C5F5170-5CE3-4DD5-BFFB-0ADCED355C5F}"/>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42072" y="3447906"/>
            <a:ext cx="2940862" cy="29408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台風のイラスト（自然災害）">
            <a:extLst>
              <a:ext uri="{FF2B5EF4-FFF2-40B4-BE49-F238E27FC236}">
                <a16:creationId xmlns:a16="http://schemas.microsoft.com/office/drawing/2014/main" id="{CE79504E-E59D-4498-9E33-F2AF3762D93B}"/>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3930395" y="2778966"/>
            <a:ext cx="1194760" cy="1194760"/>
          </a:xfrm>
          <a:prstGeom prst="rect">
            <a:avLst/>
          </a:prstGeom>
          <a:noFill/>
          <a:extLst>
            <a:ext uri="{909E8E84-426E-40DD-AFC4-6F175D3DCCD1}">
              <a14:hiddenFill xmlns:a14="http://schemas.microsoft.com/office/drawing/2010/main">
                <a:solidFill>
                  <a:srgbClr val="FFFFFF"/>
                </a:solidFill>
              </a14:hiddenFill>
            </a:ext>
          </a:extLst>
        </p:spPr>
      </p:pic>
      <p:sp>
        <p:nvSpPr>
          <p:cNvPr id="101" name="Freeform: Shape 100">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Freeform: Shape 102">
            <a:extLst>
              <a:ext uri="{FF2B5EF4-FFF2-40B4-BE49-F238E27FC236}">
                <a16:creationId xmlns:a16="http://schemas.microsoft.com/office/drawing/2014/main" id="{A1CCC4E2-0E38-41AA-A1C5-DBB034387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63238" y="4071322"/>
            <a:ext cx="2828765" cy="2786678"/>
          </a:xfrm>
          <a:custGeom>
            <a:avLst/>
            <a:gdLst>
              <a:gd name="connsiteX0" fmla="*/ 1888236 w 2828765"/>
              <a:gd name="connsiteY0" fmla="*/ 0 h 2786678"/>
              <a:gd name="connsiteX1" fmla="*/ 2788281 w 2828765"/>
              <a:gd name="connsiteY1" fmla="*/ 227900 h 2786678"/>
              <a:gd name="connsiteX2" fmla="*/ 2828765 w 2828765"/>
              <a:gd name="connsiteY2" fmla="*/ 252495 h 2786678"/>
              <a:gd name="connsiteX3" fmla="*/ 2828765 w 2828765"/>
              <a:gd name="connsiteY3" fmla="*/ 2786678 h 2786678"/>
              <a:gd name="connsiteX4" fmla="*/ 227128 w 2828765"/>
              <a:gd name="connsiteY4" fmla="*/ 2786678 h 2786678"/>
              <a:gd name="connsiteX5" fmla="*/ 148387 w 2828765"/>
              <a:gd name="connsiteY5" fmla="*/ 2623223 h 2786678"/>
              <a:gd name="connsiteX6" fmla="*/ 0 w 2828765"/>
              <a:gd name="connsiteY6" fmla="*/ 1888236 h 2786678"/>
              <a:gd name="connsiteX7" fmla="*/ 1888236 w 2828765"/>
              <a:gd name="connsiteY7" fmla="*/ 0 h 27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60" name="Picture 12" descr="雪に埋もれたビルのイラスト">
            <a:extLst>
              <a:ext uri="{FF2B5EF4-FFF2-40B4-BE49-F238E27FC236}">
                <a16:creationId xmlns:a16="http://schemas.microsoft.com/office/drawing/2014/main" id="{E3B13EA7-091F-4AF0-829F-08FE9396FE5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985546" y="4430999"/>
            <a:ext cx="1957769" cy="195776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CB36507-A4FF-4D22-A8E2-6AAFD9E8F8A1}"/>
              </a:ext>
            </a:extLst>
          </p:cNvPr>
          <p:cNvSpPr txBox="1"/>
          <p:nvPr/>
        </p:nvSpPr>
        <p:spPr>
          <a:xfrm>
            <a:off x="4279367" y="267976"/>
            <a:ext cx="1283424" cy="523220"/>
          </a:xfrm>
          <a:prstGeom prst="rect">
            <a:avLst/>
          </a:prstGeom>
          <a:noFill/>
        </p:spPr>
        <p:txBody>
          <a:bodyPr wrap="square" rtlCol="0">
            <a:spAutoFit/>
          </a:bodyPr>
          <a:lstStyle/>
          <a:p>
            <a:r>
              <a:rPr lang="ja-JP" altLang="en-US" sz="2800" dirty="0">
                <a:solidFill>
                  <a:srgbClr val="FF0000"/>
                </a:solidFill>
                <a:highlight>
                  <a:srgbClr val="FFFF00"/>
                </a:highlight>
              </a:rPr>
              <a:t>洪水</a:t>
            </a:r>
            <a:endParaRPr lang="en-US" sz="2800" dirty="0">
              <a:solidFill>
                <a:srgbClr val="FF0000"/>
              </a:solidFill>
              <a:highlight>
                <a:srgbClr val="FFFF00"/>
              </a:highlight>
            </a:endParaRPr>
          </a:p>
        </p:txBody>
      </p:sp>
      <p:sp>
        <p:nvSpPr>
          <p:cNvPr id="39" name="TextBox 38">
            <a:extLst>
              <a:ext uri="{FF2B5EF4-FFF2-40B4-BE49-F238E27FC236}">
                <a16:creationId xmlns:a16="http://schemas.microsoft.com/office/drawing/2014/main" id="{2C7AA2B3-A616-4620-8EB1-58E1FEA65811}"/>
              </a:ext>
            </a:extLst>
          </p:cNvPr>
          <p:cNvSpPr txBox="1"/>
          <p:nvPr/>
        </p:nvSpPr>
        <p:spPr>
          <a:xfrm>
            <a:off x="150252" y="2953431"/>
            <a:ext cx="1510105" cy="523220"/>
          </a:xfrm>
          <a:prstGeom prst="rect">
            <a:avLst/>
          </a:prstGeom>
          <a:noFill/>
        </p:spPr>
        <p:txBody>
          <a:bodyPr wrap="square" rtlCol="0">
            <a:spAutoFit/>
          </a:bodyPr>
          <a:lstStyle/>
          <a:p>
            <a:r>
              <a:rPr lang="ja-JP" altLang="en-US" sz="2800" dirty="0">
                <a:solidFill>
                  <a:srgbClr val="FF0000"/>
                </a:solidFill>
                <a:highlight>
                  <a:srgbClr val="FFFF00"/>
                </a:highlight>
              </a:rPr>
              <a:t>つなみ</a:t>
            </a:r>
            <a:endParaRPr lang="en-US" sz="2800" dirty="0">
              <a:solidFill>
                <a:srgbClr val="FF0000"/>
              </a:solidFill>
              <a:highlight>
                <a:srgbClr val="FFFF00"/>
              </a:highlight>
            </a:endParaRPr>
          </a:p>
        </p:txBody>
      </p:sp>
      <p:sp>
        <p:nvSpPr>
          <p:cNvPr id="40" name="TextBox 39">
            <a:extLst>
              <a:ext uri="{FF2B5EF4-FFF2-40B4-BE49-F238E27FC236}">
                <a16:creationId xmlns:a16="http://schemas.microsoft.com/office/drawing/2014/main" id="{2423E7B1-35B5-4F4E-B535-22B1BCD406BD}"/>
              </a:ext>
            </a:extLst>
          </p:cNvPr>
          <p:cNvSpPr txBox="1"/>
          <p:nvPr/>
        </p:nvSpPr>
        <p:spPr>
          <a:xfrm>
            <a:off x="6570940" y="654606"/>
            <a:ext cx="1415117" cy="523220"/>
          </a:xfrm>
          <a:prstGeom prst="rect">
            <a:avLst/>
          </a:prstGeom>
          <a:noFill/>
        </p:spPr>
        <p:txBody>
          <a:bodyPr wrap="square" rtlCol="0">
            <a:spAutoFit/>
          </a:bodyPr>
          <a:lstStyle/>
          <a:p>
            <a:r>
              <a:rPr lang="ja-JP" altLang="en-US" sz="2800" dirty="0">
                <a:solidFill>
                  <a:srgbClr val="FF0000"/>
                </a:solidFill>
                <a:highlight>
                  <a:srgbClr val="FFFF00"/>
                </a:highlight>
              </a:rPr>
              <a:t>地震</a:t>
            </a:r>
            <a:endParaRPr lang="en-US" sz="2800" dirty="0">
              <a:solidFill>
                <a:srgbClr val="FF0000"/>
              </a:solidFill>
              <a:highlight>
                <a:srgbClr val="FFFF00"/>
              </a:highlight>
            </a:endParaRPr>
          </a:p>
        </p:txBody>
      </p:sp>
      <p:sp>
        <p:nvSpPr>
          <p:cNvPr id="41" name="TextBox 40">
            <a:extLst>
              <a:ext uri="{FF2B5EF4-FFF2-40B4-BE49-F238E27FC236}">
                <a16:creationId xmlns:a16="http://schemas.microsoft.com/office/drawing/2014/main" id="{5E52A51E-1743-4088-8F7E-F2752F3935A7}"/>
              </a:ext>
            </a:extLst>
          </p:cNvPr>
          <p:cNvSpPr txBox="1"/>
          <p:nvPr/>
        </p:nvSpPr>
        <p:spPr>
          <a:xfrm>
            <a:off x="8918760" y="9143"/>
            <a:ext cx="1487307" cy="523220"/>
          </a:xfrm>
          <a:prstGeom prst="rect">
            <a:avLst/>
          </a:prstGeom>
          <a:noFill/>
        </p:spPr>
        <p:txBody>
          <a:bodyPr wrap="square" rtlCol="0">
            <a:spAutoFit/>
          </a:bodyPr>
          <a:lstStyle/>
          <a:p>
            <a:r>
              <a:rPr lang="ja-JP" altLang="en-US" sz="2800" dirty="0">
                <a:solidFill>
                  <a:srgbClr val="FF0000"/>
                </a:solidFill>
                <a:highlight>
                  <a:srgbClr val="FFFF00"/>
                </a:highlight>
              </a:rPr>
              <a:t>火事</a:t>
            </a:r>
            <a:endParaRPr lang="en-US" sz="2800" dirty="0">
              <a:solidFill>
                <a:srgbClr val="FF0000"/>
              </a:solidFill>
              <a:highlight>
                <a:srgbClr val="FFFF00"/>
              </a:highlight>
            </a:endParaRPr>
          </a:p>
        </p:txBody>
      </p:sp>
      <p:sp>
        <p:nvSpPr>
          <p:cNvPr id="42" name="TextBox 41">
            <a:extLst>
              <a:ext uri="{FF2B5EF4-FFF2-40B4-BE49-F238E27FC236}">
                <a16:creationId xmlns:a16="http://schemas.microsoft.com/office/drawing/2014/main" id="{396EBC58-128B-479E-B4DF-3D540C7C555C}"/>
              </a:ext>
            </a:extLst>
          </p:cNvPr>
          <p:cNvSpPr txBox="1"/>
          <p:nvPr/>
        </p:nvSpPr>
        <p:spPr>
          <a:xfrm>
            <a:off x="8741542" y="4298084"/>
            <a:ext cx="1786483" cy="523220"/>
          </a:xfrm>
          <a:prstGeom prst="rect">
            <a:avLst/>
          </a:prstGeom>
          <a:noFill/>
        </p:spPr>
        <p:txBody>
          <a:bodyPr wrap="square" rtlCol="0">
            <a:spAutoFit/>
          </a:bodyPr>
          <a:lstStyle/>
          <a:p>
            <a:r>
              <a:rPr lang="ja-JP" altLang="en-US" sz="2800" dirty="0">
                <a:solidFill>
                  <a:srgbClr val="FF0000"/>
                </a:solidFill>
                <a:highlight>
                  <a:srgbClr val="FFFF00"/>
                </a:highlight>
              </a:rPr>
              <a:t>大雪</a:t>
            </a:r>
            <a:endParaRPr lang="en-US" sz="2800" dirty="0">
              <a:solidFill>
                <a:srgbClr val="FF0000"/>
              </a:solidFill>
              <a:highlight>
                <a:srgbClr val="FFFF00"/>
              </a:highlight>
            </a:endParaRPr>
          </a:p>
        </p:txBody>
      </p:sp>
      <p:sp>
        <p:nvSpPr>
          <p:cNvPr id="43" name="TextBox 42">
            <a:extLst>
              <a:ext uri="{FF2B5EF4-FFF2-40B4-BE49-F238E27FC236}">
                <a16:creationId xmlns:a16="http://schemas.microsoft.com/office/drawing/2014/main" id="{6D68B01F-5DCC-41C0-9DB8-9B8FEC5DF77D}"/>
              </a:ext>
            </a:extLst>
          </p:cNvPr>
          <p:cNvSpPr txBox="1"/>
          <p:nvPr/>
        </p:nvSpPr>
        <p:spPr>
          <a:xfrm>
            <a:off x="2737845" y="2574417"/>
            <a:ext cx="1786483" cy="523220"/>
          </a:xfrm>
          <a:prstGeom prst="rect">
            <a:avLst/>
          </a:prstGeom>
          <a:noFill/>
        </p:spPr>
        <p:txBody>
          <a:bodyPr wrap="square" rtlCol="0">
            <a:spAutoFit/>
          </a:bodyPr>
          <a:lstStyle/>
          <a:p>
            <a:r>
              <a:rPr lang="ja-JP" altLang="en-US" sz="2800" dirty="0">
                <a:solidFill>
                  <a:srgbClr val="FF0000"/>
                </a:solidFill>
                <a:highlight>
                  <a:srgbClr val="FFFF00"/>
                </a:highlight>
              </a:rPr>
              <a:t>台風</a:t>
            </a:r>
            <a:endParaRPr lang="en-US" sz="2800" dirty="0">
              <a:solidFill>
                <a:srgbClr val="FF0000"/>
              </a:solidFill>
              <a:highlight>
                <a:srgbClr val="FFFF00"/>
              </a:highlight>
            </a:endParaRPr>
          </a:p>
        </p:txBody>
      </p:sp>
    </p:spTree>
    <p:extLst>
      <p:ext uri="{BB962C8B-B14F-4D97-AF65-F5344CB8AC3E}">
        <p14:creationId xmlns:p14="http://schemas.microsoft.com/office/powerpoint/2010/main" val="12751435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down)">
                                      <p:cBhvr>
                                        <p:cTn id="14" dur="500"/>
                                        <p:tgtEl>
                                          <p:spTgt spid="4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054"/>
                                        </p:tgtEl>
                                        <p:attrNameLst>
                                          <p:attrName>style.visibility</p:attrName>
                                        </p:attrNameLst>
                                      </p:cBhvr>
                                      <p:to>
                                        <p:strVal val="visible"/>
                                      </p:to>
                                    </p:set>
                                    <p:animEffect transition="in" filter="fade">
                                      <p:cBhvr>
                                        <p:cTn id="19" dur="1000"/>
                                        <p:tgtEl>
                                          <p:spTgt spid="2054"/>
                                        </p:tgtEl>
                                      </p:cBhvr>
                                    </p:animEffect>
                                    <p:anim calcmode="lin" valueType="num">
                                      <p:cBhvr>
                                        <p:cTn id="20" dur="1000" fill="hold"/>
                                        <p:tgtEl>
                                          <p:spTgt spid="2054"/>
                                        </p:tgtEl>
                                        <p:attrNameLst>
                                          <p:attrName>ppt_x</p:attrName>
                                        </p:attrNameLst>
                                      </p:cBhvr>
                                      <p:tavLst>
                                        <p:tav tm="0">
                                          <p:val>
                                            <p:strVal val="#ppt_x"/>
                                          </p:val>
                                        </p:tav>
                                        <p:tav tm="100000">
                                          <p:val>
                                            <p:strVal val="#ppt_x"/>
                                          </p:val>
                                        </p:tav>
                                      </p:tavLst>
                                    </p:anim>
                                    <p:anim calcmode="lin" valueType="num">
                                      <p:cBhvr>
                                        <p:cTn id="21" dur="1000" fill="hold"/>
                                        <p:tgtEl>
                                          <p:spTgt spid="205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1">
                                            <p:txEl>
                                              <p:pRg st="0" end="0"/>
                                            </p:txEl>
                                          </p:spTgt>
                                        </p:tgtEl>
                                        <p:attrNameLst>
                                          <p:attrName>style.visibility</p:attrName>
                                        </p:attrNameLst>
                                      </p:cBhvr>
                                      <p:to>
                                        <p:strVal val="visible"/>
                                      </p:to>
                                    </p:set>
                                    <p:animEffect transition="in" filter="wipe(down)">
                                      <p:cBhvr>
                                        <p:cTn id="26" dur="500"/>
                                        <p:tgtEl>
                                          <p:spTgt spid="41">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056"/>
                                        </p:tgtEl>
                                        <p:attrNameLst>
                                          <p:attrName>style.visibility</p:attrName>
                                        </p:attrNameLst>
                                      </p:cBhvr>
                                      <p:to>
                                        <p:strVal val="visible"/>
                                      </p:to>
                                    </p:set>
                                    <p:animEffect transition="in" filter="fade">
                                      <p:cBhvr>
                                        <p:cTn id="31" dur="1000"/>
                                        <p:tgtEl>
                                          <p:spTgt spid="2056"/>
                                        </p:tgtEl>
                                      </p:cBhvr>
                                    </p:animEffect>
                                    <p:anim calcmode="lin" valueType="num">
                                      <p:cBhvr>
                                        <p:cTn id="32" dur="1000" fill="hold"/>
                                        <p:tgtEl>
                                          <p:spTgt spid="2056"/>
                                        </p:tgtEl>
                                        <p:attrNameLst>
                                          <p:attrName>ppt_x</p:attrName>
                                        </p:attrNameLst>
                                      </p:cBhvr>
                                      <p:tavLst>
                                        <p:tav tm="0">
                                          <p:val>
                                            <p:strVal val="#ppt_x"/>
                                          </p:val>
                                        </p:tav>
                                        <p:tav tm="100000">
                                          <p:val>
                                            <p:strVal val="#ppt_x"/>
                                          </p:val>
                                        </p:tav>
                                      </p:tavLst>
                                    </p:anim>
                                    <p:anim calcmode="lin" valueType="num">
                                      <p:cBhvr>
                                        <p:cTn id="33" dur="1000" fill="hold"/>
                                        <p:tgtEl>
                                          <p:spTgt spid="205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arn(inVertic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058"/>
                                        </p:tgtEl>
                                        <p:attrNameLst>
                                          <p:attrName>style.visibility</p:attrName>
                                        </p:attrNameLst>
                                      </p:cBhvr>
                                      <p:to>
                                        <p:strVal val="visible"/>
                                      </p:to>
                                    </p:set>
                                    <p:animEffect transition="in" filter="fade">
                                      <p:cBhvr>
                                        <p:cTn id="43" dur="1000"/>
                                        <p:tgtEl>
                                          <p:spTgt spid="2058"/>
                                        </p:tgtEl>
                                      </p:cBhvr>
                                    </p:animEffect>
                                    <p:anim calcmode="lin" valueType="num">
                                      <p:cBhvr>
                                        <p:cTn id="44" dur="1000" fill="hold"/>
                                        <p:tgtEl>
                                          <p:spTgt spid="2058"/>
                                        </p:tgtEl>
                                        <p:attrNameLst>
                                          <p:attrName>ppt_x</p:attrName>
                                        </p:attrNameLst>
                                      </p:cBhvr>
                                      <p:tavLst>
                                        <p:tav tm="0">
                                          <p:val>
                                            <p:strVal val="#ppt_x"/>
                                          </p:val>
                                        </p:tav>
                                        <p:tav tm="100000">
                                          <p:val>
                                            <p:strVal val="#ppt_x"/>
                                          </p:val>
                                        </p:tav>
                                      </p:tavLst>
                                    </p:anim>
                                    <p:anim calcmode="lin" valueType="num">
                                      <p:cBhvr>
                                        <p:cTn id="45" dur="1000" fill="hold"/>
                                        <p:tgtEl>
                                          <p:spTgt spid="205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barn(inVertical)">
                                      <p:cBhvr>
                                        <p:cTn id="50" dur="500"/>
                                        <p:tgtEl>
                                          <p:spTgt spid="39"/>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060"/>
                                        </p:tgtEl>
                                        <p:attrNameLst>
                                          <p:attrName>style.visibility</p:attrName>
                                        </p:attrNameLst>
                                      </p:cBhvr>
                                      <p:to>
                                        <p:strVal val="visible"/>
                                      </p:to>
                                    </p:set>
                                    <p:animEffect transition="in" filter="fade">
                                      <p:cBhvr>
                                        <p:cTn id="55" dur="1000"/>
                                        <p:tgtEl>
                                          <p:spTgt spid="2060"/>
                                        </p:tgtEl>
                                      </p:cBhvr>
                                    </p:animEffect>
                                    <p:anim calcmode="lin" valueType="num">
                                      <p:cBhvr>
                                        <p:cTn id="56" dur="1000" fill="hold"/>
                                        <p:tgtEl>
                                          <p:spTgt spid="2060"/>
                                        </p:tgtEl>
                                        <p:attrNameLst>
                                          <p:attrName>ppt_x</p:attrName>
                                        </p:attrNameLst>
                                      </p:cBhvr>
                                      <p:tavLst>
                                        <p:tav tm="0">
                                          <p:val>
                                            <p:strVal val="#ppt_x"/>
                                          </p:val>
                                        </p:tav>
                                        <p:tav tm="100000">
                                          <p:val>
                                            <p:strVal val="#ppt_x"/>
                                          </p:val>
                                        </p:tav>
                                      </p:tavLst>
                                    </p:anim>
                                    <p:anim calcmode="lin" valueType="num">
                                      <p:cBhvr>
                                        <p:cTn id="57" dur="1000" fill="hold"/>
                                        <p:tgtEl>
                                          <p:spTgt spid="2060"/>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42">
                                            <p:txEl>
                                              <p:pRg st="0" end="0"/>
                                            </p:txEl>
                                          </p:spTgt>
                                        </p:tgtEl>
                                        <p:attrNameLst>
                                          <p:attrName>style.visibility</p:attrName>
                                        </p:attrNameLst>
                                      </p:cBhvr>
                                      <p:to>
                                        <p:strVal val="visible"/>
                                      </p:to>
                                    </p:set>
                                    <p:animEffect transition="in" filter="barn(inVertical)">
                                      <p:cBhvr>
                                        <p:cTn id="62" dur="500"/>
                                        <p:tgtEl>
                                          <p:spTgt spid="42">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2052"/>
                                        </p:tgtEl>
                                        <p:attrNameLst>
                                          <p:attrName>style.visibility</p:attrName>
                                        </p:attrNameLst>
                                      </p:cBhvr>
                                      <p:to>
                                        <p:strVal val="visible"/>
                                      </p:to>
                                    </p:set>
                                    <p:animEffect transition="in" filter="fade">
                                      <p:cBhvr>
                                        <p:cTn id="67" dur="1000"/>
                                        <p:tgtEl>
                                          <p:spTgt spid="2052"/>
                                        </p:tgtEl>
                                      </p:cBhvr>
                                    </p:animEffect>
                                    <p:anim calcmode="lin" valueType="num">
                                      <p:cBhvr>
                                        <p:cTn id="68" dur="1000" fill="hold"/>
                                        <p:tgtEl>
                                          <p:spTgt spid="2052"/>
                                        </p:tgtEl>
                                        <p:attrNameLst>
                                          <p:attrName>ppt_x</p:attrName>
                                        </p:attrNameLst>
                                      </p:cBhvr>
                                      <p:tavLst>
                                        <p:tav tm="0">
                                          <p:val>
                                            <p:strVal val="#ppt_x"/>
                                          </p:val>
                                        </p:tav>
                                        <p:tav tm="100000">
                                          <p:val>
                                            <p:strVal val="#ppt_x"/>
                                          </p:val>
                                        </p:tav>
                                      </p:tavLst>
                                    </p:anim>
                                    <p:anim calcmode="lin" valueType="num">
                                      <p:cBhvr>
                                        <p:cTn id="69"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43">
                                            <p:txEl>
                                              <p:pRg st="0" end="0"/>
                                            </p:txEl>
                                          </p:spTgt>
                                        </p:tgtEl>
                                        <p:attrNameLst>
                                          <p:attrName>style.visibility</p:attrName>
                                        </p:attrNameLst>
                                      </p:cBhvr>
                                      <p:to>
                                        <p:strVal val="visible"/>
                                      </p:to>
                                    </p:set>
                                    <p:animEffect transition="in" filter="wipe(down)">
                                      <p:cBhvr>
                                        <p:cTn id="74"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589508" y="285613"/>
            <a:ext cx="10943610" cy="814745"/>
          </a:xfrm>
          <a:solidFill>
            <a:srgbClr val="5E9C53"/>
          </a:solidFill>
        </p:spPr>
        <p:txBody>
          <a:bodyPr>
            <a:normAutofit/>
          </a:bodyPr>
          <a:lstStyle/>
          <a:p>
            <a:pPr algn="ctr"/>
            <a:r>
              <a:rPr lang="ja-JP" altLang="en-US" sz="4800" b="1" dirty="0">
                <a:solidFill>
                  <a:srgbClr val="A11D2B"/>
                </a:solidFill>
              </a:rPr>
              <a:t>今日のテーマ</a:t>
            </a:r>
            <a:endParaRPr lang="en-US" sz="48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589507" y="1720515"/>
            <a:ext cx="10943610" cy="4391527"/>
          </a:xfrm>
          <a:solidFill>
            <a:schemeClr val="accent5">
              <a:lumMod val="40000"/>
              <a:lumOff val="60000"/>
            </a:schemeClr>
          </a:solidFill>
        </p:spPr>
        <p:txBody>
          <a:bodyPr>
            <a:normAutofit/>
          </a:bodyPr>
          <a:lstStyle/>
          <a:p>
            <a:pPr marL="0" indent="0" algn="ctr">
              <a:buNone/>
            </a:pPr>
            <a:r>
              <a:rPr lang="ja-JP" altLang="en-US" sz="5400" b="1" dirty="0">
                <a:solidFill>
                  <a:srgbClr val="D9910B"/>
                </a:solidFill>
                <a:latin typeface="Arial" panose="020B0604020202020204" pitchFamily="34" charset="0"/>
              </a:rPr>
              <a:t>緊急事態</a:t>
            </a:r>
            <a:r>
              <a:rPr lang="vi-VN" altLang="ja-JP" sz="5400" b="1" dirty="0">
                <a:solidFill>
                  <a:srgbClr val="D9910B"/>
                </a:solidFill>
                <a:latin typeface="Arial" panose="020B0604020202020204" pitchFamily="34" charset="0"/>
              </a:rPr>
              <a:t>        </a:t>
            </a:r>
            <a:endParaRPr lang="ja-JP" altLang="en-US" sz="5400" b="1" i="0" dirty="0">
              <a:solidFill>
                <a:srgbClr val="D9910B"/>
              </a:solidFill>
              <a:effectLst/>
              <a:latin typeface="Arial" panose="020B0604020202020204" pitchFamily="34" charset="0"/>
            </a:endParaRPr>
          </a:p>
          <a:p>
            <a:pPr marL="0" indent="0">
              <a:buNone/>
            </a:pPr>
            <a:endParaRPr lang="en-US" altLang="ja-JP" sz="3200" dirty="0"/>
          </a:p>
          <a:p>
            <a:pPr marL="0" indent="0">
              <a:buNone/>
            </a:pPr>
            <a:endParaRPr lang="en-US" altLang="ja-JP" sz="3200" dirty="0"/>
          </a:p>
          <a:p>
            <a:pPr marL="0" indent="0">
              <a:buNone/>
            </a:pPr>
            <a:r>
              <a:rPr lang="vi-VN" altLang="ja-JP" sz="3200" dirty="0">
                <a:solidFill>
                  <a:srgbClr val="002060"/>
                </a:solidFill>
              </a:rPr>
              <a:t>*</a:t>
            </a:r>
            <a:r>
              <a:rPr lang="ja-JP" altLang="en-US" sz="3200" dirty="0">
                <a:solidFill>
                  <a:srgbClr val="002060"/>
                </a:solidFill>
              </a:rPr>
              <a:t>予期しないことが起きた時、状況を理解して適切な行動をとることができる。</a:t>
            </a:r>
            <a:endParaRPr lang="en-US" altLang="ja-JP" sz="3200" dirty="0">
              <a:solidFill>
                <a:srgbClr val="002060"/>
              </a:solidFill>
            </a:endParaRPr>
          </a:p>
          <a:p>
            <a:pPr marL="0" indent="0">
              <a:buNone/>
            </a:pPr>
            <a:r>
              <a:rPr lang="vi-VN" altLang="ja-JP" sz="3200" dirty="0">
                <a:solidFill>
                  <a:srgbClr val="002060"/>
                </a:solidFill>
              </a:rPr>
              <a:t>* </a:t>
            </a:r>
            <a:r>
              <a:rPr lang="ja-JP" altLang="en-US" sz="3200" dirty="0">
                <a:solidFill>
                  <a:srgbClr val="002060"/>
                </a:solidFill>
              </a:rPr>
              <a:t>緊急の事態が起こって経験したことについて話すことができる。</a:t>
            </a:r>
            <a:endParaRPr lang="en-US" altLang="ja-JP" sz="3200" dirty="0">
              <a:solidFill>
                <a:srgbClr val="002060"/>
              </a:solidFill>
            </a:endParaRPr>
          </a:p>
        </p:txBody>
      </p:sp>
      <p:sp>
        <p:nvSpPr>
          <p:cNvPr id="2" name="Arrow: Down 1">
            <a:extLst>
              <a:ext uri="{FF2B5EF4-FFF2-40B4-BE49-F238E27FC236}">
                <a16:creationId xmlns:a16="http://schemas.microsoft.com/office/drawing/2014/main" id="{D6BB0E1D-87C5-4E34-825B-9938D71FF725}"/>
              </a:ext>
            </a:extLst>
          </p:cNvPr>
          <p:cNvSpPr/>
          <p:nvPr/>
        </p:nvSpPr>
        <p:spPr>
          <a:xfrm>
            <a:off x="5710711" y="2564890"/>
            <a:ext cx="484632" cy="978408"/>
          </a:xfrm>
          <a:prstGeom prst="downArrow">
            <a:avLst/>
          </a:prstGeom>
          <a:solidFill>
            <a:srgbClr val="A11D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4B79FC6-73CA-4221-BD43-49493CA9F375}"/>
              </a:ext>
            </a:extLst>
          </p:cNvPr>
          <p:cNvPicPr>
            <a:picLocks noChangeAspect="1"/>
          </p:cNvPicPr>
          <p:nvPr/>
        </p:nvPicPr>
        <p:blipFill>
          <a:blip r:embed="rId3"/>
          <a:stretch>
            <a:fillRect/>
          </a:stretch>
        </p:blipFill>
        <p:spPr>
          <a:xfrm>
            <a:off x="955507" y="1484554"/>
            <a:ext cx="2160671" cy="2160671"/>
          </a:xfrm>
          <a:prstGeom prst="rect">
            <a:avLst/>
          </a:prstGeom>
        </p:spPr>
      </p:pic>
    </p:spTree>
    <p:extLst>
      <p:ext uri="{BB962C8B-B14F-4D97-AF65-F5344CB8AC3E}">
        <p14:creationId xmlns:p14="http://schemas.microsoft.com/office/powerpoint/2010/main" val="318847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P64</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409075" y="2211746"/>
            <a:ext cx="11269119" cy="2673763"/>
          </a:xfrm>
          <a:solidFill>
            <a:schemeClr val="accent5">
              <a:lumMod val="40000"/>
              <a:lumOff val="60000"/>
            </a:schemeClr>
          </a:solidFill>
        </p:spPr>
        <p:txBody>
          <a:bodyPr>
            <a:normAutofit/>
          </a:bodyPr>
          <a:lstStyle/>
          <a:p>
            <a:pPr marL="0" indent="0" algn="l">
              <a:buNone/>
            </a:pPr>
            <a:r>
              <a:rPr kumimoji="1" lang="ja-JP" altLang="en-US" sz="3200" dirty="0">
                <a:solidFill>
                  <a:srgbClr val="A11D2B"/>
                </a:solidFill>
                <a:highlight>
                  <a:srgbClr val="FFFF00"/>
                </a:highlight>
                <a:latin typeface="Arial" panose="020B0604020202020204" pitchFamily="34" charset="0"/>
              </a:rPr>
              <a:t>できること</a:t>
            </a:r>
            <a:endParaRPr kumimoji="1" lang="en-US" altLang="ja-JP" sz="3200" dirty="0">
              <a:solidFill>
                <a:srgbClr val="A11D2B"/>
              </a:solidFill>
              <a:highlight>
                <a:srgbClr val="FFFF00"/>
              </a:highlight>
              <a:latin typeface="Arial" panose="020B0604020202020204" pitchFamily="34" charset="0"/>
            </a:endParaRPr>
          </a:p>
          <a:p>
            <a:pPr marL="0" indent="0" algn="l">
              <a:buNone/>
            </a:pPr>
            <a:endParaRPr kumimoji="1" lang="en-US" altLang="ja-JP" sz="3200" dirty="0">
              <a:solidFill>
                <a:srgbClr val="A11D2B"/>
              </a:solidFill>
              <a:latin typeface="Arial" panose="020B0604020202020204" pitchFamily="34" charset="0"/>
            </a:endParaRPr>
          </a:p>
          <a:p>
            <a:pPr marL="0" indent="0" algn="l">
              <a:buNone/>
            </a:pPr>
            <a:r>
              <a:rPr kumimoji="1" lang="ja-JP" altLang="en-US" sz="3600" dirty="0">
                <a:solidFill>
                  <a:srgbClr val="A11D2B"/>
                </a:solidFill>
                <a:latin typeface="Arial" panose="020B0604020202020204" pitchFamily="34" charset="0"/>
              </a:rPr>
              <a:t>地震や台風などの速報を聞いた時、必要な情報を得ることができる。</a:t>
            </a:r>
            <a:endParaRPr kumimoji="1" lang="en-US" altLang="ja-JP" sz="3600" dirty="0">
              <a:solidFill>
                <a:srgbClr val="A11D2B"/>
              </a:solidFill>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3"/>
          <a:stretch>
            <a:fillRect/>
          </a:stretch>
        </p:blipFill>
        <p:spPr>
          <a:xfrm>
            <a:off x="629265" y="34836"/>
            <a:ext cx="1935598" cy="1702565"/>
          </a:xfrm>
          <a:prstGeom prst="rect">
            <a:avLst/>
          </a:prstGeom>
        </p:spPr>
      </p:pic>
    </p:spTree>
    <p:extLst>
      <p:ext uri="{BB962C8B-B14F-4D97-AF65-F5344CB8AC3E}">
        <p14:creationId xmlns:p14="http://schemas.microsoft.com/office/powerpoint/2010/main" val="1114573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3" y="71373"/>
            <a:ext cx="7579895"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地震速報を聞いたことがある？</a:t>
            </a:r>
            <a:endParaRPr kumimoji="1" lang="ja-JP" altLang="en-US" sz="8000" b="1" dirty="0">
              <a:solidFill>
                <a:srgbClr val="C00000"/>
              </a:solidFill>
            </a:endParaRPr>
          </a:p>
        </p:txBody>
      </p:sp>
      <p:sp>
        <p:nvSpPr>
          <p:cNvPr id="3" name="Content Placeholder 2"/>
          <p:cNvSpPr>
            <a:spLocks noGrp="1"/>
          </p:cNvSpPr>
          <p:nvPr>
            <p:ph sz="quarter" idx="13"/>
          </p:nvPr>
        </p:nvSpPr>
        <p:spPr>
          <a:xfrm>
            <a:off x="4367463" y="1118937"/>
            <a:ext cx="7579895" cy="5426242"/>
          </a:xfrm>
          <a:solidFill>
            <a:schemeClr val="accent5">
              <a:lumMod val="40000"/>
              <a:lumOff val="60000"/>
            </a:schemeClr>
          </a:solidFill>
        </p:spPr>
        <p:txBody>
          <a:bodyPr>
            <a:normAutofit lnSpcReduction="10000"/>
          </a:bodyPr>
          <a:lstStyle/>
          <a:p>
            <a:pPr marL="0" indent="0" algn="l">
              <a:buNone/>
            </a:pPr>
            <a:r>
              <a:rPr lang="en-US" altLang="ja-JP" sz="2400" b="0" i="0" dirty="0">
                <a:solidFill>
                  <a:srgbClr val="C00000"/>
                </a:solidFill>
                <a:effectLst/>
                <a:latin typeface="Roboto" panose="02000000000000000000" pitchFamily="2" charset="0"/>
              </a:rPr>
              <a:t>30</a:t>
            </a:r>
            <a:r>
              <a:rPr lang="ja-JP" altLang="en-US" sz="2400" b="0" i="0" dirty="0">
                <a:solidFill>
                  <a:srgbClr val="C00000"/>
                </a:solidFill>
                <a:effectLst/>
                <a:latin typeface="Roboto" panose="02000000000000000000" pitchFamily="2" charset="0"/>
              </a:rPr>
              <a:t>日午前</a:t>
            </a:r>
            <a:r>
              <a:rPr lang="en-US" altLang="ja-JP" sz="2400" b="0" i="0" dirty="0">
                <a:solidFill>
                  <a:srgbClr val="C00000"/>
                </a:solidFill>
                <a:effectLst/>
                <a:latin typeface="Roboto" panose="02000000000000000000" pitchFamily="2" charset="0"/>
              </a:rPr>
              <a:t>9</a:t>
            </a:r>
            <a:r>
              <a:rPr lang="ja-JP" altLang="en-US" sz="2400" b="0" i="0" dirty="0">
                <a:solidFill>
                  <a:srgbClr val="C00000"/>
                </a:solidFill>
                <a:effectLst/>
                <a:latin typeface="Roboto" panose="02000000000000000000" pitchFamily="2" charset="0"/>
              </a:rPr>
              <a:t>時半すぎ、気象庁は関東地方を中心に強い揺れが来るとして緊急地震速報を出しましたが、誤報と分かり、会見を開いて謝罪しました。</a:t>
            </a:r>
            <a:endParaRPr lang="en-US" altLang="ja-JP" sz="2400" b="0" i="0" dirty="0">
              <a:solidFill>
                <a:srgbClr val="C00000"/>
              </a:solidFill>
              <a:effectLst/>
              <a:latin typeface="Roboto" panose="02000000000000000000" pitchFamily="2" charset="0"/>
            </a:endParaRPr>
          </a:p>
          <a:p>
            <a:pPr marL="0" indent="0" algn="l">
              <a:buNone/>
            </a:pPr>
            <a:r>
              <a:rPr lang="ja-JP" altLang="en-US" sz="2400" b="0" i="0" dirty="0">
                <a:solidFill>
                  <a:srgbClr val="030303"/>
                </a:solidFill>
                <a:effectLst/>
                <a:latin typeface="Roboto" panose="02000000000000000000" pitchFamily="2" charset="0"/>
              </a:rPr>
              <a:t>気象庁は、房総半島南方沖で強い地震が起きたとして午前</a:t>
            </a:r>
            <a:r>
              <a:rPr lang="en-US" altLang="ja-JP" sz="2400" b="0" i="0" dirty="0">
                <a:solidFill>
                  <a:srgbClr val="030303"/>
                </a:solidFill>
                <a:effectLst/>
                <a:latin typeface="Roboto" panose="02000000000000000000" pitchFamily="2" charset="0"/>
              </a:rPr>
              <a:t>9</a:t>
            </a:r>
            <a:r>
              <a:rPr lang="ja-JP" altLang="en-US" sz="2400" b="0" i="0" dirty="0">
                <a:solidFill>
                  <a:srgbClr val="030303"/>
                </a:solidFill>
                <a:effectLst/>
                <a:latin typeface="Roboto" panose="02000000000000000000" pitchFamily="2" charset="0"/>
              </a:rPr>
              <a:t>時</a:t>
            </a:r>
            <a:r>
              <a:rPr lang="en-US" altLang="ja-JP" sz="2400" b="0" i="0" dirty="0">
                <a:solidFill>
                  <a:srgbClr val="030303"/>
                </a:solidFill>
                <a:effectLst/>
                <a:latin typeface="Roboto" panose="02000000000000000000" pitchFamily="2" charset="0"/>
              </a:rPr>
              <a:t>38</a:t>
            </a:r>
            <a:r>
              <a:rPr lang="ja-JP" altLang="en-US" sz="2400" b="0" i="0" dirty="0">
                <a:solidFill>
                  <a:srgbClr val="030303"/>
                </a:solidFill>
                <a:effectLst/>
                <a:latin typeface="Roboto" panose="02000000000000000000" pitchFamily="2" charset="0"/>
              </a:rPr>
              <a:t>分に関東地方を中心に</a:t>
            </a:r>
            <a:r>
              <a:rPr lang="en-US" altLang="ja-JP" sz="2400" b="0" i="0" dirty="0">
                <a:solidFill>
                  <a:srgbClr val="030303"/>
                </a:solidFill>
                <a:effectLst/>
                <a:latin typeface="Roboto" panose="02000000000000000000" pitchFamily="2" charset="0"/>
              </a:rPr>
              <a:t>15</a:t>
            </a:r>
            <a:r>
              <a:rPr lang="ja-JP" altLang="en-US" sz="2400" b="0" i="0" dirty="0">
                <a:solidFill>
                  <a:srgbClr val="030303"/>
                </a:solidFill>
                <a:effectLst/>
                <a:latin typeface="Roboto" panose="02000000000000000000" pitchFamily="2" charset="0"/>
              </a:rPr>
              <a:t>都県に緊急地震速報を発表し、強い揺れの警戒を呼び掛けました。</a:t>
            </a:r>
            <a:endParaRPr lang="en-US" altLang="ja-JP" sz="2400" b="0" i="0" dirty="0">
              <a:solidFill>
                <a:srgbClr val="030303"/>
              </a:solidFill>
              <a:effectLst/>
              <a:latin typeface="Roboto" panose="02000000000000000000" pitchFamily="2" charset="0"/>
            </a:endParaRPr>
          </a:p>
          <a:p>
            <a:pPr marL="0" indent="0" algn="l">
              <a:buNone/>
            </a:pPr>
            <a:r>
              <a:rPr lang="ja-JP" altLang="en-US" sz="2400" b="0" i="0" dirty="0">
                <a:solidFill>
                  <a:srgbClr val="030303"/>
                </a:solidFill>
                <a:effectLst/>
                <a:latin typeface="Roboto" panose="02000000000000000000" pitchFamily="2" charset="0"/>
              </a:rPr>
              <a:t>しかし、震度</a:t>
            </a:r>
            <a:r>
              <a:rPr lang="en-US" altLang="ja-JP" sz="2400" b="0" i="0" dirty="0">
                <a:solidFill>
                  <a:srgbClr val="030303"/>
                </a:solidFill>
                <a:effectLst/>
                <a:latin typeface="Roboto" panose="02000000000000000000" pitchFamily="2" charset="0"/>
              </a:rPr>
              <a:t>1</a:t>
            </a:r>
            <a:r>
              <a:rPr lang="ja-JP" altLang="en-US" sz="2400" b="0" i="0" dirty="0">
                <a:solidFill>
                  <a:srgbClr val="030303"/>
                </a:solidFill>
                <a:effectLst/>
                <a:latin typeface="Roboto" panose="02000000000000000000" pitchFamily="2" charset="0"/>
              </a:rPr>
              <a:t>以上の揺れは観測されませんでした。気象庁によりますと、緊急地震速報の</a:t>
            </a:r>
            <a:r>
              <a:rPr lang="en-US" altLang="ja-JP" sz="2400" b="0" i="0" dirty="0">
                <a:solidFill>
                  <a:srgbClr val="030303"/>
                </a:solidFill>
                <a:effectLst/>
                <a:latin typeface="Roboto" panose="02000000000000000000" pitchFamily="2" charset="0"/>
              </a:rPr>
              <a:t>2</a:t>
            </a:r>
            <a:r>
              <a:rPr lang="ja-JP" altLang="en-US" sz="2400" b="0" i="0" dirty="0">
                <a:solidFill>
                  <a:srgbClr val="030303"/>
                </a:solidFill>
                <a:effectLst/>
                <a:latin typeface="Roboto" panose="02000000000000000000" pitchFamily="2" charset="0"/>
              </a:rPr>
              <a:t>分前に伊豆諸島の鳥島近海で起きた地震を約</a:t>
            </a:r>
            <a:r>
              <a:rPr lang="en-US" altLang="ja-JP" sz="2400" b="0" i="0" dirty="0">
                <a:solidFill>
                  <a:srgbClr val="030303"/>
                </a:solidFill>
                <a:effectLst/>
                <a:latin typeface="Roboto" panose="02000000000000000000" pitchFamily="2" charset="0"/>
              </a:rPr>
              <a:t>450</a:t>
            </a:r>
            <a:r>
              <a:rPr lang="ja-JP" altLang="en-US" sz="2400" b="0" i="0" dirty="0">
                <a:solidFill>
                  <a:srgbClr val="030303"/>
                </a:solidFill>
                <a:effectLst/>
                <a:latin typeface="Roboto" panose="02000000000000000000" pitchFamily="2" charset="0"/>
              </a:rPr>
              <a:t>キロ離れた房総半島沖で起きた地震と決定してしまったため、マグニチュード</a:t>
            </a:r>
            <a:r>
              <a:rPr lang="en-US" altLang="ja-JP" sz="2400" b="0" i="0" dirty="0">
                <a:solidFill>
                  <a:srgbClr val="030303"/>
                </a:solidFill>
                <a:effectLst/>
                <a:latin typeface="Roboto" panose="02000000000000000000" pitchFamily="2" charset="0"/>
              </a:rPr>
              <a:t>7.3</a:t>
            </a:r>
            <a:r>
              <a:rPr lang="ja-JP" altLang="en-US" sz="2400" b="0" i="0" dirty="0">
                <a:solidFill>
                  <a:srgbClr val="030303"/>
                </a:solidFill>
                <a:effectLst/>
                <a:latin typeface="Roboto" panose="02000000000000000000" pitchFamily="2" charset="0"/>
              </a:rPr>
              <a:t>の巨大地震として緊急地震速報を出したということです。</a:t>
            </a:r>
            <a:endParaRPr lang="en-US" altLang="ja-JP" sz="2400" b="0" i="0" dirty="0">
              <a:solidFill>
                <a:srgbClr val="030303"/>
              </a:solidFill>
              <a:effectLst/>
              <a:latin typeface="Roboto" panose="02000000000000000000" pitchFamily="2" charset="0"/>
            </a:endParaRPr>
          </a:p>
          <a:p>
            <a:pPr marL="0" indent="0" algn="l">
              <a:buNone/>
            </a:pPr>
            <a:r>
              <a:rPr lang="ja-JP" altLang="en-US" sz="2400" b="0" i="0" dirty="0">
                <a:solidFill>
                  <a:srgbClr val="030303"/>
                </a:solidFill>
                <a:effectLst/>
                <a:latin typeface="Roboto" panose="02000000000000000000" pitchFamily="2" charset="0"/>
              </a:rPr>
              <a:t>気象庁は謝罪したうえで、観測ポイントが少ない海底地震では、今後もこういった誤報が起きる可能性があるとしています</a:t>
            </a:r>
            <a:r>
              <a:rPr lang="ja-JP" altLang="en-US" sz="2800" b="0" i="0" dirty="0">
                <a:solidFill>
                  <a:srgbClr val="030303"/>
                </a:solidFill>
                <a:effectLst/>
                <a:latin typeface="Roboto" panose="02000000000000000000" pitchFamily="2" charset="0"/>
              </a:rPr>
              <a:t>。</a:t>
            </a:r>
            <a:endParaRPr kumimoji="1" lang="en-US" altLang="ja-JP" sz="3200" dirty="0">
              <a:solidFill>
                <a:srgbClr val="A11D2B"/>
              </a:solidFill>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4"/>
          <a:stretch>
            <a:fillRect/>
          </a:stretch>
        </p:blipFill>
        <p:spPr>
          <a:xfrm>
            <a:off x="629265" y="34836"/>
            <a:ext cx="1935598" cy="1702565"/>
          </a:xfrm>
          <a:prstGeom prst="rect">
            <a:avLst/>
          </a:prstGeom>
        </p:spPr>
      </p:pic>
      <p:pic>
        <p:nvPicPr>
          <p:cNvPr id="4" name="Online Media 3" title="気象庁が緊急地震速報出すも揺れず・・・会見で謝罪(20/07/30)">
            <a:hlinkClick r:id="" action="ppaction://media"/>
            <a:extLst>
              <a:ext uri="{FF2B5EF4-FFF2-40B4-BE49-F238E27FC236}">
                <a16:creationId xmlns:a16="http://schemas.microsoft.com/office/drawing/2014/main" id="{D73A8865-C32E-4F1E-A5B0-72066FBFA4C7}"/>
              </a:ext>
            </a:extLst>
          </p:cNvPr>
          <p:cNvPicPr>
            <a:picLocks noRot="1" noChangeAspect="1"/>
          </p:cNvPicPr>
          <p:nvPr>
            <a:videoFile r:link="rId1"/>
          </p:nvPr>
        </p:nvPicPr>
        <p:blipFill>
          <a:blip r:embed="rId5"/>
          <a:stretch>
            <a:fillRect/>
          </a:stretch>
        </p:blipFill>
        <p:spPr>
          <a:xfrm>
            <a:off x="336271" y="2586602"/>
            <a:ext cx="3377289" cy="1908168"/>
          </a:xfrm>
          <a:prstGeom prst="rect">
            <a:avLst/>
          </a:prstGeom>
        </p:spPr>
      </p:pic>
    </p:spTree>
    <p:extLst>
      <p:ext uri="{BB962C8B-B14F-4D97-AF65-F5344CB8AC3E}">
        <p14:creationId xmlns:p14="http://schemas.microsoft.com/office/powerpoint/2010/main" val="31636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bg/>
                                          </p:spTgt>
                                        </p:tgtEl>
                                        <p:attrNameLst>
                                          <p:attrName>style.visibility</p:attrName>
                                        </p:attrNameLst>
                                      </p:cBhvr>
                                      <p:to>
                                        <p:strVal val="visible"/>
                                      </p:to>
                                    </p:set>
                                    <p:animEffect transition="in" filter="fade">
                                      <p:cBhvr>
                                        <p:cTn id="18" dur="1000"/>
                                        <p:tgtEl>
                                          <p:spTgt spid="3">
                                            <p:bg/>
                                          </p:spTgt>
                                        </p:tgtEl>
                                      </p:cBhvr>
                                    </p:animEffect>
                                    <p:anim calcmode="lin" valueType="num">
                                      <p:cBhvr>
                                        <p:cTn id="19" dur="1000" fill="hold"/>
                                        <p:tgtEl>
                                          <p:spTgt spid="3">
                                            <p:bg/>
                                          </p:spTgt>
                                        </p:tgtEl>
                                        <p:attrNameLst>
                                          <p:attrName>ppt_x</p:attrName>
                                        </p:attrNameLst>
                                      </p:cBhvr>
                                      <p:tavLst>
                                        <p:tav tm="0">
                                          <p:val>
                                            <p:strVal val="#ppt_x"/>
                                          </p:val>
                                        </p:tav>
                                        <p:tav tm="100000">
                                          <p:val>
                                            <p:strVal val="#ppt_x"/>
                                          </p:val>
                                        </p:tav>
                                      </p:tavLst>
                                    </p:anim>
                                    <p:anim calcmode="lin" valueType="num">
                                      <p:cBhvr>
                                        <p:cTn id="20"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1000"/>
                                        <p:tgtEl>
                                          <p:spTgt spid="3">
                                            <p:txEl>
                                              <p:pRg st="1" end="1"/>
                                            </p:txEl>
                                          </p:spTgt>
                                        </p:tgtEl>
                                      </p:cBhvr>
                                    </p:animEffect>
                                    <p:anim calcmode="lin" valueType="num">
                                      <p:cBhvr>
                                        <p:cTn id="3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1000"/>
                                        <p:tgtEl>
                                          <p:spTgt spid="3">
                                            <p:txEl>
                                              <p:pRg st="2" end="2"/>
                                            </p:txEl>
                                          </p:spTgt>
                                        </p:tgtEl>
                                      </p:cBhvr>
                                    </p:animEffect>
                                    <p:anim calcmode="lin" valueType="num">
                                      <p:cBhvr>
                                        <p:cTn id="4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fade">
                                      <p:cBhvr>
                                        <p:cTn id="46" dur="1000"/>
                                        <p:tgtEl>
                                          <p:spTgt spid="3">
                                            <p:txEl>
                                              <p:pRg st="3" end="3"/>
                                            </p:txEl>
                                          </p:spTgt>
                                        </p:tgtEl>
                                      </p:cBhvr>
                                    </p:animEffect>
                                    <p:anim calcmode="lin" valueType="num">
                                      <p:cBhvr>
                                        <p:cTn id="4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49" fill="hold" display="0">
                  <p:stCondLst>
                    <p:cond delay="indefinite"/>
                  </p:stCondLst>
                </p:cTn>
                <p:tgtEl>
                  <p:spTgt spid="4"/>
                </p:tgtEl>
              </p:cMediaNode>
            </p:video>
            <p:seq concurrent="1" nextAc="seek">
              <p:cTn id="50" restart="whenNotActive" fill="hold" evtFilter="cancelBubble" nodeType="interactiveSeq">
                <p:stCondLst>
                  <p:cond evt="onClick" delay="0">
                    <p:tgtEl>
                      <p:spTgt spid="4"/>
                    </p:tgtEl>
                  </p:cond>
                </p:stCondLst>
                <p:endSync evt="end" delay="0">
                  <p:rtn val="all"/>
                </p:endSync>
                <p:childTnLst>
                  <p:par>
                    <p:cTn id="51" fill="hold">
                      <p:stCondLst>
                        <p:cond delay="0"/>
                      </p:stCondLst>
                      <p:childTnLst>
                        <p:par>
                          <p:cTn id="52" fill="hold">
                            <p:stCondLst>
                              <p:cond delay="0"/>
                            </p:stCondLst>
                            <p:childTnLst>
                              <p:par>
                                <p:cTn id="53" presetID="2" presetClass="mediacall" presetSubtype="0" fill="hold" nodeType="clickEffect">
                                  <p:stCondLst>
                                    <p:cond delay="0"/>
                                  </p:stCondLst>
                                  <p:childTnLst>
                                    <p:cmd type="call" cmd="togglePause">
                                      <p:cBhvr>
                                        <p:cTn id="54" dur="1" fill="hold"/>
                                        <p:tgtEl>
                                          <p:spTgt spid="4"/>
                                        </p:tgtEl>
                                      </p:cBhvr>
                                    </p:cmd>
                                  </p:childTnLst>
                                </p:cTn>
                              </p:par>
                            </p:childTnLst>
                          </p:cTn>
                        </p:par>
                      </p:childTnLst>
                    </p:cTn>
                  </p:par>
                </p:childTnLst>
              </p:cTn>
              <p:nextCondLst>
                <p:cond evt="onClick" delay="0">
                  <p:tgtEl>
                    <p:spTgt spid="4"/>
                  </p:tgtEl>
                </p:cond>
              </p:nextCondLst>
            </p:seq>
          </p:childTnLst>
        </p:cTn>
      </p:par>
    </p:tnLst>
    <p:bldLst>
      <p:bldP spid="2" grpId="0" animBg="1"/>
      <p:bldP spid="3"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P64</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409075" y="2211746"/>
            <a:ext cx="5162693" cy="3097674"/>
          </a:xfrm>
          <a:solidFill>
            <a:schemeClr val="accent5">
              <a:lumMod val="40000"/>
              <a:lumOff val="60000"/>
            </a:schemeClr>
          </a:solidFill>
        </p:spPr>
        <p:txBody>
          <a:bodyPr>
            <a:normAutofit/>
          </a:bodyPr>
          <a:lstStyle/>
          <a:p>
            <a:pPr marL="0" indent="0" algn="l">
              <a:buNone/>
            </a:pPr>
            <a:endParaRPr kumimoji="1" lang="en-US" altLang="ja-JP" sz="3200" dirty="0">
              <a:solidFill>
                <a:srgbClr val="A11D2B"/>
              </a:solidFill>
              <a:latin typeface="Arial" panose="020B0604020202020204" pitchFamily="34" charset="0"/>
            </a:endParaRPr>
          </a:p>
          <a:p>
            <a:pPr marL="0" indent="0" algn="l">
              <a:buNone/>
            </a:pPr>
            <a:r>
              <a:rPr kumimoji="1" lang="ja-JP" altLang="en-US" sz="3200" dirty="0">
                <a:solidFill>
                  <a:srgbClr val="A11D2B"/>
                </a:solidFill>
                <a:latin typeface="Arial" panose="020B0604020202020204" pitchFamily="34" charset="0"/>
              </a:rPr>
              <a:t>地震があったので、ラジオをつけて、緊急地震を速報を聞いています。</a:t>
            </a:r>
            <a:endParaRPr kumimoji="1" lang="en-US" altLang="ja-JP" sz="3200" dirty="0">
              <a:solidFill>
                <a:srgbClr val="A11D2B"/>
              </a:solidFill>
              <a:latin typeface="Arial" panose="020B0604020202020204" pitchFamily="34" charset="0"/>
            </a:endParaRPr>
          </a:p>
          <a:p>
            <a:pPr marL="0" indent="0" algn="l">
              <a:buNone/>
            </a:pPr>
            <a:r>
              <a:rPr kumimoji="1" lang="en-US" altLang="ja-JP" sz="3200" dirty="0">
                <a:solidFill>
                  <a:srgbClr val="A11D2B"/>
                </a:solidFill>
                <a:latin typeface="Arial" panose="020B0604020202020204" pitchFamily="34" charset="0"/>
              </a:rPr>
              <a:t>CD</a:t>
            </a:r>
            <a:r>
              <a:rPr kumimoji="1" lang="ja-JP" altLang="en-US" sz="3200" dirty="0">
                <a:solidFill>
                  <a:srgbClr val="A11D2B"/>
                </a:solidFill>
                <a:latin typeface="Arial" panose="020B0604020202020204" pitchFamily="34" charset="0"/>
              </a:rPr>
              <a:t>ー</a:t>
            </a:r>
            <a:r>
              <a:rPr kumimoji="1" lang="en-US" altLang="ja-JP" sz="3200" dirty="0">
                <a:solidFill>
                  <a:srgbClr val="A11D2B"/>
                </a:solidFill>
                <a:latin typeface="Arial" panose="020B0604020202020204" pitchFamily="34" charset="0"/>
              </a:rPr>
              <a:t>A19</a:t>
            </a: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5"/>
          <a:stretch>
            <a:fillRect/>
          </a:stretch>
        </p:blipFill>
        <p:spPr>
          <a:xfrm>
            <a:off x="629265" y="34836"/>
            <a:ext cx="1935598" cy="1702565"/>
          </a:xfrm>
          <a:prstGeom prst="rect">
            <a:avLst/>
          </a:prstGeom>
        </p:spPr>
      </p:pic>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6096000" y="2351855"/>
            <a:ext cx="5947611" cy="2817455"/>
          </a:xfrm>
          <a:prstGeom prst="rect">
            <a:avLst/>
          </a:prstGeom>
          <a:solidFill>
            <a:srgbClr val="D9910B"/>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r>
              <a:rPr lang="ja-JP" altLang="en-US" sz="3200" dirty="0"/>
              <a:t>どこの地方で地震がありましたか？</a:t>
            </a:r>
            <a:endParaRPr lang="en-US" altLang="ja-JP" sz="3200" dirty="0"/>
          </a:p>
          <a:p>
            <a:pPr>
              <a:buFont typeface="+mj-lt"/>
              <a:buAutoNum type="arabicPeriod"/>
            </a:pPr>
            <a:r>
              <a:rPr lang="ja-JP" altLang="en-US" sz="3200" dirty="0"/>
              <a:t>地震の大きさはどのぐらい？</a:t>
            </a:r>
            <a:endParaRPr lang="en-US" altLang="ja-JP" sz="3200" dirty="0"/>
          </a:p>
          <a:p>
            <a:pPr>
              <a:buFont typeface="+mj-lt"/>
              <a:buAutoNum type="arabicPeriod"/>
            </a:pPr>
            <a:r>
              <a:rPr lang="ja-JP" altLang="en-US" sz="3200" b="0" i="0" dirty="0">
                <a:solidFill>
                  <a:srgbClr val="000000"/>
                </a:solidFill>
                <a:effectLst/>
                <a:latin typeface="Arial" panose="020B0604020202020204" pitchFamily="34" charset="0"/>
              </a:rPr>
              <a:t>津波がありましたか。</a:t>
            </a:r>
            <a:endParaRPr lang="ja-JP" altLang="en-US" sz="4000" b="0" i="0" dirty="0">
              <a:solidFill>
                <a:srgbClr val="000000"/>
              </a:solidFill>
              <a:effectLst/>
              <a:latin typeface="Arial" panose="020B0604020202020204" pitchFamily="34" charset="0"/>
            </a:endParaRPr>
          </a:p>
        </p:txBody>
      </p:sp>
      <p:pic>
        <p:nvPicPr>
          <p:cNvPr id="4" name="19 Track 19">
            <a:hlinkClick r:id="" action="ppaction://media"/>
            <a:extLst>
              <a:ext uri="{FF2B5EF4-FFF2-40B4-BE49-F238E27FC236}">
                <a16:creationId xmlns:a16="http://schemas.microsoft.com/office/drawing/2014/main" id="{32F0B666-2FD7-4515-9A1B-C8222D5C7D8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766772" y="521997"/>
            <a:ext cx="1128491" cy="1128491"/>
          </a:xfrm>
          <a:prstGeom prst="rect">
            <a:avLst/>
          </a:prstGeom>
        </p:spPr>
      </p:pic>
    </p:spTree>
    <p:extLst>
      <p:ext uri="{BB962C8B-B14F-4D97-AF65-F5344CB8AC3E}">
        <p14:creationId xmlns:p14="http://schemas.microsoft.com/office/powerpoint/2010/main" val="332712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mediacall" presetSubtype="0" fill="hold" nodeType="clickEffect">
                                  <p:stCondLst>
                                    <p:cond delay="0"/>
                                  </p:stCondLst>
                                  <p:childTnLst>
                                    <p:cmd type="call" cmd="playFrom(0.0)">
                                      <p:cBhvr>
                                        <p:cTn id="34" dur="4794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fill="hold" display="0">
                  <p:stCondLst>
                    <p:cond delay="indefinite"/>
                  </p:stCondLst>
                  <p:endCondLst>
                    <p:cond evt="onStopAudio" delay="0">
                      <p:tgtEl>
                        <p:sldTgt/>
                      </p:tgtEl>
                    </p:cond>
                  </p:endCondLst>
                </p:cTn>
                <p:tgtEl>
                  <p:spTgt spid="4"/>
                </p:tgtEl>
              </p:cMediaNode>
            </p:audio>
          </p:childTnLst>
        </p:cTn>
      </p:par>
    </p:tnLst>
    <p:bldLst>
      <p:bldP spid="3" grpId="0" build="p"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838200" y="365125"/>
            <a:ext cx="5293371" cy="1325563"/>
          </a:xfrm>
          <a:solidFill>
            <a:srgbClr val="5E9C53"/>
          </a:solidFill>
        </p:spPr>
        <p:txBody>
          <a:bodyPr vert="horz" lIns="91440" tIns="45720" rIns="91440" bIns="45720" rtlCol="0" anchor="ctr">
            <a:normAutofit/>
          </a:bodyPr>
          <a:lstStyle/>
          <a:p>
            <a:pPr algn="ctr"/>
            <a:r>
              <a:rPr lang="ja-JP" altLang="en-US" sz="4000" b="1" i="0" dirty="0">
                <a:solidFill>
                  <a:srgbClr val="C00000"/>
                </a:solidFill>
                <a:effectLst/>
                <a:latin typeface="Arial" panose="020B0604020202020204" pitchFamily="34" charset="0"/>
              </a:rPr>
              <a:t>震度５弱？</a:t>
            </a:r>
            <a:endParaRPr lang="en-US" sz="8800" b="1" dirty="0">
              <a:solidFill>
                <a:srgbClr val="C0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838200" y="1825625"/>
            <a:ext cx="5293371" cy="4351338"/>
          </a:xfrm>
          <a:solidFill>
            <a:srgbClr val="D9910B"/>
          </a:solidFill>
        </p:spPr>
        <p:txBody>
          <a:bodyPr vert="horz" lIns="91440" tIns="45720" rIns="91440" bIns="45720" rtlCol="0">
            <a:normAutofit/>
          </a:bodyPr>
          <a:lstStyle/>
          <a:p>
            <a:pPr marL="0" indent="0">
              <a:buNone/>
            </a:pPr>
            <a:endParaRPr lang="en-US" altLang="ja-JP" sz="2800" dirty="0"/>
          </a:p>
          <a:p>
            <a:pPr marL="0" indent="0">
              <a:buNone/>
            </a:pPr>
            <a:endParaRPr lang="en-US" altLang="ja-JP" sz="2800" dirty="0"/>
          </a:p>
          <a:p>
            <a:pPr marL="0" indent="0">
              <a:buNone/>
            </a:pPr>
            <a:r>
              <a:rPr lang="ja-JP" altLang="en-US" sz="2800" dirty="0"/>
              <a:t>大半の人が恐怖を覚え、物につかまりたいと感じる。</a:t>
            </a:r>
            <a:br>
              <a:rPr lang="ja-JP" altLang="en-US" sz="4000" dirty="0"/>
            </a:br>
            <a:r>
              <a:rPr lang="ja-JP" altLang="en-US" sz="2800" dirty="0"/>
              <a:t>棚にある食器類や本が落ちることがある。</a:t>
            </a:r>
            <a:endParaRPr lang="en-US" altLang="ja-JP" sz="4000" b="0" i="0" dirty="0">
              <a:effectLst/>
            </a:endParaRPr>
          </a:p>
          <a:p>
            <a:pPr marL="0"/>
            <a:endParaRPr lang="en-US" dirty="0"/>
          </a:p>
        </p:txBody>
      </p:sp>
      <p:sp>
        <p:nvSpPr>
          <p:cNvPr id="7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 name="Online Media 1" title="東北で震度５弱 マグニチュード７・３">
            <a:hlinkClick r:id="" action="ppaction://media"/>
            <a:extLst>
              <a:ext uri="{FF2B5EF4-FFF2-40B4-BE49-F238E27FC236}">
                <a16:creationId xmlns:a16="http://schemas.microsoft.com/office/drawing/2014/main" id="{7EA938EC-73F2-4900-8BA0-A2A035A8978C}"/>
              </a:ext>
            </a:extLst>
          </p:cNvPr>
          <p:cNvPicPr>
            <a:picLocks noRot="1" noChangeAspect="1"/>
          </p:cNvPicPr>
          <p:nvPr>
            <a:videoFile r:link="rId1"/>
          </p:nvPr>
        </p:nvPicPr>
        <p:blipFill>
          <a:blip r:embed="rId4"/>
          <a:stretch>
            <a:fillRect/>
          </a:stretch>
        </p:blipFill>
        <p:spPr>
          <a:xfrm>
            <a:off x="6424863" y="1825625"/>
            <a:ext cx="5010123" cy="2930775"/>
          </a:xfrm>
          <a:prstGeom prst="rect">
            <a:avLst/>
          </a:prstGeom>
        </p:spPr>
      </p:pic>
    </p:spTree>
    <p:extLst>
      <p:ext uri="{BB962C8B-B14F-4D97-AF65-F5344CB8AC3E}">
        <p14:creationId xmlns:p14="http://schemas.microsoft.com/office/powerpoint/2010/main" val="315410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arn(inVertic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arn(inVertic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2"/>
                </p:tgtEl>
              </p:cMediaNode>
            </p:video>
            <p:seq concurrent="1" nextAc="seek">
              <p:cTn id="18" restart="whenNotActive" fill="hold" evtFilter="cancelBubble" nodeType="interactiveSeq">
                <p:stCondLst>
                  <p:cond evt="onClick" delay="0">
                    <p:tgtEl>
                      <p:spTgt spid="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
                                        </p:tgtEl>
                                      </p:cBhvr>
                                    </p:cmd>
                                  </p:childTnLst>
                                </p:cTn>
                              </p:par>
                            </p:childTnLst>
                          </p:cTn>
                        </p:par>
                      </p:childTnLst>
                    </p:cTn>
                  </p:par>
                </p:childTnLst>
              </p:cTn>
              <p:nextCondLst>
                <p:cond evt="onClick" delay="0">
                  <p:tgtEl>
                    <p:spTgt spid="2"/>
                  </p:tgtEl>
                </p:cond>
              </p:nextCondLst>
            </p:seq>
          </p:childTnLst>
        </p:cTn>
      </p:par>
    </p:tnLst>
    <p:bldLst>
      <p:bldP spid="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b="1" dirty="0">
                <a:solidFill>
                  <a:srgbClr val="FF0000"/>
                </a:solidFill>
              </a:rPr>
              <a:t>（ </a:t>
            </a:r>
            <a:r>
              <a:rPr lang="vi-VN" altLang="ja-JP" b="1" dirty="0">
                <a:solidFill>
                  <a:srgbClr val="FF0000"/>
                </a:solidFill>
              </a:rPr>
              <a:t>      </a:t>
            </a:r>
            <a:r>
              <a:rPr lang="ja-JP" altLang="en-US" b="1" dirty="0">
                <a:solidFill>
                  <a:srgbClr val="FF0000"/>
                </a:solidFill>
              </a:rPr>
              <a:t>）に入る言葉を選ら んでください。</a:t>
            </a:r>
            <a:endParaRPr lang="en-US" sz="5400" b="1" dirty="0">
              <a:solidFill>
                <a:srgbClr val="FF0000"/>
              </a:solidFill>
            </a:endParaRPr>
          </a:p>
        </p:txBody>
      </p:sp>
      <p:sp>
        <p:nvSpPr>
          <p:cNvPr id="6" name="Content Placeholder 4">
            <a:extLst>
              <a:ext uri="{FF2B5EF4-FFF2-40B4-BE49-F238E27FC236}">
                <a16:creationId xmlns:a16="http://schemas.microsoft.com/office/drawing/2014/main" id="{64F3A26B-7A85-492B-AD04-079B47B78148}"/>
              </a:ext>
            </a:extLst>
          </p:cNvPr>
          <p:cNvSpPr txBox="1">
            <a:spLocks/>
          </p:cNvSpPr>
          <p:nvPr/>
        </p:nvSpPr>
        <p:spPr>
          <a:xfrm>
            <a:off x="8860699" y="2237346"/>
            <a:ext cx="2707106" cy="2847314"/>
          </a:xfrm>
          <a:prstGeom prst="rect">
            <a:avLst/>
          </a:prstGeom>
          <a:solidFill>
            <a:srgbClr val="00B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altLang="ja-JP" sz="2400" dirty="0"/>
              <a:t>a.</a:t>
            </a:r>
            <a:r>
              <a:rPr lang="ja-JP" altLang="en-US" sz="2400" dirty="0"/>
              <a:t> 津 波</a:t>
            </a:r>
            <a:endParaRPr lang="vi-VN" altLang="ja-JP" sz="2400" dirty="0"/>
          </a:p>
          <a:p>
            <a:pPr marL="0" indent="0">
              <a:buNone/>
            </a:pPr>
            <a:r>
              <a:rPr lang="vi-VN" altLang="ja-JP" sz="2400" dirty="0"/>
              <a:t>b.</a:t>
            </a:r>
            <a:r>
              <a:rPr lang="ja-JP" altLang="en-US" sz="2400" dirty="0"/>
              <a:t>影 響</a:t>
            </a:r>
            <a:endParaRPr lang="vi-VN" altLang="ja-JP" sz="2400" dirty="0"/>
          </a:p>
          <a:p>
            <a:pPr marL="0" indent="0">
              <a:buNone/>
            </a:pPr>
            <a:r>
              <a:rPr lang="vi-VN" altLang="ja-JP" sz="2400" dirty="0"/>
              <a:t>c.</a:t>
            </a:r>
            <a:r>
              <a:rPr lang="ja-JP" altLang="en-US" sz="2400" dirty="0"/>
              <a:t>震 度</a:t>
            </a:r>
            <a:endParaRPr lang="vi-VN" altLang="ja-JP" sz="2400" dirty="0"/>
          </a:p>
          <a:p>
            <a:pPr marL="0" indent="0">
              <a:buNone/>
            </a:pPr>
            <a:r>
              <a:rPr lang="vi-VN" altLang="ja-JP" sz="2400" dirty="0"/>
              <a:t>d.</a:t>
            </a:r>
            <a:r>
              <a:rPr lang="ja-JP" altLang="en-US" sz="2400" dirty="0"/>
              <a:t>緊 急</a:t>
            </a:r>
            <a:endParaRPr lang="vi-VN" altLang="ja-JP" sz="2400" dirty="0"/>
          </a:p>
          <a:p>
            <a:pPr marL="0" indent="0">
              <a:buNone/>
            </a:pPr>
            <a:r>
              <a:rPr lang="vi-VN" altLang="ja-JP" sz="2400" dirty="0"/>
              <a:t>e.</a:t>
            </a:r>
            <a:r>
              <a:rPr lang="ja-JP" altLang="en-US" sz="2400" dirty="0"/>
              <a:t>身 </a:t>
            </a:r>
            <a:endParaRPr lang="vi-VN" altLang="ja-JP" sz="2400" dirty="0"/>
          </a:p>
          <a:p>
            <a:pPr marL="0" indent="0">
              <a:buNone/>
            </a:pPr>
            <a:r>
              <a:rPr lang="vi-VN" altLang="ja-JP" sz="2400" dirty="0"/>
              <a:t>f.</a:t>
            </a:r>
            <a:r>
              <a:rPr lang="ja-JP" altLang="en-US" sz="2400" dirty="0"/>
              <a:t>ラジオ</a:t>
            </a:r>
            <a:r>
              <a:rPr lang="ja-JP" altLang="en-US" sz="2800" dirty="0"/>
              <a:t> </a:t>
            </a:r>
            <a:endParaRPr lang="vi-VN" altLang="ja-JP" sz="2800" dirty="0"/>
          </a:p>
        </p:txBody>
      </p:sp>
      <p:sp>
        <p:nvSpPr>
          <p:cNvPr id="2" name="TextBox 1">
            <a:extLst>
              <a:ext uri="{FF2B5EF4-FFF2-40B4-BE49-F238E27FC236}">
                <a16:creationId xmlns:a16="http://schemas.microsoft.com/office/drawing/2014/main" id="{64B426C7-75C6-4590-9ADF-607F314C8D70}"/>
              </a:ext>
            </a:extLst>
          </p:cNvPr>
          <p:cNvSpPr txBox="1"/>
          <p:nvPr/>
        </p:nvSpPr>
        <p:spPr>
          <a:xfrm>
            <a:off x="2911642" y="2345913"/>
            <a:ext cx="986590" cy="461665"/>
          </a:xfrm>
          <a:prstGeom prst="rect">
            <a:avLst/>
          </a:prstGeom>
          <a:noFill/>
        </p:spPr>
        <p:txBody>
          <a:bodyPr wrap="square" rtlCol="0">
            <a:spAutoFit/>
          </a:bodyPr>
          <a:lstStyle/>
          <a:p>
            <a:r>
              <a:rPr lang="vi-VN" sz="2400" b="1" dirty="0">
                <a:solidFill>
                  <a:srgbClr val="FF0000"/>
                </a:solidFill>
                <a:highlight>
                  <a:srgbClr val="FFFF00"/>
                </a:highlight>
              </a:rPr>
              <a:t>a</a:t>
            </a:r>
            <a:endParaRPr lang="en-US" sz="2400" b="1" dirty="0">
              <a:solidFill>
                <a:srgbClr val="FF0000"/>
              </a:solidFill>
              <a:highlight>
                <a:srgbClr val="FFFF00"/>
              </a:highlight>
            </a:endParaRPr>
          </a:p>
        </p:txBody>
      </p:sp>
      <p:sp>
        <p:nvSpPr>
          <p:cNvPr id="7" name="Content Placeholder 4">
            <a:extLst>
              <a:ext uri="{FF2B5EF4-FFF2-40B4-BE49-F238E27FC236}">
                <a16:creationId xmlns:a16="http://schemas.microsoft.com/office/drawing/2014/main" id="{6186CB1C-C5A5-4134-BCDD-534923F89FD3}"/>
              </a:ext>
            </a:extLst>
          </p:cNvPr>
          <p:cNvSpPr txBox="1">
            <a:spLocks/>
          </p:cNvSpPr>
          <p:nvPr/>
        </p:nvSpPr>
        <p:spPr>
          <a:xfrm>
            <a:off x="601579" y="1287379"/>
            <a:ext cx="8097253" cy="5281925"/>
          </a:xfrm>
          <a:prstGeom prst="rect">
            <a:avLst/>
          </a:prstGeom>
          <a:solidFill>
            <a:schemeClr val="bg2">
              <a:lumMod val="7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vi-VN" dirty="0"/>
          </a:p>
          <a:p>
            <a:pPr marL="0" indent="0">
              <a:buNone/>
            </a:pPr>
            <a:r>
              <a:rPr lang="en-US" dirty="0"/>
              <a:t>①</a:t>
            </a:r>
            <a:r>
              <a:rPr lang="ja-JP" altLang="en-US" sz="2400" dirty="0"/>
              <a:t>地 震 の（ </a:t>
            </a:r>
            <a:r>
              <a:rPr lang="vi-VN" altLang="ja-JP" sz="2400" dirty="0"/>
              <a:t>    </a:t>
            </a:r>
            <a:r>
              <a:rPr lang="ja-JP" altLang="en-US" sz="2400" dirty="0"/>
              <a:t>）で、（ </a:t>
            </a:r>
            <a:r>
              <a:rPr lang="vi-VN" altLang="ja-JP" sz="2400" dirty="0"/>
              <a:t>  </a:t>
            </a:r>
            <a:r>
              <a:rPr lang="ja-JP" altLang="en-US" sz="2400" dirty="0"/>
              <a:t>）が発生しました。 </a:t>
            </a:r>
            <a:endParaRPr lang="vi-VN" altLang="ja-JP" sz="2400" dirty="0"/>
          </a:p>
          <a:p>
            <a:pPr marL="0" indent="0">
              <a:buNone/>
            </a:pPr>
            <a:endParaRPr lang="vi-VN" altLang="ja-JP" sz="2400" dirty="0"/>
          </a:p>
          <a:p>
            <a:pPr marL="0" indent="0">
              <a:buNone/>
            </a:pPr>
            <a:r>
              <a:rPr lang="ja-JP" altLang="en-US" sz="2400" dirty="0"/>
              <a:t>② 母は料理をするとき、いつも（</a:t>
            </a:r>
            <a:r>
              <a:rPr lang="vi-VN" altLang="ja-JP" sz="2400" dirty="0"/>
              <a:t>  </a:t>
            </a:r>
            <a:r>
              <a:rPr lang="ja-JP" altLang="en-US" sz="2400" dirty="0"/>
              <a:t> ）を聞いています。 </a:t>
            </a:r>
            <a:endParaRPr lang="vi-VN" altLang="ja-JP" sz="2400" dirty="0"/>
          </a:p>
          <a:p>
            <a:pPr marL="0" indent="0">
              <a:buNone/>
            </a:pPr>
            <a:endParaRPr lang="vi-VN" altLang="ja-JP" sz="2400" dirty="0"/>
          </a:p>
          <a:p>
            <a:pPr marL="0" indent="0">
              <a:buNone/>
            </a:pPr>
            <a:r>
              <a:rPr lang="ja-JP" altLang="en-US" sz="2400" dirty="0"/>
              <a:t>③ 今の地 震 の（ </a:t>
            </a:r>
            <a:r>
              <a:rPr lang="vi-VN" altLang="ja-JP" sz="2400" dirty="0"/>
              <a:t>   </a:t>
            </a:r>
            <a:r>
              <a:rPr lang="ja-JP" altLang="en-US" sz="2400" dirty="0"/>
              <a:t>）は４だったそうだ。震 源 地が近いのかもしれない。 </a:t>
            </a:r>
            <a:endParaRPr lang="vi-VN" altLang="ja-JP" sz="2400" dirty="0"/>
          </a:p>
          <a:p>
            <a:pPr marL="0" indent="0">
              <a:buNone/>
            </a:pPr>
            <a:endParaRPr lang="vi-VN" altLang="ja-JP" sz="2400" dirty="0"/>
          </a:p>
          <a:p>
            <a:pPr marL="0" indent="0">
              <a:buNone/>
            </a:pPr>
            <a:r>
              <a:rPr lang="ja-JP" altLang="en-US" sz="2400" dirty="0"/>
              <a:t>④ 地 震 のとき大切なことは、まず（</a:t>
            </a:r>
            <a:r>
              <a:rPr lang="vi-VN" altLang="ja-JP" sz="2400" dirty="0"/>
              <a:t>  </a:t>
            </a:r>
            <a:r>
              <a:rPr lang="ja-JP" altLang="en-US" sz="2400" dirty="0"/>
              <a:t> ）の安を守ることです。 </a:t>
            </a:r>
            <a:endParaRPr lang="vi-VN" altLang="ja-JP" sz="2400" dirty="0"/>
          </a:p>
          <a:p>
            <a:pPr marL="0" indent="0">
              <a:buNone/>
            </a:pPr>
            <a:endParaRPr lang="vi-VN" altLang="ja-JP" sz="2400" dirty="0"/>
          </a:p>
          <a:p>
            <a:pPr marL="0" indent="0">
              <a:buNone/>
            </a:pPr>
            <a:r>
              <a:rPr lang="ja-JP" altLang="en-US" sz="2400" dirty="0"/>
              <a:t>⑤ </a:t>
            </a:r>
            <a:r>
              <a:rPr lang="en-US" altLang="ja-JP" sz="2400" dirty="0"/>
              <a:t>119 </a:t>
            </a:r>
            <a:r>
              <a:rPr lang="ja-JP" altLang="en-US" sz="2400" dirty="0"/>
              <a:t>番や </a:t>
            </a:r>
            <a:r>
              <a:rPr lang="en-US" altLang="ja-JP" sz="2400" dirty="0"/>
              <a:t>110 </a:t>
            </a:r>
            <a:r>
              <a:rPr lang="ja-JP" altLang="en-US" sz="2400" dirty="0"/>
              <a:t>番など、（</a:t>
            </a:r>
            <a:r>
              <a:rPr lang="vi-VN" altLang="ja-JP" sz="2400" dirty="0"/>
              <a:t>  </a:t>
            </a:r>
            <a:r>
              <a:rPr lang="ja-JP" altLang="en-US" sz="2400" dirty="0"/>
              <a:t> ）時 の連 絡  は覚ぼ えておいたほうが いいです。</a:t>
            </a:r>
            <a:endParaRPr lang="vi-VN" altLang="ja-JP" sz="2400" dirty="0"/>
          </a:p>
        </p:txBody>
      </p:sp>
      <p:sp>
        <p:nvSpPr>
          <p:cNvPr id="11" name="TextBox 10">
            <a:extLst>
              <a:ext uri="{FF2B5EF4-FFF2-40B4-BE49-F238E27FC236}">
                <a16:creationId xmlns:a16="http://schemas.microsoft.com/office/drawing/2014/main" id="{8AF39DE7-C093-475D-9842-98A0BE7DE3E5}"/>
              </a:ext>
            </a:extLst>
          </p:cNvPr>
          <p:cNvSpPr txBox="1"/>
          <p:nvPr/>
        </p:nvSpPr>
        <p:spPr>
          <a:xfrm>
            <a:off x="4325352" y="5546494"/>
            <a:ext cx="986590" cy="461665"/>
          </a:xfrm>
          <a:prstGeom prst="rect">
            <a:avLst/>
          </a:prstGeom>
          <a:noFill/>
        </p:spPr>
        <p:txBody>
          <a:bodyPr wrap="square" rtlCol="0">
            <a:spAutoFit/>
          </a:bodyPr>
          <a:lstStyle/>
          <a:p>
            <a:r>
              <a:rPr lang="vi-VN" sz="2400" b="1" dirty="0">
                <a:solidFill>
                  <a:srgbClr val="FF0000"/>
                </a:solidFill>
                <a:highlight>
                  <a:srgbClr val="FFFF00"/>
                </a:highlight>
              </a:rPr>
              <a:t>d</a:t>
            </a:r>
            <a:endParaRPr lang="en-US" sz="2400" b="1" dirty="0">
              <a:solidFill>
                <a:srgbClr val="FF0000"/>
              </a:solidFill>
              <a:highlight>
                <a:srgbClr val="FFFF00"/>
              </a:highlight>
            </a:endParaRPr>
          </a:p>
        </p:txBody>
      </p:sp>
      <p:sp>
        <p:nvSpPr>
          <p:cNvPr id="12" name="TextBox 11">
            <a:extLst>
              <a:ext uri="{FF2B5EF4-FFF2-40B4-BE49-F238E27FC236}">
                <a16:creationId xmlns:a16="http://schemas.microsoft.com/office/drawing/2014/main" id="{7140C4C8-E80F-4030-9D32-C060D2AF9B67}"/>
              </a:ext>
            </a:extLst>
          </p:cNvPr>
          <p:cNvSpPr txBox="1"/>
          <p:nvPr/>
        </p:nvSpPr>
        <p:spPr>
          <a:xfrm>
            <a:off x="3092674" y="3199338"/>
            <a:ext cx="986590" cy="461665"/>
          </a:xfrm>
          <a:prstGeom prst="rect">
            <a:avLst/>
          </a:prstGeom>
          <a:noFill/>
        </p:spPr>
        <p:txBody>
          <a:bodyPr wrap="square" rtlCol="0">
            <a:spAutoFit/>
          </a:bodyPr>
          <a:lstStyle/>
          <a:p>
            <a:r>
              <a:rPr lang="vi-VN" sz="2400" b="1" dirty="0">
                <a:solidFill>
                  <a:srgbClr val="FF0000"/>
                </a:solidFill>
                <a:highlight>
                  <a:srgbClr val="FFFF00"/>
                </a:highlight>
              </a:rPr>
              <a:t>c</a:t>
            </a:r>
            <a:endParaRPr lang="en-US" sz="2400" b="1" dirty="0">
              <a:solidFill>
                <a:srgbClr val="FF0000"/>
              </a:solidFill>
              <a:highlight>
                <a:srgbClr val="FFFF00"/>
              </a:highlight>
            </a:endParaRPr>
          </a:p>
        </p:txBody>
      </p:sp>
      <p:sp>
        <p:nvSpPr>
          <p:cNvPr id="14" name="TextBox 13">
            <a:extLst>
              <a:ext uri="{FF2B5EF4-FFF2-40B4-BE49-F238E27FC236}">
                <a16:creationId xmlns:a16="http://schemas.microsoft.com/office/drawing/2014/main" id="{230342CF-82C1-454F-8E36-2794D19500AE}"/>
              </a:ext>
            </a:extLst>
          </p:cNvPr>
          <p:cNvSpPr txBox="1"/>
          <p:nvPr/>
        </p:nvSpPr>
        <p:spPr>
          <a:xfrm>
            <a:off x="5735612" y="4439561"/>
            <a:ext cx="986590" cy="461665"/>
          </a:xfrm>
          <a:prstGeom prst="rect">
            <a:avLst/>
          </a:prstGeom>
          <a:noFill/>
        </p:spPr>
        <p:txBody>
          <a:bodyPr wrap="square" rtlCol="0">
            <a:spAutoFit/>
          </a:bodyPr>
          <a:lstStyle/>
          <a:p>
            <a:r>
              <a:rPr lang="vi-VN" sz="2400" b="1" dirty="0">
                <a:solidFill>
                  <a:srgbClr val="FF0000"/>
                </a:solidFill>
                <a:highlight>
                  <a:srgbClr val="FFFF00"/>
                </a:highlight>
              </a:rPr>
              <a:t>e</a:t>
            </a:r>
            <a:endParaRPr lang="en-US" sz="2400" b="1" dirty="0">
              <a:solidFill>
                <a:srgbClr val="FF0000"/>
              </a:solidFill>
              <a:highlight>
                <a:srgbClr val="FFFF00"/>
              </a:highlight>
            </a:endParaRPr>
          </a:p>
        </p:txBody>
      </p:sp>
      <p:sp>
        <p:nvSpPr>
          <p:cNvPr id="15" name="TextBox 14">
            <a:extLst>
              <a:ext uri="{FF2B5EF4-FFF2-40B4-BE49-F238E27FC236}">
                <a16:creationId xmlns:a16="http://schemas.microsoft.com/office/drawing/2014/main" id="{2E3DBADC-3B3D-4531-806C-E63517CBF4E7}"/>
              </a:ext>
            </a:extLst>
          </p:cNvPr>
          <p:cNvSpPr txBox="1"/>
          <p:nvPr/>
        </p:nvSpPr>
        <p:spPr>
          <a:xfrm>
            <a:off x="2373508" y="1554141"/>
            <a:ext cx="986590" cy="461665"/>
          </a:xfrm>
          <a:prstGeom prst="rect">
            <a:avLst/>
          </a:prstGeom>
          <a:noFill/>
        </p:spPr>
        <p:txBody>
          <a:bodyPr wrap="square" rtlCol="0">
            <a:spAutoFit/>
          </a:bodyPr>
          <a:lstStyle/>
          <a:p>
            <a:r>
              <a:rPr lang="vi-VN" sz="2400" b="1" dirty="0">
                <a:solidFill>
                  <a:srgbClr val="FF0000"/>
                </a:solidFill>
                <a:highlight>
                  <a:srgbClr val="FFFF00"/>
                </a:highlight>
              </a:rPr>
              <a:t>b</a:t>
            </a:r>
            <a:endParaRPr lang="en-US" sz="2400" b="1" dirty="0">
              <a:solidFill>
                <a:srgbClr val="FF0000"/>
              </a:solidFill>
              <a:highlight>
                <a:srgbClr val="FFFF00"/>
              </a:highlight>
            </a:endParaRPr>
          </a:p>
        </p:txBody>
      </p:sp>
      <p:sp>
        <p:nvSpPr>
          <p:cNvPr id="13" name="TextBox 12">
            <a:extLst>
              <a:ext uri="{FF2B5EF4-FFF2-40B4-BE49-F238E27FC236}">
                <a16:creationId xmlns:a16="http://schemas.microsoft.com/office/drawing/2014/main" id="{0C2D9F10-7481-4CE8-84E2-6C5CCF8D3CB4}"/>
              </a:ext>
            </a:extLst>
          </p:cNvPr>
          <p:cNvSpPr txBox="1"/>
          <p:nvPr/>
        </p:nvSpPr>
        <p:spPr>
          <a:xfrm>
            <a:off x="3963682" y="1554141"/>
            <a:ext cx="986590" cy="461665"/>
          </a:xfrm>
          <a:prstGeom prst="rect">
            <a:avLst/>
          </a:prstGeom>
          <a:noFill/>
        </p:spPr>
        <p:txBody>
          <a:bodyPr wrap="square" rtlCol="0">
            <a:spAutoFit/>
          </a:bodyPr>
          <a:lstStyle/>
          <a:p>
            <a:r>
              <a:rPr lang="vi-VN" sz="2400" b="1" dirty="0">
                <a:solidFill>
                  <a:srgbClr val="FF0000"/>
                </a:solidFill>
                <a:highlight>
                  <a:srgbClr val="FFFF00"/>
                </a:highlight>
              </a:rPr>
              <a:t>a</a:t>
            </a:r>
            <a:endParaRPr lang="en-US" sz="2400" b="1" dirty="0">
              <a:solidFill>
                <a:srgbClr val="FF0000"/>
              </a:solidFill>
              <a:highlight>
                <a:srgbClr val="FFFF00"/>
              </a:highlight>
            </a:endParaRPr>
          </a:p>
        </p:txBody>
      </p:sp>
      <p:sp>
        <p:nvSpPr>
          <p:cNvPr id="16" name="TextBox 15">
            <a:extLst>
              <a:ext uri="{FF2B5EF4-FFF2-40B4-BE49-F238E27FC236}">
                <a16:creationId xmlns:a16="http://schemas.microsoft.com/office/drawing/2014/main" id="{DA7919D2-82FE-47FD-8A42-E5EF47633C92}"/>
              </a:ext>
            </a:extLst>
          </p:cNvPr>
          <p:cNvSpPr txBox="1"/>
          <p:nvPr/>
        </p:nvSpPr>
        <p:spPr>
          <a:xfrm>
            <a:off x="5311942" y="2345913"/>
            <a:ext cx="986590" cy="461665"/>
          </a:xfrm>
          <a:prstGeom prst="rect">
            <a:avLst/>
          </a:prstGeom>
          <a:noFill/>
        </p:spPr>
        <p:txBody>
          <a:bodyPr wrap="square" rtlCol="0">
            <a:spAutoFit/>
          </a:bodyPr>
          <a:lstStyle/>
          <a:p>
            <a:r>
              <a:rPr lang="vi-VN" sz="2400" b="1" dirty="0">
                <a:solidFill>
                  <a:srgbClr val="FF0000"/>
                </a:solidFill>
                <a:highlight>
                  <a:srgbClr val="FFFF00"/>
                </a:highlight>
              </a:rPr>
              <a:t>f</a:t>
            </a:r>
            <a:endParaRPr lang="en-US" sz="2400" b="1" dirty="0">
              <a:solidFill>
                <a:srgbClr val="FF0000"/>
              </a:solidFill>
              <a:highlight>
                <a:srgbClr val="FFFF00"/>
              </a:highlight>
            </a:endParaRPr>
          </a:p>
        </p:txBody>
      </p:sp>
    </p:spTree>
    <p:extLst>
      <p:ext uri="{BB962C8B-B14F-4D97-AF65-F5344CB8AC3E}">
        <p14:creationId xmlns:p14="http://schemas.microsoft.com/office/powerpoint/2010/main" val="29209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animEffect transition="in" filter="barn(inVertical)">
                                      <p:cBhvr>
                                        <p:cTn id="29" dur="500"/>
                                        <p:tgtEl>
                                          <p:spTgt spid="16">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inVertical)">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inVertical)">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arn(inVertical)">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12" grpId="0"/>
      <p:bldP spid="14" grpId="0"/>
      <p:bldP spid="15"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400" b="1" dirty="0">
                <a:solidFill>
                  <a:srgbClr val="A11D2B"/>
                </a:solidFill>
              </a:rPr>
              <a:t>使ってみよう</a:t>
            </a:r>
            <a:r>
              <a:rPr lang="en-US" altLang="ja-JP" sz="4400" b="1" dirty="0">
                <a:solidFill>
                  <a:srgbClr val="A11D2B"/>
                </a:solidFill>
              </a:rPr>
              <a:t>1</a:t>
            </a:r>
            <a:r>
              <a:rPr lang="ja-JP" altLang="en-US" sz="4400" b="1" dirty="0">
                <a:solidFill>
                  <a:srgbClr val="A11D2B"/>
                </a:solidFill>
              </a:rPr>
              <a:t>（</a:t>
            </a:r>
            <a:r>
              <a:rPr lang="en-US" altLang="ja-JP" sz="4400" b="1" dirty="0">
                <a:solidFill>
                  <a:srgbClr val="A11D2B"/>
                </a:solidFill>
              </a:rPr>
              <a:t>54</a:t>
            </a:r>
            <a:r>
              <a:rPr lang="ja-JP" altLang="en-US" sz="4400" b="1" dirty="0">
                <a:solidFill>
                  <a:srgbClr val="A11D2B"/>
                </a:solidFill>
              </a:rPr>
              <a:t>ページ）</a:t>
            </a:r>
            <a:endParaRPr lang="en-US" sz="4400" b="1" dirty="0">
              <a:solidFill>
                <a:srgbClr val="A11D2B"/>
              </a:solidFill>
            </a:endParaRPr>
          </a:p>
        </p:txBody>
      </p:sp>
    </p:spTree>
    <p:extLst>
      <p:ext uri="{BB962C8B-B14F-4D97-AF65-F5344CB8AC3E}">
        <p14:creationId xmlns:p14="http://schemas.microsoft.com/office/powerpoint/2010/main" val="2396949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216568"/>
            <a:ext cx="10943610" cy="963303"/>
          </a:xfrm>
          <a:solidFill>
            <a:srgbClr val="D9910B"/>
          </a:solidFill>
        </p:spPr>
        <p:txBody>
          <a:bodyPr>
            <a:normAutofit/>
          </a:bodyPr>
          <a:lstStyle/>
          <a:p>
            <a:pPr algn="ctr"/>
            <a:r>
              <a:rPr lang="ja-JP" altLang="en-US" sz="4000" b="1" dirty="0">
                <a:solidFill>
                  <a:srgbClr val="C00000"/>
                </a:solidFill>
              </a:rPr>
              <a:t>～によって</a:t>
            </a:r>
            <a:r>
              <a:rPr lang="en-US" altLang="ja-JP" sz="4000" b="1" dirty="0">
                <a:solidFill>
                  <a:srgbClr val="C00000"/>
                </a:solidFill>
              </a:rPr>
              <a:t>/</a:t>
            </a:r>
            <a:r>
              <a:rPr lang="ja-JP" altLang="en-US" sz="4000" b="1" dirty="0">
                <a:solidFill>
                  <a:srgbClr val="C00000"/>
                </a:solidFill>
              </a:rPr>
              <a:t>～により、</a:t>
            </a:r>
            <a:r>
              <a:rPr lang="en-US" altLang="ja-JP" sz="4000" b="1" dirty="0">
                <a:solidFill>
                  <a:srgbClr val="C00000"/>
                </a:solidFill>
              </a:rPr>
              <a:t>…… </a:t>
            </a:r>
            <a:r>
              <a:rPr lang="ja-JP" altLang="en-US" sz="4000" b="1" dirty="0">
                <a:solidFill>
                  <a:srgbClr val="C00000"/>
                </a:solidFill>
              </a:rPr>
              <a:t>～による＋Ｎ</a:t>
            </a:r>
            <a:endParaRPr lang="en-US" sz="6600" b="1" dirty="0">
              <a:solidFill>
                <a:srgbClr val="C0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366421"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lgn="l">
              <a:buNone/>
            </a:pPr>
            <a:r>
              <a:rPr lang="ja-JP" altLang="en-US" sz="2800" dirty="0"/>
              <a:t>～が原 </a:t>
            </a:r>
            <a:r>
              <a:rPr lang="ja-JP" altLang="en-US" sz="2800"/>
              <a:t>因 ・</a:t>
            </a:r>
            <a:r>
              <a:rPr lang="ja-JP" altLang="en-US" sz="2800" dirty="0"/>
              <a:t>理 由  で</a:t>
            </a:r>
            <a:endParaRPr lang="en-US" altLang="ja-JP" sz="2800" dirty="0"/>
          </a:p>
          <a:p>
            <a:pPr marL="0" indent="0" algn="l">
              <a:buNone/>
            </a:pPr>
            <a:r>
              <a:rPr lang="ja-JP" altLang="en-US" sz="3200" dirty="0"/>
              <a:t>＊少し硬 い 表現</a:t>
            </a:r>
            <a:endParaRPr lang="en-US" altLang="ja-JP" sz="3200" dirty="0"/>
          </a:p>
          <a:p>
            <a:pPr marL="0" indent="0" algn="l">
              <a:buNone/>
            </a:pPr>
            <a:r>
              <a:rPr lang="vi-VN" sz="3200" dirty="0"/>
              <a:t>Do, bởi....</a:t>
            </a:r>
            <a:endParaRPr lang="en-US" sz="36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206454" y="1828800"/>
            <a:ext cx="5366421"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3200" b="1" dirty="0">
                <a:solidFill>
                  <a:srgbClr val="A11D2B"/>
                </a:solidFill>
              </a:rPr>
              <a:t>接続</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lgn="ctr">
              <a:buNone/>
            </a:pPr>
            <a:r>
              <a:rPr lang="ja-JP" altLang="en-US" sz="2800" dirty="0"/>
              <a:t>Ｎ＋によって</a:t>
            </a:r>
            <a:endParaRPr lang="en-US" altLang="ja-JP" sz="3200" b="1" dirty="0">
              <a:solidFill>
                <a:srgbClr val="A11D2B"/>
              </a:solidFill>
            </a:endParaRPr>
          </a:p>
          <a:p>
            <a:pPr marL="0" indent="0">
              <a:buNone/>
            </a:pPr>
            <a:endParaRPr lang="en-US" altLang="ja-JP" sz="2800" dirty="0"/>
          </a:p>
        </p:txBody>
      </p:sp>
    </p:spTree>
    <p:extLst>
      <p:ext uri="{BB962C8B-B14F-4D97-AF65-F5344CB8AC3E}">
        <p14:creationId xmlns:p14="http://schemas.microsoft.com/office/powerpoint/2010/main" val="237345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P66</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28CE58F1-7599-41FF-B832-340704DA201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29266" y="2040141"/>
            <a:ext cx="11362438" cy="2936807"/>
          </a:xfrm>
        </p:spPr>
      </p:pic>
    </p:spTree>
    <p:extLst>
      <p:ext uri="{BB962C8B-B14F-4D97-AF65-F5344CB8AC3E}">
        <p14:creationId xmlns:p14="http://schemas.microsoft.com/office/powerpoint/2010/main" val="3766553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a:solidFill>
                  <a:srgbClr val="C00000"/>
                </a:solidFill>
              </a:rPr>
              <a:t>によって</a:t>
            </a:r>
            <a:r>
              <a:rPr lang="en-US" altLang="ja-JP" sz="4400" b="1">
                <a:solidFill>
                  <a:srgbClr val="C00000"/>
                </a:solidFill>
              </a:rPr>
              <a:t>/</a:t>
            </a:r>
            <a:r>
              <a:rPr lang="ja-JP" altLang="en-US" sz="4400" b="1">
                <a:solidFill>
                  <a:srgbClr val="C00000"/>
                </a:solidFill>
              </a:rPr>
              <a:t>～により</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988734" y="1299411"/>
            <a:ext cx="5833170" cy="4860757"/>
          </a:xfrm>
          <a:solidFill>
            <a:schemeClr val="accent1">
              <a:lumMod val="40000"/>
              <a:lumOff val="60000"/>
            </a:schemeClr>
          </a:solidFill>
        </p:spPr>
        <p:txBody>
          <a:bodyPr>
            <a:normAutofit/>
          </a:bodyPr>
          <a:lstStyle/>
          <a:p>
            <a:pPr marL="0" indent="0">
              <a:buNone/>
            </a:pPr>
            <a:endParaRPr lang="en-US" altLang="ja-JP" sz="2800" b="1" dirty="0">
              <a:solidFill>
                <a:srgbClr val="7030A0"/>
              </a:solidFill>
            </a:endParaRPr>
          </a:p>
          <a:p>
            <a:pPr marL="0" indent="0">
              <a:buNone/>
            </a:pPr>
            <a:endParaRPr lang="en-US" altLang="ja-JP" sz="2800" b="1" dirty="0">
              <a:solidFill>
                <a:srgbClr val="7030A0"/>
              </a:solidFill>
            </a:endParaRPr>
          </a:p>
          <a:p>
            <a:pPr marL="0" indent="0">
              <a:buNone/>
            </a:pPr>
            <a:r>
              <a:rPr lang="ja-JP" altLang="en-US" sz="2800" b="1" dirty="0">
                <a:solidFill>
                  <a:srgbClr val="7030A0"/>
                </a:solidFill>
              </a:rPr>
              <a:t>①＿＿＿＿＿＿ の影 響 によって、電車が遅れています。 </a:t>
            </a:r>
            <a:endParaRPr lang="en-US" altLang="ja-JP" sz="2800" b="1" dirty="0">
              <a:solidFill>
                <a:srgbClr val="7030A0"/>
              </a:solidFill>
            </a:endParaRPr>
          </a:p>
          <a:p>
            <a:pPr marL="0" indent="0">
              <a:buNone/>
            </a:pPr>
            <a:endParaRPr lang="en-US" altLang="ja-JP" sz="2800" b="1" dirty="0">
              <a:solidFill>
                <a:srgbClr val="7030A0"/>
              </a:solidFill>
            </a:endParaRPr>
          </a:p>
          <a:p>
            <a:pPr marL="0" indent="0">
              <a:buNone/>
            </a:pPr>
            <a:endParaRPr lang="en-US" altLang="ja-JP" sz="2800" b="1" dirty="0">
              <a:solidFill>
                <a:srgbClr val="7030A0"/>
              </a:solidFill>
            </a:endParaRPr>
          </a:p>
          <a:p>
            <a:pPr marL="0" indent="0">
              <a:buNone/>
            </a:pPr>
            <a:r>
              <a:rPr lang="ja-JP" altLang="en-US" sz="2800" b="1" dirty="0">
                <a:solidFill>
                  <a:srgbClr val="7030A0"/>
                </a:solidFill>
              </a:rPr>
              <a:t>② 全 国の小中学校で、＿＿＿＿＿ 休校が増 えている。</a:t>
            </a:r>
            <a:endParaRPr lang="en-US" altLang="ja-JP" sz="3200" b="1" dirty="0">
              <a:solidFill>
                <a:srgbClr val="7030A0"/>
              </a:solidFill>
            </a:endParaRPr>
          </a:p>
        </p:txBody>
      </p:sp>
      <p:pic>
        <p:nvPicPr>
          <p:cNvPr id="3074" name="Picture 2" descr="雨が降る草原のイラスト（背景素材）">
            <a:extLst>
              <a:ext uri="{FF2B5EF4-FFF2-40B4-BE49-F238E27FC236}">
                <a16:creationId xmlns:a16="http://schemas.microsoft.com/office/drawing/2014/main" id="{909F4CAC-8E86-4339-B195-18C26DCDF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5188" y="1179095"/>
            <a:ext cx="2888078" cy="22628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南国の台風のイラスト">
            <a:extLst>
              <a:ext uri="{FF2B5EF4-FFF2-40B4-BE49-F238E27FC236}">
                <a16:creationId xmlns:a16="http://schemas.microsoft.com/office/drawing/2014/main" id="{1C0CCFE2-285A-4688-9187-DE1AB2EEE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5187" y="3584909"/>
            <a:ext cx="2888079" cy="288807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64400E5-9808-4487-86F5-BF9153064E56}"/>
              </a:ext>
            </a:extLst>
          </p:cNvPr>
          <p:cNvSpPr txBox="1"/>
          <p:nvPr/>
        </p:nvSpPr>
        <p:spPr>
          <a:xfrm>
            <a:off x="1812758" y="2254556"/>
            <a:ext cx="914400" cy="461665"/>
          </a:xfrm>
          <a:prstGeom prst="rect">
            <a:avLst/>
          </a:prstGeom>
          <a:noFill/>
        </p:spPr>
        <p:txBody>
          <a:bodyPr wrap="square" rtlCol="0">
            <a:spAutoFit/>
          </a:bodyPr>
          <a:lstStyle/>
          <a:p>
            <a:r>
              <a:rPr lang="ja-JP" altLang="en-US" sz="2400" dirty="0">
                <a:highlight>
                  <a:srgbClr val="FFFF00"/>
                </a:highlight>
              </a:rPr>
              <a:t>大雨</a:t>
            </a:r>
            <a:endParaRPr lang="en-US" sz="2400" dirty="0">
              <a:highlight>
                <a:srgbClr val="FFFF00"/>
              </a:highlight>
            </a:endParaRPr>
          </a:p>
        </p:txBody>
      </p:sp>
      <p:sp>
        <p:nvSpPr>
          <p:cNvPr id="10" name="TextBox 9">
            <a:extLst>
              <a:ext uri="{FF2B5EF4-FFF2-40B4-BE49-F238E27FC236}">
                <a16:creationId xmlns:a16="http://schemas.microsoft.com/office/drawing/2014/main" id="{F69AA11F-FEDB-40DA-A335-CAF520FB7C5B}"/>
              </a:ext>
            </a:extLst>
          </p:cNvPr>
          <p:cNvSpPr txBox="1"/>
          <p:nvPr/>
        </p:nvSpPr>
        <p:spPr>
          <a:xfrm>
            <a:off x="4692317" y="4102769"/>
            <a:ext cx="1973178" cy="478348"/>
          </a:xfrm>
          <a:prstGeom prst="rect">
            <a:avLst/>
          </a:prstGeom>
          <a:noFill/>
        </p:spPr>
        <p:txBody>
          <a:bodyPr wrap="square" rtlCol="0">
            <a:spAutoFit/>
          </a:bodyPr>
          <a:lstStyle/>
          <a:p>
            <a:r>
              <a:rPr lang="ja-JP" altLang="en-US" sz="2400" dirty="0">
                <a:highlight>
                  <a:srgbClr val="FFFF00"/>
                </a:highlight>
              </a:rPr>
              <a:t>台風による</a:t>
            </a:r>
            <a:endParaRPr lang="en-US" sz="2400" dirty="0">
              <a:highlight>
                <a:srgbClr val="FFFF00"/>
              </a:highlight>
            </a:endParaRPr>
          </a:p>
        </p:txBody>
      </p:sp>
    </p:spTree>
    <p:extLst>
      <p:ext uri="{BB962C8B-B14F-4D97-AF65-F5344CB8AC3E}">
        <p14:creationId xmlns:p14="http://schemas.microsoft.com/office/powerpoint/2010/main" val="47902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wipe(down)">
                                      <p:cBhvr>
                                        <p:cTn id="24"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a:solidFill>
                  <a:srgbClr val="C00000"/>
                </a:solidFill>
              </a:rPr>
              <a:t>によって</a:t>
            </a:r>
            <a:r>
              <a:rPr lang="en-US" altLang="ja-JP" sz="4400" b="1">
                <a:solidFill>
                  <a:srgbClr val="C00000"/>
                </a:solidFill>
              </a:rPr>
              <a:t>/</a:t>
            </a:r>
            <a:r>
              <a:rPr lang="ja-JP" altLang="en-US" sz="4400" b="1">
                <a:solidFill>
                  <a:srgbClr val="C00000"/>
                </a:solidFill>
              </a:rPr>
              <a:t>～により</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988734" y="1299411"/>
            <a:ext cx="5833170" cy="4860757"/>
          </a:xfrm>
          <a:solidFill>
            <a:schemeClr val="accent1">
              <a:lumMod val="40000"/>
              <a:lumOff val="60000"/>
            </a:schemeClr>
          </a:solidFill>
        </p:spPr>
        <p:txBody>
          <a:bodyPr>
            <a:normAutofit/>
          </a:bodyPr>
          <a:lstStyle/>
          <a:p>
            <a:pPr marL="0" indent="0">
              <a:buNone/>
            </a:pPr>
            <a:endParaRPr lang="en-US" altLang="ja-JP" sz="2800" b="1" dirty="0">
              <a:solidFill>
                <a:srgbClr val="7030A0"/>
              </a:solidFill>
            </a:endParaRPr>
          </a:p>
          <a:p>
            <a:pPr marL="0" indent="0" algn="ctr">
              <a:buNone/>
            </a:pPr>
            <a:r>
              <a:rPr lang="en-US" altLang="ja-JP" sz="2800" b="1" dirty="0">
                <a:solidFill>
                  <a:srgbClr val="FF0000"/>
                </a:solidFill>
              </a:rPr>
              <a:t>[</a:t>
            </a:r>
            <a:r>
              <a:rPr lang="ja-JP" altLang="en-US" sz="2800" b="1" dirty="0">
                <a:solidFill>
                  <a:srgbClr val="FF0000"/>
                </a:solidFill>
              </a:rPr>
              <a:t>駅員</a:t>
            </a:r>
            <a:r>
              <a:rPr lang="en-US" altLang="ja-JP" sz="2800" b="1" dirty="0">
                <a:solidFill>
                  <a:srgbClr val="FF0000"/>
                </a:solidFill>
              </a:rPr>
              <a:t>]</a:t>
            </a:r>
          </a:p>
          <a:p>
            <a:pPr marL="0" indent="0">
              <a:buNone/>
            </a:pPr>
            <a:endParaRPr lang="en-US" altLang="ja-JP" sz="2800" dirty="0"/>
          </a:p>
          <a:p>
            <a:pPr marL="0" indent="0">
              <a:buNone/>
            </a:pPr>
            <a:endParaRPr lang="en-US" altLang="ja-JP" sz="2800" dirty="0"/>
          </a:p>
          <a:p>
            <a:pPr marL="0" indent="0">
              <a:buNone/>
            </a:pPr>
            <a:endParaRPr lang="en-US" altLang="ja-JP" sz="2800" dirty="0"/>
          </a:p>
          <a:p>
            <a:pPr marL="0" indent="0">
              <a:buNone/>
            </a:pPr>
            <a:r>
              <a:rPr lang="en-US" altLang="ja-JP" sz="2800" dirty="0"/>
              <a:t>_______</a:t>
            </a:r>
            <a:r>
              <a:rPr lang="ja-JP" altLang="en-US" sz="2800" dirty="0"/>
              <a:t>により、＿＿＿＿＿＿＿＿</a:t>
            </a:r>
            <a:endParaRPr lang="en-US" altLang="ja-JP" sz="2800" dirty="0"/>
          </a:p>
          <a:p>
            <a:pPr marL="0" indent="0">
              <a:buNone/>
            </a:pPr>
            <a:r>
              <a:rPr lang="ja-JP" altLang="en-US" sz="2800" dirty="0"/>
              <a:t>をおわびいたします。</a:t>
            </a:r>
            <a:endParaRPr lang="en-US" altLang="ja-JP" sz="2800" b="1" dirty="0">
              <a:solidFill>
                <a:srgbClr val="7030A0"/>
              </a:solidFill>
            </a:endParaRPr>
          </a:p>
        </p:txBody>
      </p:sp>
      <p:sp>
        <p:nvSpPr>
          <p:cNvPr id="2" name="TextBox 1">
            <a:extLst>
              <a:ext uri="{FF2B5EF4-FFF2-40B4-BE49-F238E27FC236}">
                <a16:creationId xmlns:a16="http://schemas.microsoft.com/office/drawing/2014/main" id="{764400E5-9808-4487-86F5-BF9153064E56}"/>
              </a:ext>
            </a:extLst>
          </p:cNvPr>
          <p:cNvSpPr txBox="1"/>
          <p:nvPr/>
        </p:nvSpPr>
        <p:spPr>
          <a:xfrm>
            <a:off x="1379621" y="3729789"/>
            <a:ext cx="914400" cy="461665"/>
          </a:xfrm>
          <a:prstGeom prst="rect">
            <a:avLst/>
          </a:prstGeom>
          <a:noFill/>
        </p:spPr>
        <p:txBody>
          <a:bodyPr wrap="square" rtlCol="0">
            <a:spAutoFit/>
          </a:bodyPr>
          <a:lstStyle/>
          <a:p>
            <a:r>
              <a:rPr lang="ja-JP" altLang="en-US" sz="2400" dirty="0">
                <a:highlight>
                  <a:srgbClr val="FFFF00"/>
                </a:highlight>
              </a:rPr>
              <a:t>地震</a:t>
            </a:r>
            <a:endParaRPr lang="en-US" sz="2400" dirty="0">
              <a:highlight>
                <a:srgbClr val="FFFF00"/>
              </a:highlight>
            </a:endParaRPr>
          </a:p>
        </p:txBody>
      </p:sp>
      <p:sp>
        <p:nvSpPr>
          <p:cNvPr id="10" name="TextBox 9">
            <a:extLst>
              <a:ext uri="{FF2B5EF4-FFF2-40B4-BE49-F238E27FC236}">
                <a16:creationId xmlns:a16="http://schemas.microsoft.com/office/drawing/2014/main" id="{F69AA11F-FEDB-40DA-A335-CAF520FB7C5B}"/>
              </a:ext>
            </a:extLst>
          </p:cNvPr>
          <p:cNvSpPr txBox="1"/>
          <p:nvPr/>
        </p:nvSpPr>
        <p:spPr>
          <a:xfrm>
            <a:off x="3477126" y="3729789"/>
            <a:ext cx="3344777" cy="461665"/>
          </a:xfrm>
          <a:prstGeom prst="rect">
            <a:avLst/>
          </a:prstGeom>
          <a:noFill/>
        </p:spPr>
        <p:txBody>
          <a:bodyPr wrap="square" rtlCol="0">
            <a:spAutoFit/>
          </a:bodyPr>
          <a:lstStyle/>
          <a:p>
            <a:r>
              <a:rPr lang="ja-JP" altLang="en-US" sz="2400" dirty="0">
                <a:highlight>
                  <a:srgbClr val="FFFF00"/>
                </a:highlight>
              </a:rPr>
              <a:t>電車が遅れましたこと</a:t>
            </a:r>
            <a:endParaRPr lang="en-US" sz="2400" dirty="0">
              <a:highlight>
                <a:srgbClr val="FFFF00"/>
              </a:highlight>
            </a:endParaRPr>
          </a:p>
        </p:txBody>
      </p:sp>
      <p:pic>
        <p:nvPicPr>
          <p:cNvPr id="5122" name="Picture 2" descr="列車に緊急停止指示～鉄道電話は津波で切れたが「あの場所なら大丈夫」～ : 防災情報のページ - 内閣府">
            <a:extLst>
              <a:ext uri="{FF2B5EF4-FFF2-40B4-BE49-F238E27FC236}">
                <a16:creationId xmlns:a16="http://schemas.microsoft.com/office/drawing/2014/main" id="{F488CE25-3CCA-4286-BA81-2468C8D78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8774" y="1629276"/>
            <a:ext cx="4425852" cy="3599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8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Effect transition="in" filter="barn(inVertical)">
                                      <p:cBhvr>
                                        <p:cTn id="29"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400" b="1" dirty="0">
                <a:solidFill>
                  <a:srgbClr val="FF0000"/>
                </a:solidFill>
              </a:rPr>
              <a:t>～おそれがある</a:t>
            </a:r>
            <a:endParaRPr lang="en-US" sz="7200" b="1" dirty="0">
              <a:solidFill>
                <a:srgbClr val="FF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366421"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buNone/>
            </a:pPr>
            <a:r>
              <a:rPr lang="ja-JP" altLang="en-US" sz="2400" dirty="0"/>
              <a:t>～というよくないことがあるかもしれない </a:t>
            </a:r>
            <a:endParaRPr lang="en-US" altLang="ja-JP" sz="2400" dirty="0"/>
          </a:p>
          <a:p>
            <a:pPr marL="0" indent="0">
              <a:buNone/>
            </a:pPr>
            <a:r>
              <a:rPr lang="ja-JP" altLang="en-US" sz="2400" dirty="0"/>
              <a:t>＊硬 い 表 現 </a:t>
            </a:r>
            <a:endParaRPr lang="en-US" altLang="ja-JP" sz="2400" dirty="0"/>
          </a:p>
          <a:p>
            <a:pPr marL="0" indent="0">
              <a:buNone/>
            </a:pPr>
            <a:endParaRPr lang="en-US" dirty="0"/>
          </a:p>
          <a:p>
            <a:pPr marL="0" indent="0">
              <a:buNone/>
            </a:pPr>
            <a:r>
              <a:rPr lang="vi-VN" sz="2400" dirty="0"/>
              <a:t> </a:t>
            </a:r>
            <a:r>
              <a:rPr lang="en-US" sz="2400" dirty="0"/>
              <a:t>E </a:t>
            </a:r>
            <a:r>
              <a:rPr lang="vi-VN" sz="2400" dirty="0"/>
              <a:t>là~ ( thường dùng cho tình huống không tốt)</a:t>
            </a:r>
            <a:endParaRPr lang="en-US" sz="28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416608" y="1828800"/>
            <a:ext cx="5366421"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vi-VN" altLang="ja-JP" sz="2800" b="1" dirty="0">
              <a:solidFill>
                <a:srgbClr val="A11D2B"/>
              </a:solidFill>
            </a:endParaRPr>
          </a:p>
          <a:p>
            <a:pPr marL="0" indent="0" algn="ctr">
              <a:buNone/>
            </a:pPr>
            <a:endParaRPr lang="vi-VN" altLang="ja-JP" sz="2800" b="1" dirty="0">
              <a:solidFill>
                <a:srgbClr val="A11D2B"/>
              </a:solidFill>
            </a:endParaRPr>
          </a:p>
          <a:p>
            <a:pPr marL="0" indent="0" algn="ctr">
              <a:buNone/>
            </a:pPr>
            <a:r>
              <a:rPr lang="ja-JP" altLang="en-US" sz="2400" dirty="0"/>
              <a:t>Ｖ</a:t>
            </a:r>
            <a:r>
              <a:rPr lang="en-US" altLang="ja-JP" sz="2400" dirty="0"/>
              <a:t>‐ </a:t>
            </a:r>
            <a:r>
              <a:rPr lang="ja-JP" altLang="en-US" sz="2400" dirty="0"/>
              <a:t>普通形  ／Ｎの＋おそれがある</a:t>
            </a:r>
            <a:endParaRPr lang="en-US" altLang="ja-JP" sz="2800" b="1" dirty="0">
              <a:solidFill>
                <a:srgbClr val="A11D2B"/>
              </a:solidFill>
            </a:endParaRPr>
          </a:p>
        </p:txBody>
      </p:sp>
    </p:spTree>
    <p:extLst>
      <p:ext uri="{BB962C8B-B14F-4D97-AF65-F5344CB8AC3E}">
        <p14:creationId xmlns:p14="http://schemas.microsoft.com/office/powerpoint/2010/main" val="2507326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P66</a:t>
            </a:r>
            <a:r>
              <a:rPr lang="ja-JP" altLang="en-US" dirty="0">
                <a:highlight>
                  <a:srgbClr val="FFFF00"/>
                </a:highlight>
              </a:rPr>
              <a:t>）</a:t>
            </a:r>
            <a:endParaRPr lang="en-US" dirty="0">
              <a:highlight>
                <a:srgbClr val="FFFF00"/>
              </a:highlight>
            </a:endParaRPr>
          </a:p>
        </p:txBody>
      </p:sp>
      <p:pic>
        <p:nvPicPr>
          <p:cNvPr id="6" name="Content Placeholder 5" descr="A picture containing letter&#10;&#10;Description automatically generated">
            <a:extLst>
              <a:ext uri="{FF2B5EF4-FFF2-40B4-BE49-F238E27FC236}">
                <a16:creationId xmlns:a16="http://schemas.microsoft.com/office/drawing/2014/main" id="{7AB917E4-A1D8-4412-8C30-8D861371F66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55385" y="2004036"/>
            <a:ext cx="11351766" cy="2372021"/>
          </a:xfrm>
        </p:spPr>
      </p:pic>
    </p:spTree>
    <p:extLst>
      <p:ext uri="{BB962C8B-B14F-4D97-AF65-F5344CB8AC3E}">
        <p14:creationId xmlns:p14="http://schemas.microsoft.com/office/powerpoint/2010/main" val="2292419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FF0000"/>
                </a:solidFill>
              </a:rPr>
              <a:t>～おそれがある</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179095"/>
            <a:ext cx="10943610" cy="5378115"/>
          </a:xfrm>
          <a:solidFill>
            <a:schemeClr val="bg2">
              <a:lumMod val="75000"/>
            </a:schemeClr>
          </a:solidFill>
        </p:spPr>
        <p:txBody>
          <a:bodyPr>
            <a:normAutofit/>
          </a:bodyPr>
          <a:lstStyle/>
          <a:p>
            <a:pPr marL="0" indent="0">
              <a:buNone/>
            </a:pPr>
            <a:endParaRPr lang="en-US" altLang="ja-JP" sz="2800" dirty="0"/>
          </a:p>
          <a:p>
            <a:pPr marL="0" indent="0">
              <a:buNone/>
            </a:pPr>
            <a:r>
              <a:rPr lang="ja-JP" altLang="en-US" sz="2800" dirty="0"/>
              <a:t>① 今夜から明日にかけて東日本で（大雪です→＿＿＿＿＿＿＿＿）おそれがあります。 </a:t>
            </a:r>
            <a:endParaRPr lang="en-US" altLang="ja-JP" sz="2800" dirty="0"/>
          </a:p>
          <a:p>
            <a:pPr marL="0" indent="0">
              <a:buNone/>
            </a:pPr>
            <a:endParaRPr lang="en-US" altLang="ja-JP" sz="2800" dirty="0"/>
          </a:p>
          <a:p>
            <a:pPr marL="0" indent="0">
              <a:buNone/>
            </a:pPr>
            <a:r>
              <a:rPr lang="ja-JP" altLang="en-US" sz="2800" dirty="0"/>
              <a:t>② 週末、関 東 地 方 で激 しい雨が（降 ります→＿＿＿＿＿＿＿）おそれがあります。ご注意ください。</a:t>
            </a:r>
            <a:endParaRPr lang="en-US" altLang="ja-JP" sz="2800" dirty="0"/>
          </a:p>
          <a:p>
            <a:pPr marL="0" indent="0">
              <a:buNone/>
            </a:pPr>
            <a:endParaRPr lang="en-US" altLang="ja-JP" sz="2800" dirty="0"/>
          </a:p>
          <a:p>
            <a:pPr marL="0" indent="0">
              <a:buNone/>
            </a:pPr>
            <a:r>
              <a:rPr lang="ja-JP" altLang="en-US" sz="2800" dirty="0"/>
              <a:t> ③ 今回の台風は動きが遅いために、長い時間、雨が（続きます→＿＿＿＿＿＿＿＿ ）おそれがありま す。</a:t>
            </a:r>
            <a:endParaRPr lang="en-US" altLang="ja-JP" sz="3200" dirty="0"/>
          </a:p>
        </p:txBody>
      </p:sp>
    </p:spTree>
    <p:extLst>
      <p:ext uri="{BB962C8B-B14F-4D97-AF65-F5344CB8AC3E}">
        <p14:creationId xmlns:p14="http://schemas.microsoft.com/office/powerpoint/2010/main" val="406647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740627"/>
          </a:xfrm>
          <a:solidFill>
            <a:srgbClr val="D9910B"/>
          </a:solidFill>
        </p:spPr>
        <p:txBody>
          <a:bodyPr>
            <a:normAutofit/>
          </a:bodyPr>
          <a:lstStyle/>
          <a:p>
            <a:pPr algn="ctr"/>
            <a:r>
              <a:rPr lang="ja-JP" altLang="en-US" sz="4400" b="1" dirty="0">
                <a:solidFill>
                  <a:srgbClr val="C00000"/>
                </a:solidFill>
              </a:rPr>
              <a:t>～おそれがある</a:t>
            </a:r>
            <a:endParaRPr lang="en-US" sz="4400" b="1" dirty="0">
              <a:solidFill>
                <a:srgbClr val="C0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022685"/>
            <a:ext cx="5969110" cy="5534526"/>
          </a:xfrm>
          <a:solidFill>
            <a:schemeClr val="bg2">
              <a:lumMod val="75000"/>
            </a:schemeClr>
          </a:solidFill>
        </p:spPr>
        <p:txBody>
          <a:bodyPr>
            <a:normAutofit/>
          </a:bodyPr>
          <a:lstStyle/>
          <a:p>
            <a:pPr marL="0" indent="0">
              <a:buNone/>
            </a:pPr>
            <a:endParaRPr lang="en-US" altLang="ja-JP" sz="2400" dirty="0"/>
          </a:p>
          <a:p>
            <a:pPr marL="0" indent="0">
              <a:buNone/>
            </a:pPr>
            <a:endParaRPr lang="en-US" altLang="ja-JP" sz="2400" dirty="0"/>
          </a:p>
          <a:p>
            <a:pPr marL="0" indent="0">
              <a:buNone/>
            </a:pPr>
            <a:r>
              <a:rPr lang="ja-JP" altLang="en-US" sz="2800" dirty="0"/>
              <a:t>①手 術 をしなければ、＿＿＿＿＿＿＿＿＿＿＿＿＿おそれがあると医者に言われた。</a:t>
            </a:r>
            <a:endParaRPr lang="en-US" altLang="ja-JP" sz="2800" dirty="0"/>
          </a:p>
          <a:p>
            <a:pPr marL="0" indent="0">
              <a:buNone/>
            </a:pPr>
            <a:endParaRPr lang="en-US" altLang="ja-JP" sz="2800" dirty="0"/>
          </a:p>
          <a:p>
            <a:pPr marL="0" indent="0">
              <a:buNone/>
            </a:pPr>
            <a:r>
              <a:rPr lang="ja-JP" altLang="en-US" sz="2800" dirty="0"/>
              <a:t> ② ＿＿＿＿＿＿は絶滅のおそれがある動物です。</a:t>
            </a:r>
            <a:endParaRPr lang="en-US" altLang="ja-JP" sz="3200" dirty="0"/>
          </a:p>
        </p:txBody>
      </p:sp>
      <p:grpSp>
        <p:nvGrpSpPr>
          <p:cNvPr id="3" name="Group 2">
            <a:extLst>
              <a:ext uri="{FF2B5EF4-FFF2-40B4-BE49-F238E27FC236}">
                <a16:creationId xmlns:a16="http://schemas.microsoft.com/office/drawing/2014/main" id="{F9C17D52-9E0B-41BB-BAAA-348EBC9ECDC7}"/>
              </a:ext>
            </a:extLst>
          </p:cNvPr>
          <p:cNvGrpSpPr/>
          <p:nvPr/>
        </p:nvGrpSpPr>
        <p:grpSpPr>
          <a:xfrm>
            <a:off x="6995804" y="1672389"/>
            <a:ext cx="4674269" cy="3513222"/>
            <a:chOff x="6995804" y="1672389"/>
            <a:chExt cx="4674269" cy="3513222"/>
          </a:xfrm>
        </p:grpSpPr>
        <p:pic>
          <p:nvPicPr>
            <p:cNvPr id="6146" name="Picture 2" descr="Organism, Brown, Natural environment, Skin, Vertebrate, Carnivore, Photograph, Terrestrial animal, Facial expression, Iris, ">
              <a:extLst>
                <a:ext uri="{FF2B5EF4-FFF2-40B4-BE49-F238E27FC236}">
                  <a16:creationId xmlns:a16="http://schemas.microsoft.com/office/drawing/2014/main" id="{B47253FB-DDAB-4939-885F-3A458E803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5804" y="1672389"/>
              <a:ext cx="4674269" cy="311617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C53FC8-A2D3-404B-A3BD-2764E6A674C5}"/>
                </a:ext>
              </a:extLst>
            </p:cNvPr>
            <p:cNvSpPr txBox="1"/>
            <p:nvPr/>
          </p:nvSpPr>
          <p:spPr>
            <a:xfrm>
              <a:off x="8506326" y="4816279"/>
              <a:ext cx="2069432" cy="369332"/>
            </a:xfrm>
            <a:prstGeom prst="rect">
              <a:avLst/>
            </a:prstGeom>
            <a:solidFill>
              <a:schemeClr val="accent4">
                <a:lumMod val="75000"/>
              </a:schemeClr>
            </a:solidFill>
          </p:spPr>
          <p:txBody>
            <a:bodyPr wrap="square" rtlCol="0">
              <a:spAutoFit/>
            </a:bodyPr>
            <a:lstStyle/>
            <a:p>
              <a:pPr algn="ctr"/>
              <a:r>
                <a:rPr lang="ja-JP" altLang="en-US" b="1" i="0">
                  <a:solidFill>
                    <a:srgbClr val="000000"/>
                  </a:solidFill>
                  <a:effectLst/>
                  <a:highlight>
                    <a:srgbClr val="FFFF00"/>
                  </a:highlight>
                  <a:latin typeface="Yu Gothic Medium" panose="020B0500000000000000" pitchFamily="34" charset="-128"/>
                  <a:ea typeface="Yu Gothic Medium" panose="020B0500000000000000" pitchFamily="34" charset="-128"/>
                </a:rPr>
                <a:t>クロアシイタチ</a:t>
              </a:r>
              <a:endParaRPr lang="en-US" dirty="0">
                <a:highlight>
                  <a:srgbClr val="FFFF00"/>
                </a:highlight>
              </a:endParaRPr>
            </a:p>
          </p:txBody>
        </p:sp>
      </p:grpSp>
    </p:spTree>
    <p:extLst>
      <p:ext uri="{BB962C8B-B14F-4D97-AF65-F5344CB8AC3E}">
        <p14:creationId xmlns:p14="http://schemas.microsoft.com/office/powerpoint/2010/main" val="146368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4" end="4"/>
                                            </p:txEl>
                                          </p:spTgt>
                                        </p:tgtEl>
                                        <p:attrNameLst>
                                          <p:attrName>style.visibility</p:attrName>
                                        </p:attrNameLst>
                                      </p:cBhvr>
                                      <p:to>
                                        <p:strVal val="visible"/>
                                      </p:to>
                                    </p:set>
                                    <p:animEffect transition="in" filter="fade">
                                      <p:cBhvr>
                                        <p:cTn id="14" dur="1000"/>
                                        <p:tgtEl>
                                          <p:spTgt spid="5">
                                            <p:txEl>
                                              <p:pRg st="4" end="4"/>
                                            </p:txEl>
                                          </p:spTgt>
                                        </p:tgtEl>
                                      </p:cBhvr>
                                    </p:animEffect>
                                    <p:anim calcmode="lin" valueType="num">
                                      <p:cBhvr>
                                        <p:cTn id="1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7230</TotalTime>
  <Words>1548</Words>
  <Application>Microsoft Office PowerPoint</Application>
  <PresentationFormat>Widescreen</PresentationFormat>
  <Paragraphs>165</Paragraphs>
  <Slides>19</Slides>
  <Notes>16</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Yu Gothic Medium</vt:lpstr>
      <vt:lpstr>Arial</vt:lpstr>
      <vt:lpstr>Calibri</vt:lpstr>
      <vt:lpstr>Calibri Light</vt:lpstr>
      <vt:lpstr>Roboto</vt:lpstr>
      <vt:lpstr>Times New Roman</vt:lpstr>
      <vt:lpstr>Office Theme</vt:lpstr>
      <vt:lpstr>第5課</vt:lpstr>
      <vt:lpstr>PowerPoint Presentation</vt:lpstr>
      <vt:lpstr>話してみよう</vt:lpstr>
      <vt:lpstr>緊急事態</vt:lpstr>
      <vt:lpstr>今日のテーマ</vt:lpstr>
      <vt:lpstr> 耳でキャッチ　（P64）</vt:lpstr>
      <vt:lpstr> 地震速報を聞いたことがある？</vt:lpstr>
      <vt:lpstr> 耳でキャッチ　（P64）</vt:lpstr>
      <vt:lpstr>震度５弱？</vt:lpstr>
      <vt:lpstr>（       ）に入る言葉を選ら んでください。</vt:lpstr>
      <vt:lpstr>使ってみよう1（54ページ）</vt:lpstr>
      <vt:lpstr>～によって/～により、…… ～による＋Ｎ</vt:lpstr>
      <vt:lpstr>例文（P66）</vt:lpstr>
      <vt:lpstr>によって/～により</vt:lpstr>
      <vt:lpstr>によって/～により</vt:lpstr>
      <vt:lpstr>～おそれがある</vt:lpstr>
      <vt:lpstr>例文（P66）</vt:lpstr>
      <vt:lpstr>～おそれがある</vt:lpstr>
      <vt:lpstr>～おそれがある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19</cp:revision>
  <dcterms:created xsi:type="dcterms:W3CDTF">2021-07-16T02:45:36Z</dcterms:created>
  <dcterms:modified xsi:type="dcterms:W3CDTF">2021-09-14T03:42:39Z</dcterms:modified>
</cp:coreProperties>
</file>