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72" r:id="rId3"/>
    <p:sldId id="567" r:id="rId4"/>
    <p:sldId id="525" r:id="rId5"/>
    <p:sldId id="469" r:id="rId6"/>
    <p:sldId id="568" r:id="rId7"/>
    <p:sldId id="571" r:id="rId8"/>
    <p:sldId id="526" r:id="rId9"/>
    <p:sldId id="527" r:id="rId10"/>
    <p:sldId id="473" r:id="rId11"/>
    <p:sldId id="474" r:id="rId12"/>
    <p:sldId id="569" r:id="rId13"/>
    <p:sldId id="481" r:id="rId14"/>
    <p:sldId id="528" r:id="rId15"/>
    <p:sldId id="529" r:id="rId16"/>
    <p:sldId id="530" r:id="rId17"/>
    <p:sldId id="570" r:id="rId18"/>
    <p:sldId id="531" r:id="rId19"/>
    <p:sldId id="532" r:id="rId20"/>
    <p:sldId id="566" r:id="rId21"/>
    <p:sldId id="475" r:id="rId22"/>
    <p:sldId id="49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D2B"/>
    <a:srgbClr val="5E9C53"/>
    <a:srgbClr val="D9910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E431A-C88A-4004-B78D-1481E772FFF5}" v="12" dt="2021-09-14T03:56:16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77158" autoAdjust="0"/>
  </p:normalViewPr>
  <p:slideViewPr>
    <p:cSldViewPr snapToGrid="0" showGuides="1">
      <p:cViewPr varScale="1">
        <p:scale>
          <a:sx n="49" d="100"/>
          <a:sy n="49" d="100"/>
        </p:scale>
        <p:origin x="124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h Le Thi Kim  (FE FPTU CT)" userId="33772939-cd87-45c1-be61-e0648bc25a53" providerId="ADAL" clId="{8F1E431A-C88A-4004-B78D-1481E772FFF5}"/>
    <pc:docChg chg="addSld delSld modSld delSection modSection">
      <pc:chgData name="Oanh Le Thi Kim  (FE FPTU CT)" userId="33772939-cd87-45c1-be61-e0648bc25a53" providerId="ADAL" clId="{8F1E431A-C88A-4004-B78D-1481E772FFF5}" dt="2021-08-22T02:19:28.002" v="52" actId="14100"/>
      <pc:docMkLst>
        <pc:docMk/>
      </pc:docMkLst>
      <pc:sldChg chg="delSp add del setBg delDesignElem">
        <pc:chgData name="Oanh Le Thi Kim  (FE FPTU CT)" userId="33772939-cd87-45c1-be61-e0648bc25a53" providerId="ADAL" clId="{8F1E431A-C88A-4004-B78D-1481E772FFF5}" dt="2021-08-22T02:16:52.270" v="4"/>
        <pc:sldMkLst>
          <pc:docMk/>
          <pc:sldMk cId="1809037783" sldId="256"/>
        </pc:sldMkLst>
        <pc:spChg chg="del">
          <ac:chgData name="Oanh Le Thi Kim  (FE FPTU CT)" userId="33772939-cd87-45c1-be61-e0648bc25a53" providerId="ADAL" clId="{8F1E431A-C88A-4004-B78D-1481E772FFF5}" dt="2021-08-22T02:16:52.270" v="4"/>
          <ac:spMkLst>
            <pc:docMk/>
            <pc:sldMk cId="1809037783" sldId="256"/>
            <ac:spMk id="27" creationId="{7E0DC0F3-E144-463E-88B2-409384AEEEDB}"/>
          </ac:spMkLst>
        </pc:spChg>
        <pc:spChg chg="del">
          <ac:chgData name="Oanh Le Thi Kim  (FE FPTU CT)" userId="33772939-cd87-45c1-be61-e0648bc25a53" providerId="ADAL" clId="{8F1E431A-C88A-4004-B78D-1481E772FFF5}" dt="2021-08-22T02:16:52.270" v="4"/>
          <ac:spMkLst>
            <pc:docMk/>
            <pc:sldMk cId="1809037783" sldId="256"/>
            <ac:spMk id="28" creationId="{13A8998A-DE1B-4FAE-820A-8A8B3A7B2EE0}"/>
          </ac:spMkLst>
        </pc:spChg>
        <pc:spChg chg="del">
          <ac:chgData name="Oanh Le Thi Kim  (FE FPTU CT)" userId="33772939-cd87-45c1-be61-e0648bc25a53" providerId="ADAL" clId="{8F1E431A-C88A-4004-B78D-1481E772FFF5}" dt="2021-08-22T02:16:52.270" v="4"/>
          <ac:spMkLst>
            <pc:docMk/>
            <pc:sldMk cId="1809037783" sldId="256"/>
            <ac:spMk id="29" creationId="{39EBA89E-988C-457C-8BDF-3AAB4D9C5878}"/>
          </ac:spMkLst>
        </pc:spChg>
        <pc:spChg chg="del">
          <ac:chgData name="Oanh Le Thi Kim  (FE FPTU CT)" userId="33772939-cd87-45c1-be61-e0648bc25a53" providerId="ADAL" clId="{8F1E431A-C88A-4004-B78D-1481E772FFF5}" dt="2021-08-22T02:16:52.270" v="4"/>
          <ac:spMkLst>
            <pc:docMk/>
            <pc:sldMk cId="1809037783" sldId="256"/>
            <ac:spMk id="30" creationId="{F7F6B76E-48DD-46FC-A900-366468BBE2D7}"/>
          </ac:spMkLst>
        </pc:spChg>
        <pc:spChg chg="del">
          <ac:chgData name="Oanh Le Thi Kim  (FE FPTU CT)" userId="33772939-cd87-45c1-be61-e0648bc25a53" providerId="ADAL" clId="{8F1E431A-C88A-4004-B78D-1481E772FFF5}" dt="2021-08-22T02:16:52.270" v="4"/>
          <ac:spMkLst>
            <pc:docMk/>
            <pc:sldMk cId="1809037783" sldId="256"/>
            <ac:spMk id="31" creationId="{313DBE6E-A8BE-42BD-A187-65E0DDA0DC82}"/>
          </ac:spMkLst>
        </pc:spChg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2705303052" sldId="370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4025790530" sldId="444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715108067" sldId="455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1463685746" sldId="467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639745509" sldId="468"/>
        </pc:sldMkLst>
      </pc:sldChg>
      <pc:sldChg chg="addSp modSp mod">
        <pc:chgData name="Oanh Le Thi Kim  (FE FPTU CT)" userId="33772939-cd87-45c1-be61-e0648bc25a53" providerId="ADAL" clId="{8F1E431A-C88A-4004-B78D-1481E772FFF5}" dt="2021-08-22T02:19:22.676" v="51" actId="14100"/>
        <pc:sldMkLst>
          <pc:docMk/>
          <pc:sldMk cId="1651932579" sldId="469"/>
        </pc:sldMkLst>
        <pc:spChg chg="add mod">
          <ac:chgData name="Oanh Le Thi Kim  (FE FPTU CT)" userId="33772939-cd87-45c1-be61-e0648bc25a53" providerId="ADAL" clId="{8F1E431A-C88A-4004-B78D-1481E772FFF5}" dt="2021-08-22T02:19:15.213" v="49" actId="14100"/>
          <ac:spMkLst>
            <pc:docMk/>
            <pc:sldMk cId="1651932579" sldId="469"/>
            <ac:spMk id="3" creationId="{3AB68D15-641F-4B05-914E-8B902037D6A1}"/>
          </ac:spMkLst>
        </pc:spChg>
        <pc:spChg chg="mod">
          <ac:chgData name="Oanh Le Thi Kim  (FE FPTU CT)" userId="33772939-cd87-45c1-be61-e0648bc25a53" providerId="ADAL" clId="{8F1E431A-C88A-4004-B78D-1481E772FFF5}" dt="2021-08-22T02:19:22.676" v="51" actId="14100"/>
          <ac:spMkLst>
            <pc:docMk/>
            <pc:sldMk cId="1651932579" sldId="469"/>
            <ac:spMk id="8" creationId="{DAEFD4E7-6F3B-431B-AFC3-4AD21E95532A}"/>
          </ac:spMkLst>
        </pc:spChg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761823914" sldId="470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974939322" sldId="498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966064167" sldId="499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85947829" sldId="500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902859379" sldId="507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4106046634" sldId="511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447244196" sldId="515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153816822" sldId="520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3188478350" sldId="522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3327128442" sldId="523"/>
        </pc:sldMkLst>
      </pc:sldChg>
      <pc:sldChg chg="del">
        <pc:chgData name="Oanh Le Thi Kim  (FE FPTU CT)" userId="33772939-cd87-45c1-be61-e0648bc25a53" providerId="ADAL" clId="{8F1E431A-C88A-4004-B78D-1481E772FFF5}" dt="2021-08-08T10:04:11.408" v="0" actId="47"/>
        <pc:sldMkLst>
          <pc:docMk/>
          <pc:sldMk cId="3578843821" sldId="524"/>
        </pc:sldMkLst>
      </pc:sldChg>
      <pc:sldChg chg="modSp mod">
        <pc:chgData name="Oanh Le Thi Kim  (FE FPTU CT)" userId="33772939-cd87-45c1-be61-e0648bc25a53" providerId="ADAL" clId="{8F1E431A-C88A-4004-B78D-1481E772FFF5}" dt="2021-08-22T02:19:28.002" v="52" actId="14100"/>
        <pc:sldMkLst>
          <pc:docMk/>
          <pc:sldMk cId="3061728550" sldId="525"/>
        </pc:sldMkLst>
        <pc:spChg chg="mod">
          <ac:chgData name="Oanh Le Thi Kim  (FE FPTU CT)" userId="33772939-cd87-45c1-be61-e0648bc25a53" providerId="ADAL" clId="{8F1E431A-C88A-4004-B78D-1481E772FFF5}" dt="2021-08-22T02:19:28.002" v="52" actId="14100"/>
          <ac:spMkLst>
            <pc:docMk/>
            <pc:sldMk cId="3061728550" sldId="525"/>
            <ac:spMk id="3" creationId="{00000000-0000-0000-0000-000000000000}"/>
          </ac:spMkLst>
        </pc:spChg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828293573" sldId="533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779800683" sldId="534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861529350" sldId="535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274424584" sldId="536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666912814" sldId="537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064711339" sldId="539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233207590" sldId="540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634359327" sldId="541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937232163" sldId="542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761691474" sldId="544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493391816" sldId="545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483994906" sldId="546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414653852" sldId="547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747912885" sldId="548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431587780" sldId="549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827892753" sldId="550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929011081" sldId="551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840231377" sldId="552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419891642" sldId="553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530819923" sldId="554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523308158" sldId="555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307656227" sldId="556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275638838" sldId="557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4189729720" sldId="558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933939711" sldId="559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47248008" sldId="560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499322909" sldId="561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700409769" sldId="562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1072070141" sldId="563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342303636" sldId="564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2222945943" sldId="567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3718655682" sldId="568"/>
        </pc:sldMkLst>
      </pc:sldChg>
      <pc:sldChg chg="del">
        <pc:chgData name="Oanh Le Thi Kim  (FE FPTU CT)" userId="33772939-cd87-45c1-be61-e0648bc25a53" providerId="ADAL" clId="{8F1E431A-C88A-4004-B78D-1481E772FFF5}" dt="2021-08-08T10:04:18.948" v="1" actId="47"/>
        <pc:sldMkLst>
          <pc:docMk/>
          <pc:sldMk cId="754117947" sldId="570"/>
        </pc:sldMkLst>
      </pc:sldChg>
    </pc:docChg>
  </pc:docChgLst>
  <pc:docChgLst>
    <pc:chgData name="Le Thi Kim Oanh (FE FPTU CT)" userId="33772939-cd87-45c1-be61-e0648bc25a53" providerId="ADAL" clId="{8F1E431A-C88A-4004-B78D-1481E772FFF5}"/>
    <pc:docChg chg="undo custSel addSld modSld sldOrd">
      <pc:chgData name="Le Thi Kim Oanh (FE FPTU CT)" userId="33772939-cd87-45c1-be61-e0648bc25a53" providerId="ADAL" clId="{8F1E431A-C88A-4004-B78D-1481E772FFF5}" dt="2021-09-14T04:03:30.999" v="682" actId="20577"/>
      <pc:docMkLst>
        <pc:docMk/>
      </pc:docMkLst>
      <pc:sldChg chg="modSp mod">
        <pc:chgData name="Le Thi Kim Oanh (FE FPTU CT)" userId="33772939-cd87-45c1-be61-e0648bc25a53" providerId="ADAL" clId="{8F1E431A-C88A-4004-B78D-1481E772FFF5}" dt="2021-09-14T03:43:58.562" v="5" actId="403"/>
        <pc:sldMkLst>
          <pc:docMk/>
          <pc:sldMk cId="3397200444" sldId="372"/>
        </pc:sldMkLst>
        <pc:spChg chg="mod">
          <ac:chgData name="Le Thi Kim Oanh (FE FPTU CT)" userId="33772939-cd87-45c1-be61-e0648bc25a53" providerId="ADAL" clId="{8F1E431A-C88A-4004-B78D-1481E772FFF5}" dt="2021-09-13T13:37:15.857" v="3" actId="20577"/>
          <ac:spMkLst>
            <pc:docMk/>
            <pc:sldMk cId="3397200444" sldId="372"/>
            <ac:spMk id="2" creationId="{5EF6DCCE-80F6-4D0D-97C7-067D35D1D426}"/>
          </ac:spMkLst>
        </pc:spChg>
        <pc:spChg chg="mod">
          <ac:chgData name="Le Thi Kim Oanh (FE FPTU CT)" userId="33772939-cd87-45c1-be61-e0648bc25a53" providerId="ADAL" clId="{8F1E431A-C88A-4004-B78D-1481E772FFF5}" dt="2021-09-14T03:43:53.392" v="4" actId="403"/>
          <ac:spMkLst>
            <pc:docMk/>
            <pc:sldMk cId="3397200444" sldId="372"/>
            <ac:spMk id="16" creationId="{0D5ACDDE-862D-4FD7-9D73-CD0CDD17E919}"/>
          </ac:spMkLst>
        </pc:spChg>
        <pc:spChg chg="mod">
          <ac:chgData name="Le Thi Kim Oanh (FE FPTU CT)" userId="33772939-cd87-45c1-be61-e0648bc25a53" providerId="ADAL" clId="{8F1E431A-C88A-4004-B78D-1481E772FFF5}" dt="2021-09-14T03:43:58.562" v="5" actId="403"/>
          <ac:spMkLst>
            <pc:docMk/>
            <pc:sldMk cId="3397200444" sldId="372"/>
            <ac:spMk id="76" creationId="{5488B2A3-09E1-4ED9-8CB5-A06EA337ED44}"/>
          </ac:spMkLst>
        </pc:spChg>
      </pc:sldChg>
      <pc:sldChg chg="delSp modSp mod ord modNotesTx">
        <pc:chgData name="Le Thi Kim Oanh (FE FPTU CT)" userId="33772939-cd87-45c1-be61-e0648bc25a53" providerId="ADAL" clId="{8F1E431A-C88A-4004-B78D-1481E772FFF5}" dt="2021-09-14T04:03:30.999" v="682" actId="20577"/>
        <pc:sldMkLst>
          <pc:docMk/>
          <pc:sldMk cId="1651932579" sldId="469"/>
        </pc:sldMkLst>
        <pc:spChg chg="del mod">
          <ac:chgData name="Le Thi Kim Oanh (FE FPTU CT)" userId="33772939-cd87-45c1-be61-e0648bc25a53" providerId="ADAL" clId="{8F1E431A-C88A-4004-B78D-1481E772FFF5}" dt="2021-09-14T03:59:20.873" v="229" actId="478"/>
          <ac:spMkLst>
            <pc:docMk/>
            <pc:sldMk cId="1651932579" sldId="469"/>
            <ac:spMk id="3" creationId="{3AB68D15-641F-4B05-914E-8B902037D6A1}"/>
          </ac:spMkLst>
        </pc:spChg>
        <pc:spChg chg="mod">
          <ac:chgData name="Le Thi Kim Oanh (FE FPTU CT)" userId="33772939-cd87-45c1-be61-e0648bc25a53" providerId="ADAL" clId="{8F1E431A-C88A-4004-B78D-1481E772FFF5}" dt="2021-09-14T04:02:25.901" v="559" actId="207"/>
          <ac:spMkLst>
            <pc:docMk/>
            <pc:sldMk cId="1651932579" sldId="469"/>
            <ac:spMk id="8" creationId="{DAEFD4E7-6F3B-431B-AFC3-4AD21E95532A}"/>
          </ac:spMkLst>
        </pc:spChg>
      </pc:sldChg>
      <pc:sldChg chg="modSp mod ord">
        <pc:chgData name="Le Thi Kim Oanh (FE FPTU CT)" userId="33772939-cd87-45c1-be61-e0648bc25a53" providerId="ADAL" clId="{8F1E431A-C88A-4004-B78D-1481E772FFF5}" dt="2021-09-14T03:56:36.032" v="227" actId="27636"/>
        <pc:sldMkLst>
          <pc:docMk/>
          <pc:sldMk cId="3061728550" sldId="525"/>
        </pc:sldMkLst>
        <pc:spChg chg="mod">
          <ac:chgData name="Le Thi Kim Oanh (FE FPTU CT)" userId="33772939-cd87-45c1-be61-e0648bc25a53" providerId="ADAL" clId="{8F1E431A-C88A-4004-B78D-1481E772FFF5}" dt="2021-09-14T03:56:36.032" v="227" actId="27636"/>
          <ac:spMkLst>
            <pc:docMk/>
            <pc:sldMk cId="3061728550" sldId="525"/>
            <ac:spMk id="3" creationId="{00000000-0000-0000-0000-000000000000}"/>
          </ac:spMkLst>
        </pc:spChg>
      </pc:sldChg>
      <pc:sldChg chg="modSp add mod ord">
        <pc:chgData name="Le Thi Kim Oanh (FE FPTU CT)" userId="33772939-cd87-45c1-be61-e0648bc25a53" providerId="ADAL" clId="{8F1E431A-C88A-4004-B78D-1481E772FFF5}" dt="2021-09-14T03:45:32.933" v="147"/>
        <pc:sldMkLst>
          <pc:docMk/>
          <pc:sldMk cId="338789716" sldId="567"/>
        </pc:sldMkLst>
        <pc:spChg chg="mod">
          <ac:chgData name="Le Thi Kim Oanh (FE FPTU CT)" userId="33772939-cd87-45c1-be61-e0648bc25a53" providerId="ADAL" clId="{8F1E431A-C88A-4004-B78D-1481E772FFF5}" dt="2021-09-14T03:45:24.853" v="145" actId="403"/>
          <ac:spMkLst>
            <pc:docMk/>
            <pc:sldMk cId="338789716" sldId="567"/>
            <ac:spMk id="3" creationId="{3AB68D15-641F-4B05-914E-8B902037D6A1}"/>
          </ac:spMkLst>
        </pc:spChg>
        <pc:spChg chg="mod">
          <ac:chgData name="Le Thi Kim Oanh (FE FPTU CT)" userId="33772939-cd87-45c1-be61-e0648bc25a53" providerId="ADAL" clId="{8F1E431A-C88A-4004-B78D-1481E772FFF5}" dt="2021-09-14T03:45:21.522" v="144" actId="14100"/>
          <ac:spMkLst>
            <pc:docMk/>
            <pc:sldMk cId="338789716" sldId="567"/>
            <ac:spMk id="8" creationId="{DAEFD4E7-6F3B-431B-AFC3-4AD21E95532A}"/>
          </ac:spMkLst>
        </pc:spChg>
      </pc:sldChg>
      <pc:sldChg chg="addSp delSp modSp new mod ord setBg modClrScheme chgLayout">
        <pc:chgData name="Le Thi Kim Oanh (FE FPTU CT)" userId="33772939-cd87-45c1-be61-e0648bc25a53" providerId="ADAL" clId="{8F1E431A-C88A-4004-B78D-1481E772FFF5}" dt="2021-09-14T04:02:45.301" v="563"/>
        <pc:sldMkLst>
          <pc:docMk/>
          <pc:sldMk cId="1938382690" sldId="568"/>
        </pc:sldMkLst>
        <pc:spChg chg="del">
          <ac:chgData name="Le Thi Kim Oanh (FE FPTU CT)" userId="33772939-cd87-45c1-be61-e0648bc25a53" providerId="ADAL" clId="{8F1E431A-C88A-4004-B78D-1481E772FFF5}" dt="2021-09-14T03:45:42.143" v="149" actId="700"/>
          <ac:spMkLst>
            <pc:docMk/>
            <pc:sldMk cId="1938382690" sldId="568"/>
            <ac:spMk id="2" creationId="{D44FB578-C0F1-4791-99A6-10D02D54756F}"/>
          </ac:spMkLst>
        </pc:spChg>
        <pc:spChg chg="del">
          <ac:chgData name="Le Thi Kim Oanh (FE FPTU CT)" userId="33772939-cd87-45c1-be61-e0648bc25a53" providerId="ADAL" clId="{8F1E431A-C88A-4004-B78D-1481E772FFF5}" dt="2021-09-14T03:45:42.143" v="149" actId="700"/>
          <ac:spMkLst>
            <pc:docMk/>
            <pc:sldMk cId="1938382690" sldId="568"/>
            <ac:spMk id="3" creationId="{93FD7A3B-0D1B-446C-BAD6-FFAAFCD626BB}"/>
          </ac:spMkLst>
        </pc:spChg>
        <pc:spChg chg="del">
          <ac:chgData name="Le Thi Kim Oanh (FE FPTU CT)" userId="33772939-cd87-45c1-be61-e0648bc25a53" providerId="ADAL" clId="{8F1E431A-C88A-4004-B78D-1481E772FFF5}" dt="2021-09-14T03:45:42.143" v="149" actId="700"/>
          <ac:spMkLst>
            <pc:docMk/>
            <pc:sldMk cId="1938382690" sldId="568"/>
            <ac:spMk id="4" creationId="{9B563B04-8FF7-458A-B095-00E393FAC1EF}"/>
          </ac:spMkLst>
        </pc:spChg>
        <pc:picChg chg="add mod">
          <ac:chgData name="Le Thi Kim Oanh (FE FPTU CT)" userId="33772939-cd87-45c1-be61-e0648bc25a53" providerId="ADAL" clId="{8F1E431A-C88A-4004-B78D-1481E772FFF5}" dt="2021-09-14T03:46:01.848" v="156" actId="26606"/>
          <ac:picMkLst>
            <pc:docMk/>
            <pc:sldMk cId="1938382690" sldId="568"/>
            <ac:picMk id="6" creationId="{12A70EF6-443C-4FBE-B4E0-3C351B103DFB}"/>
          </ac:picMkLst>
        </pc:picChg>
      </pc:sldChg>
      <pc:sldChg chg="addSp delSp modSp add mod">
        <pc:chgData name="Le Thi Kim Oanh (FE FPTU CT)" userId="33772939-cd87-45c1-be61-e0648bc25a53" providerId="ADAL" clId="{8F1E431A-C88A-4004-B78D-1481E772FFF5}" dt="2021-09-14T03:48:33.122" v="168" actId="20577"/>
        <pc:sldMkLst>
          <pc:docMk/>
          <pc:sldMk cId="3766553441" sldId="569"/>
        </pc:sldMkLst>
        <pc:spChg chg="mod">
          <ac:chgData name="Le Thi Kim Oanh (FE FPTU CT)" userId="33772939-cd87-45c1-be61-e0648bc25a53" providerId="ADAL" clId="{8F1E431A-C88A-4004-B78D-1481E772FFF5}" dt="2021-09-14T03:48:33.122" v="168" actId="20577"/>
          <ac:spMkLst>
            <pc:docMk/>
            <pc:sldMk cId="3766553441" sldId="569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8F1E431A-C88A-4004-B78D-1481E772FFF5}" dt="2021-09-14T03:48:10.684" v="159" actId="931"/>
          <ac:spMkLst>
            <pc:docMk/>
            <pc:sldMk cId="3766553441" sldId="569"/>
            <ac:spMk id="4" creationId="{BEBB31B2-5363-4E8E-97F4-07AA96A8C137}"/>
          </ac:spMkLst>
        </pc:spChg>
        <pc:picChg chg="del">
          <ac:chgData name="Le Thi Kim Oanh (FE FPTU CT)" userId="33772939-cd87-45c1-be61-e0648bc25a53" providerId="ADAL" clId="{8F1E431A-C88A-4004-B78D-1481E772FFF5}" dt="2021-09-14T03:47:47.782" v="158" actId="478"/>
          <ac:picMkLst>
            <pc:docMk/>
            <pc:sldMk cId="3766553441" sldId="569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8F1E431A-C88A-4004-B78D-1481E772FFF5}" dt="2021-09-14T03:48:17.493" v="164" actId="14100"/>
          <ac:picMkLst>
            <pc:docMk/>
            <pc:sldMk cId="3766553441" sldId="569"/>
            <ac:picMk id="7" creationId="{BDFE68CF-3E0C-49B9-8F12-47814A695E6D}"/>
          </ac:picMkLst>
        </pc:picChg>
      </pc:sldChg>
      <pc:sldChg chg="addSp delSp modSp add mod ord">
        <pc:chgData name="Le Thi Kim Oanh (FE FPTU CT)" userId="33772939-cd87-45c1-be61-e0648bc25a53" providerId="ADAL" clId="{8F1E431A-C88A-4004-B78D-1481E772FFF5}" dt="2021-09-14T03:49:04.133" v="179" actId="14100"/>
        <pc:sldMkLst>
          <pc:docMk/>
          <pc:sldMk cId="863962672" sldId="570"/>
        </pc:sldMkLst>
        <pc:spChg chg="add del mod">
          <ac:chgData name="Le Thi Kim Oanh (FE FPTU CT)" userId="33772939-cd87-45c1-be61-e0648bc25a53" providerId="ADAL" clId="{8F1E431A-C88A-4004-B78D-1481E772FFF5}" dt="2021-09-14T03:48:56.032" v="173" actId="931"/>
          <ac:spMkLst>
            <pc:docMk/>
            <pc:sldMk cId="863962672" sldId="570"/>
            <ac:spMk id="4" creationId="{69E99A7B-0B5A-46EA-9F73-9515C72BA9A7}"/>
          </ac:spMkLst>
        </pc:spChg>
        <pc:picChg chg="add mod">
          <ac:chgData name="Le Thi Kim Oanh (FE FPTU CT)" userId="33772939-cd87-45c1-be61-e0648bc25a53" providerId="ADAL" clId="{8F1E431A-C88A-4004-B78D-1481E772FFF5}" dt="2021-09-14T03:49:04.133" v="179" actId="14100"/>
          <ac:picMkLst>
            <pc:docMk/>
            <pc:sldMk cId="863962672" sldId="570"/>
            <ac:picMk id="6" creationId="{E98B3E55-DF86-4CFE-84F9-139AE18E2644}"/>
          </ac:picMkLst>
        </pc:picChg>
        <pc:picChg chg="del">
          <ac:chgData name="Le Thi Kim Oanh (FE FPTU CT)" userId="33772939-cd87-45c1-be61-e0648bc25a53" providerId="ADAL" clId="{8F1E431A-C88A-4004-B78D-1481E772FFF5}" dt="2021-09-14T03:48:47.727" v="172" actId="478"/>
          <ac:picMkLst>
            <pc:docMk/>
            <pc:sldMk cId="863962672" sldId="570"/>
            <ac:picMk id="7" creationId="{BDFE68CF-3E0C-49B9-8F12-47814A695E6D}"/>
          </ac:picMkLst>
        </pc:picChg>
      </pc:sldChg>
      <pc:sldChg chg="addSp delSp modSp add mod ord delAnim modAnim">
        <pc:chgData name="Le Thi Kim Oanh (FE FPTU CT)" userId="33772939-cd87-45c1-be61-e0648bc25a53" providerId="ADAL" clId="{8F1E431A-C88A-4004-B78D-1481E772FFF5}" dt="2021-09-14T04:02:41.438" v="561"/>
        <pc:sldMkLst>
          <pc:docMk/>
          <pc:sldMk cId="1021395042" sldId="571"/>
        </pc:sldMkLst>
        <pc:spChg chg="mod">
          <ac:chgData name="Le Thi Kim Oanh (FE FPTU CT)" userId="33772939-cd87-45c1-be61-e0648bc25a53" providerId="ADAL" clId="{8F1E431A-C88A-4004-B78D-1481E772FFF5}" dt="2021-09-14T03:52:23.035" v="193" actId="20577"/>
          <ac:spMkLst>
            <pc:docMk/>
            <pc:sldMk cId="1021395042" sldId="571"/>
            <ac:spMk id="3" creationId="{00000000-0000-0000-0000-000000000000}"/>
          </ac:spMkLst>
        </pc:spChg>
        <pc:picChg chg="del">
          <ac:chgData name="Le Thi Kim Oanh (FE FPTU CT)" userId="33772939-cd87-45c1-be61-e0648bc25a53" providerId="ADAL" clId="{8F1E431A-C88A-4004-B78D-1481E772FFF5}" dt="2021-09-14T03:52:19.423" v="190" actId="478"/>
          <ac:picMkLst>
            <pc:docMk/>
            <pc:sldMk cId="1021395042" sldId="571"/>
            <ac:picMk id="4" creationId="{8515A35C-2B60-4219-ABCF-093787355905}"/>
          </ac:picMkLst>
        </pc:picChg>
        <pc:picChg chg="add mod">
          <ac:chgData name="Le Thi Kim Oanh (FE FPTU CT)" userId="33772939-cd87-45c1-be61-e0648bc25a53" providerId="ADAL" clId="{8F1E431A-C88A-4004-B78D-1481E772FFF5}" dt="2021-09-14T03:52:46.957" v="198" actId="14100"/>
          <ac:picMkLst>
            <pc:docMk/>
            <pc:sldMk cId="1021395042" sldId="571"/>
            <ac:picMk id="5" creationId="{09FEAF56-B793-41B9-9054-A041773D42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72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13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9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Cho SV vừa nghe CD A21, vừa xem đáp 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56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33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ワンと申しますが。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丁寧。初めて会いますから。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３時から面接の予約をしているワンです。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81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4.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「ワンです」だけだったら、誰かわからないかもしれませんから。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地震がありましたから。</a:t>
            </a:r>
            <a:endParaRPr lang="vi-VN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地震の影響じゃないかもしれません。ワンさんはアナウンスを聞きましたが、外国人ですから、地震の影響かどうかはっきりわかりません。はっきりわからない情報を他の人に伝えるとき「とか」を使います。</a:t>
            </a:r>
            <a:endParaRPr lang="vi-V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16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5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52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82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89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5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86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42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476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4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GV cho SV tự đặt câu và sửa cho 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5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3" y="76169"/>
            <a:ext cx="5304739" cy="556996"/>
          </a:xfrm>
          <a:prstGeom prst="rect">
            <a:avLst/>
          </a:prstGeom>
        </p:spPr>
      </p:pic>
      <p:pic>
        <p:nvPicPr>
          <p:cNvPr id="2" name="Picture 2" descr="ペットと避難している人たちのイラスト">
            <a:extLst>
              <a:ext uri="{FF2B5EF4-FFF2-40B4-BE49-F238E27FC236}">
                <a16:creationId xmlns:a16="http://schemas.microsoft.com/office/drawing/2014/main" id="{A4E34955-B981-45EA-BD27-FB70B4141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72" y="1282012"/>
            <a:ext cx="4614130" cy="46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928" y="1702959"/>
            <a:ext cx="4558191" cy="1283186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6000" b="1" dirty="0">
                <a:solidFill>
                  <a:srgbClr val="FF0000"/>
                </a:solidFill>
              </a:rPr>
              <a:t>第</a:t>
            </a:r>
            <a:r>
              <a:rPr lang="vi-VN" altLang="ja-JP" sz="6000" b="1" dirty="0">
                <a:solidFill>
                  <a:srgbClr val="FF0000"/>
                </a:solidFill>
              </a:rPr>
              <a:t>5</a:t>
            </a:r>
            <a:r>
              <a:rPr lang="ja-JP" altLang="en-US" sz="6000" b="1" dirty="0">
                <a:solidFill>
                  <a:srgbClr val="FF0000"/>
                </a:solidFill>
              </a:rPr>
              <a:t>課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1056" y="3234881"/>
            <a:ext cx="4558191" cy="2819365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altLang="ja-JP" sz="2400" b="1" dirty="0">
              <a:solidFill>
                <a:srgbClr val="FEFFFF"/>
              </a:solidFill>
            </a:endParaRPr>
          </a:p>
          <a:p>
            <a:pPr marL="0" indent="0" algn="ctr">
              <a:buNone/>
            </a:pPr>
            <a:r>
              <a:rPr lang="ja-JP" altLang="en-US" sz="6000" b="1" dirty="0">
                <a:solidFill>
                  <a:srgbClr val="FF0000"/>
                </a:solidFill>
              </a:rPr>
              <a:t>緊急事態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5" name="Right Arrow 32">
            <a:extLst>
              <a:ext uri="{FF2B5EF4-FFF2-40B4-BE49-F238E27FC236}">
                <a16:creationId xmlns:a16="http://schemas.microsoft.com/office/drawing/2014/main" id="{2429D96E-5F83-4BC8-AAF6-1C5FFF81E153}"/>
              </a:ext>
            </a:extLst>
          </p:cNvPr>
          <p:cNvSpPr/>
          <p:nvPr/>
        </p:nvSpPr>
        <p:spPr>
          <a:xfrm>
            <a:off x="3456781" y="2623642"/>
            <a:ext cx="4124825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25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dirty="0">
                <a:solidFill>
                  <a:srgbClr val="D9910B"/>
                </a:solidFill>
              </a:rPr>
              <a:t>CD</a:t>
            </a:r>
            <a:r>
              <a:rPr lang="ja-JP" altLang="en-US" sz="2400" dirty="0">
                <a:solidFill>
                  <a:srgbClr val="D9910B"/>
                </a:solidFill>
              </a:rPr>
              <a:t>：</a:t>
            </a:r>
            <a:r>
              <a:rPr lang="vi-VN" altLang="ja-JP" sz="2400" dirty="0">
                <a:solidFill>
                  <a:srgbClr val="D9910B"/>
                </a:solidFill>
              </a:rPr>
              <a:t>A21&amp; A22</a:t>
            </a:r>
            <a:endParaRPr lang="ko-KR" altLang="en-US" sz="2400" dirty="0">
              <a:solidFill>
                <a:srgbClr val="D9910B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02500" y="365825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3784096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en-US" altLang="ja-JP" sz="2800" b="1" dirty="0">
                <a:solidFill>
                  <a:srgbClr val="5E9C53"/>
                </a:solidFill>
                <a:cs typeface="Arial" pitchFamily="34" charset="0"/>
              </a:rPr>
              <a:t>2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(67)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</a:t>
            </a:r>
            <a:r>
              <a:rPr lang="en-US" altLang="ja-JP" sz="5400" dirty="0">
                <a:solidFill>
                  <a:srgbClr val="A11D2B"/>
                </a:solidFill>
              </a:rPr>
              <a:t>49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449150" y="1657918"/>
            <a:ext cx="5427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こんなときどうする？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(64)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502501" y="4655622"/>
            <a:ext cx="320310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592412" y="4885825"/>
            <a:ext cx="2973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D9910B"/>
                </a:solidFill>
                <a:cs typeface="Arial" pitchFamily="34" charset="0"/>
              </a:rPr>
              <a:t>文法：</a:t>
            </a:r>
            <a:r>
              <a:rPr lang="vi-VN" altLang="ja-JP" sz="2800" b="1" dirty="0">
                <a:solidFill>
                  <a:srgbClr val="D9910B"/>
                </a:solidFill>
                <a:cs typeface="Arial" pitchFamily="34" charset="0"/>
              </a:rPr>
              <a:t>1.2</a:t>
            </a:r>
            <a:endParaRPr lang="ko-KR" altLang="en-US" sz="2800" b="1" dirty="0">
              <a:solidFill>
                <a:srgbClr val="D9910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0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vi-VN" altLang="ja-JP" sz="4000" b="1" dirty="0">
                <a:solidFill>
                  <a:srgbClr val="C00000"/>
                </a:solidFill>
              </a:rPr>
              <a:t>P64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29266" y="2900647"/>
            <a:ext cx="11048928" cy="22199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約束の時間に間に合わないとき、状況を説明して指示を受けることができる。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68D15-641F-4B05-914E-8B902037D6A1}"/>
              </a:ext>
            </a:extLst>
          </p:cNvPr>
          <p:cNvSpPr txBox="1"/>
          <p:nvPr/>
        </p:nvSpPr>
        <p:spPr>
          <a:xfrm>
            <a:off x="822960" y="2207622"/>
            <a:ext cx="2364377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highlight>
                  <a:srgbClr val="FFFF00"/>
                </a:highlight>
              </a:rPr>
              <a:t>できること</a:t>
            </a:r>
            <a:endParaRPr lang="en-US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78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vi-VN" altLang="ja-JP" sz="4000" b="1" dirty="0">
                <a:solidFill>
                  <a:srgbClr val="C00000"/>
                </a:solidFill>
              </a:rPr>
              <a:t>P64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5" y="2351314"/>
            <a:ext cx="10896987" cy="3026802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b="1" dirty="0">
                <a:solidFill>
                  <a:srgbClr val="A11D2B"/>
                </a:solidFill>
                <a:latin typeface="Arial" panose="020B0604020202020204" pitchFamily="34" charset="0"/>
              </a:rPr>
              <a:t>店長に電話をして、状況を話し、どうしたらいいか聞いてください。</a:t>
            </a:r>
            <a:endParaRPr kumimoji="1" lang="en-US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en-US" altLang="ja-JP" sz="3200" b="1" dirty="0">
                <a:solidFill>
                  <a:srgbClr val="A11D2B"/>
                </a:solidFill>
                <a:latin typeface="Arial" panose="020B0604020202020204" pitchFamily="34" charset="0"/>
              </a:rPr>
              <a:t>CD</a:t>
            </a:r>
            <a:r>
              <a:rPr kumimoji="1" lang="ja-JP" altLang="en-US" sz="3200" b="1" dirty="0">
                <a:solidFill>
                  <a:srgbClr val="A11D2B"/>
                </a:solidFill>
                <a:latin typeface="Arial" panose="020B0604020202020204" pitchFamily="34" charset="0"/>
              </a:rPr>
              <a:t>（Ａ</a:t>
            </a:r>
            <a:r>
              <a:rPr kumimoji="1" lang="en-US" altLang="ja-JP" sz="3200" b="1" dirty="0">
                <a:solidFill>
                  <a:srgbClr val="A11D2B"/>
                </a:solidFill>
                <a:latin typeface="Arial" panose="020B0604020202020204" pitchFamily="34" charset="0"/>
              </a:rPr>
              <a:t>-21</a:t>
            </a:r>
            <a:r>
              <a:rPr kumimoji="1" lang="ja-JP" altLang="en-US" sz="3200" b="1" dirty="0">
                <a:solidFill>
                  <a:srgbClr val="A11D2B"/>
                </a:solidFill>
                <a:latin typeface="Arial" panose="020B0604020202020204" pitchFamily="34" charset="0"/>
              </a:rPr>
              <a:t>）を聞いてから、話してください。</a:t>
            </a:r>
            <a:endParaRPr kumimoji="1" lang="vi-VN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vi-VN" altLang="ja-JP" sz="28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b="1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pic>
        <p:nvPicPr>
          <p:cNvPr id="4" name="21 Track 21">
            <a:hlinkClick r:id="" action="ppaction://media"/>
            <a:extLst>
              <a:ext uri="{FF2B5EF4-FFF2-40B4-BE49-F238E27FC236}">
                <a16:creationId xmlns:a16="http://schemas.microsoft.com/office/drawing/2014/main" id="{8515A35C-2B60-4219-ABCF-0937873559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793706" y="308532"/>
            <a:ext cx="1402348" cy="140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2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vi-VN" altLang="ja-JP" sz="4000" b="1" dirty="0">
                <a:solidFill>
                  <a:srgbClr val="C00000"/>
                </a:solidFill>
              </a:rPr>
              <a:t>P64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29265" y="2168434"/>
            <a:ext cx="11048929" cy="39972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ja-JP" alt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お客様にお知らせいたします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お急ぎのところ大変申し訳ございませんが、先ほど発生した地震の影響で、ただ今電車の運行を見合わせております。</a:t>
            </a: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運転再開までしばらくかかる見込みです。</a:t>
            </a:r>
            <a:endParaRPr lang="en-US" altLang="ja-JP" sz="3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お急ぎのところ大変ご迷惑をおかけしますが、いましばらくお待ちください。</a:t>
            </a:r>
            <a:endParaRPr lang="ja-JP" altLang="en-US" sz="3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93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screenshot, document&#10;&#10;Description automatically generated">
            <a:extLst>
              <a:ext uri="{FF2B5EF4-FFF2-40B4-BE49-F238E27FC236}">
                <a16:creationId xmlns:a16="http://schemas.microsoft.com/office/drawing/2014/main" id="{12A70EF6-443C-4FBE-B4E0-3C351B103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75360"/>
            <a:ext cx="10905066" cy="490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8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vi-VN" altLang="ja-JP" sz="4000" b="1" dirty="0">
                <a:solidFill>
                  <a:srgbClr val="C00000"/>
                </a:solidFill>
              </a:rPr>
              <a:t>P64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5" y="2351314"/>
            <a:ext cx="10896987" cy="3026802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b="1" dirty="0">
                <a:solidFill>
                  <a:srgbClr val="A11D2B"/>
                </a:solidFill>
                <a:latin typeface="Arial" panose="020B0604020202020204" pitchFamily="34" charset="0"/>
              </a:rPr>
              <a:t>店長に電話をして、状況を話、どうしたらいいか聞いてください</a:t>
            </a:r>
            <a:endParaRPr kumimoji="1" lang="vi-VN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vi-VN" altLang="ja-JP" sz="28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en-US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CD</a:t>
            </a:r>
            <a:r>
              <a:rPr kumimoji="1" lang="ja-JP" altLang="en-US" sz="2800" b="1" dirty="0">
                <a:solidFill>
                  <a:srgbClr val="A11D2B"/>
                </a:solidFill>
                <a:latin typeface="Arial" panose="020B0604020202020204" pitchFamily="34" charset="0"/>
              </a:rPr>
              <a:t>・</a:t>
            </a:r>
            <a:r>
              <a:rPr kumimoji="1" lang="vi-VN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A2</a:t>
            </a:r>
            <a:r>
              <a:rPr kumimoji="1" lang="en-US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2</a:t>
            </a:r>
            <a:endParaRPr kumimoji="1" lang="en-US" altLang="ja-JP" b="1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pic>
        <p:nvPicPr>
          <p:cNvPr id="5" name="22 Track 22">
            <a:hlinkClick r:id="" action="ppaction://media"/>
            <a:extLst>
              <a:ext uri="{FF2B5EF4-FFF2-40B4-BE49-F238E27FC236}">
                <a16:creationId xmlns:a16="http://schemas.microsoft.com/office/drawing/2014/main" id="{09FEAF56-B793-41B9-9054-A041773D42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588137" y="541804"/>
            <a:ext cx="1217749" cy="121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9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4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400" b="1" dirty="0">
                <a:solidFill>
                  <a:srgbClr val="C00000"/>
                </a:solidFill>
              </a:rPr>
              <a:t>答えてみて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3" y="2105526"/>
            <a:ext cx="10896989" cy="327259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vi-VN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ワンさんは電話をかけて、まず店の人に何と言いましたか。</a:t>
            </a:r>
            <a:endParaRPr lang="vi-VN" altLang="ja-JP" sz="33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b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vi-VN" altLang="ja-JP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どうして「申しますが」を使いましたか。</a:t>
            </a:r>
            <a:endParaRPr lang="vi-VN" altLang="ja-JP" sz="33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b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vi-VN" altLang="ja-JP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ワンさんは店長に自分について話すとき何と言っていましたか。</a:t>
            </a:r>
            <a:b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ja-JP" altLang="en-US" sz="33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01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3" y="2105526"/>
            <a:ext cx="10896989" cy="327259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b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vi-VN" altLang="ja-JP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</a:t>
            </a:r>
            <a: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今日３時に面接のお約束をしているワンです」と言っていましたが、どうして詳しく説明していますか。「ワンです」じゃだめですか。</a:t>
            </a:r>
            <a:endParaRPr lang="vi-VN" altLang="ja-JP" sz="33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b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vi-VN" altLang="ja-JP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</a:t>
            </a:r>
            <a: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「間に合いそうにないんですが」と「間に合わないんですが」はどう違うと思いますか。</a:t>
            </a:r>
            <a:endParaRPr lang="vi-VN" altLang="ja-JP" sz="33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33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vi-VN" altLang="ja-JP" sz="3300" dirty="0">
                <a:solidFill>
                  <a:srgbClr val="000000"/>
                </a:solidFill>
                <a:latin typeface="Arial" panose="020B0604020202020204" pitchFamily="34" charset="0"/>
              </a:rPr>
              <a:t>6.</a:t>
            </a:r>
            <a:r>
              <a:rPr lang="ja-JP" altLang="en-US" sz="33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「地震の影響とかで」と「地震の影響で」はどう違いますか。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47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使ってみよう</a:t>
            </a:r>
            <a:r>
              <a:rPr lang="en-US" altLang="ja-JP" sz="4400" b="1" dirty="0">
                <a:solidFill>
                  <a:srgbClr val="A11D2B"/>
                </a:solidFill>
              </a:rPr>
              <a:t>2</a:t>
            </a:r>
            <a:r>
              <a:rPr lang="ja-JP" altLang="en-US" sz="4400" b="1" dirty="0">
                <a:solidFill>
                  <a:srgbClr val="A11D2B"/>
                </a:solidFill>
              </a:rPr>
              <a:t>（</a:t>
            </a:r>
            <a:r>
              <a:rPr lang="vi-VN" altLang="ja-JP" sz="4400" b="1" dirty="0">
                <a:solidFill>
                  <a:srgbClr val="A11D2B"/>
                </a:solidFill>
              </a:rPr>
              <a:t>67</a:t>
            </a:r>
            <a:r>
              <a:rPr lang="ja-JP" altLang="en-US" sz="4400" b="1" dirty="0">
                <a:solidFill>
                  <a:srgbClr val="A11D2B"/>
                </a:solidFill>
              </a:rPr>
              <a:t>ページ）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953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401220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～そうにないんですが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00200"/>
            <a:ext cx="11017018" cy="3585411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＊話す人が、予 想 や考えを伝えて、（約束のことを／予定のこと）をするのは 難しい」と言いたいとき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vi-VN" altLang="ja-JP" sz="3200" dirty="0"/>
              <a:t>Có vẻ như không thể .....( việc thực hiện như kế hoạch là có vẻ khó)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04043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P67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BDFE68CF-3E0C-49B9-8F12-47814A695E6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1994804"/>
            <a:ext cx="11085179" cy="3948796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1EFCE422-0FCE-41C1-9378-97765F063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0" y="336883"/>
            <a:ext cx="10961411" cy="2644245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95" y="2808449"/>
            <a:ext cx="10860506" cy="2848894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私</a:t>
            </a:r>
            <a:r>
              <a:rPr lang="ja-JP" altLang="en-US" sz="2800" dirty="0"/>
              <a:t> ：もしもし、店長、電車が ＿＿＿＿＿＿＿＿＿＿＿＿＿＿＿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店長</a:t>
            </a:r>
            <a:r>
              <a:rPr lang="ja-JP" altLang="en-US" sz="2800" dirty="0"/>
              <a:t>：そうですか。わかりました。電車が動き次第 、すぐに来てください。気をつけて。</a:t>
            </a:r>
            <a:endParaRPr lang="en-US" altLang="ja-JP" sz="2800" dirty="0"/>
          </a:p>
          <a:p>
            <a:pPr marL="0"/>
            <a:endParaRPr lang="en-US" sz="2800" dirty="0"/>
          </a:p>
          <a:p>
            <a:pPr marL="0"/>
            <a:endParaRPr lang="en-US" altLang="ja-JP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B8F650-4A73-4200-A9A4-E4C65CB34851}"/>
              </a:ext>
            </a:extLst>
          </p:cNvPr>
          <p:cNvSpPr txBox="1"/>
          <p:nvPr/>
        </p:nvSpPr>
        <p:spPr>
          <a:xfrm>
            <a:off x="5486400" y="2981128"/>
            <a:ext cx="6063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止まっていてアルバイトの時間に間に合いそうにないんですが、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6216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95" y="2808449"/>
            <a:ext cx="10860506" cy="2848894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私</a:t>
            </a:r>
            <a:r>
              <a:rPr lang="ja-JP" altLang="en-US" sz="2800" dirty="0"/>
              <a:t> ：先生、すみません。まだ体の調子があまりよくなくて、作文の宿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題ができていないんです。 それで、＿＿＿＿＿＿＿＿＿＿＿＿＿＿＿＿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先生</a:t>
            </a:r>
            <a:r>
              <a:rPr lang="ja-JP" altLang="en-US" sz="2800" dirty="0"/>
              <a:t>：そうですか。わかりました。だいじょうぶですよ。では来週まで待ちます。お大事に。</a:t>
            </a:r>
            <a:endParaRPr lang="en-US" sz="2800" dirty="0"/>
          </a:p>
          <a:p>
            <a:pPr marL="0"/>
            <a:endParaRPr lang="en-US" altLang="ja-JP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B8F650-4A73-4200-A9A4-E4C65CB34851}"/>
              </a:ext>
            </a:extLst>
          </p:cNvPr>
          <p:cNvSpPr txBox="1"/>
          <p:nvPr/>
        </p:nvSpPr>
        <p:spPr>
          <a:xfrm>
            <a:off x="5880005" y="3636333"/>
            <a:ext cx="504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あさって出せそうにないんですが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DC4E6A44-8040-4AB3-96CC-40FB649E5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04647"/>
            <a:ext cx="11512565" cy="24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9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95" y="2808449"/>
            <a:ext cx="10860506" cy="2848894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私</a:t>
            </a:r>
            <a:r>
              <a:rPr lang="ja-JP" altLang="en-US" sz="2800" dirty="0"/>
              <a:t> ： ごめん。明日＿＿＿＿＿＿＿＿＿＿＿＿＿＿＿＿＿＿＿＿</a:t>
            </a:r>
            <a:endParaRPr lang="vi-VN" altLang="ja-JP" sz="2800" dirty="0"/>
          </a:p>
          <a:p>
            <a:pPr marL="0" indent="0">
              <a:buNone/>
            </a:pPr>
            <a:endParaRPr lang="en-US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2800" b="1" dirty="0">
                <a:solidFill>
                  <a:srgbClr val="C00000"/>
                </a:solidFill>
              </a:rPr>
              <a:t>Ａ</a:t>
            </a:r>
            <a:r>
              <a:rPr lang="ja-JP" altLang="en-US" sz="2800" dirty="0"/>
              <a:t>：え～～！楽しみにしていたのに、残 念 。でもしょうがないね。わかったよ。</a:t>
            </a:r>
            <a:endParaRPr lang="en-US" altLang="ja-JP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B8F650-4A73-4200-A9A4-E4C65CB34851}"/>
              </a:ext>
            </a:extLst>
          </p:cNvPr>
          <p:cNvSpPr txBox="1"/>
          <p:nvPr/>
        </p:nvSpPr>
        <p:spPr>
          <a:xfrm>
            <a:off x="3627883" y="3198167"/>
            <a:ext cx="7417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バイトに行ってしまって、行けそうにないんですが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B886E4-E7DB-47F6-A3D2-7F840D2B5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9" y="283578"/>
            <a:ext cx="11727854" cy="205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4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401220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～とかで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00200"/>
            <a:ext cx="11017018" cy="3585411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＊</a:t>
            </a:r>
            <a:r>
              <a:rPr lang="ja-JP" altLang="en-US" sz="2400" dirty="0"/>
              <a:t> </a:t>
            </a:r>
            <a:r>
              <a:rPr lang="ja-JP" altLang="en-US" sz="2800" dirty="0"/>
              <a:t>～そうだ ～と聞いた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＊はっきりわからないとき／はっきり言いたくないとき</a:t>
            </a:r>
            <a:r>
              <a:rPr lang="ja-JP" altLang="en-US" sz="2400" dirty="0"/>
              <a:t>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800" dirty="0"/>
              <a:t>Nghe nói là hình như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240510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P67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E98B3E55-DF86-4CFE-84F9-139AE18E264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64" y="1598001"/>
            <a:ext cx="11252746" cy="3836148"/>
          </a:xfrm>
        </p:spPr>
      </p:pic>
    </p:spTree>
    <p:extLst>
      <p:ext uri="{BB962C8B-B14F-4D97-AF65-F5344CB8AC3E}">
        <p14:creationId xmlns:p14="http://schemas.microsoft.com/office/powerpoint/2010/main" val="863962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799" y="2808449"/>
            <a:ext cx="10668001" cy="2786235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Ａ：あのう、すみません。電車、止まっているんですか。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</a:t>
            </a:r>
            <a:r>
              <a:rPr lang="ja-JP" altLang="en-US" sz="2800" dirty="0"/>
              <a:t> 私：ええ、よく分からないんですが、</a:t>
            </a:r>
            <a:r>
              <a:rPr lang="vi-VN" altLang="ja-JP" sz="2800" dirty="0"/>
              <a:t>_____________________</a:t>
            </a:r>
            <a:r>
              <a:rPr lang="ja-JP" altLang="en-US" sz="2800" dirty="0"/>
              <a:t> とかで、動かないみたいですよ。</a:t>
            </a:r>
            <a:endParaRPr lang="en-US" altLang="ja-JP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B8F650-4A73-4200-A9A4-E4C65CB34851}"/>
              </a:ext>
            </a:extLst>
          </p:cNvPr>
          <p:cNvSpPr txBox="1"/>
          <p:nvPr/>
        </p:nvSpPr>
        <p:spPr>
          <a:xfrm>
            <a:off x="6990348" y="4213924"/>
            <a:ext cx="286351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ドアが故障した</a:t>
            </a:r>
            <a:endParaRPr lang="en-US" altLang="ja-JP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  <a:p>
            <a:pPr>
              <a:spcAft>
                <a:spcPts val="600"/>
              </a:spcAft>
            </a:pP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4" name="Picture 3" descr="Table, letter&#10;&#10;Description automatically generated with medium confidence">
            <a:extLst>
              <a:ext uri="{FF2B5EF4-FFF2-40B4-BE49-F238E27FC236}">
                <a16:creationId xmlns:a16="http://schemas.microsoft.com/office/drawing/2014/main" id="{BAF5455A-0897-4AB3-AA0D-04D2E5F6B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2" y="318375"/>
            <a:ext cx="12047812" cy="194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4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799" y="2808449"/>
            <a:ext cx="10668001" cy="2786235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Ａ：明日は晴れるの？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Ｂ：うん、午前中は晴れるけど、夕方から＿＿＿＿＿＿＿＿＿＿ とか言ってたよ。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Ａ：じゃ、傘 、持って行ったほうがよさそうだね。 。</a:t>
            </a:r>
            <a:endParaRPr lang="en-US" altLang="ja-JP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B8F650-4A73-4200-A9A4-E4C65CB34851}"/>
              </a:ext>
            </a:extLst>
          </p:cNvPr>
          <p:cNvSpPr txBox="1"/>
          <p:nvPr/>
        </p:nvSpPr>
        <p:spPr>
          <a:xfrm>
            <a:off x="7816688" y="3660471"/>
            <a:ext cx="2863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雨が降る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3" name="Picture 2" descr="Table&#10;&#10;Description automatically generated with low confidence">
            <a:extLst>
              <a:ext uri="{FF2B5EF4-FFF2-40B4-BE49-F238E27FC236}">
                <a16:creationId xmlns:a16="http://schemas.microsoft.com/office/drawing/2014/main" id="{F1104552-5B54-47F3-95C7-083A1E3DE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1" y="348915"/>
            <a:ext cx="11333747" cy="237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1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～とかで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384663"/>
            <a:ext cx="6979762" cy="403642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Ａ：Ｂさん、あそこに人がたくさん集まっていますね。何があったんですか。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　　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Ｂ：ああ＿＿＿＿＿＿＿、 とか、言っていましたよ。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</p:txBody>
      </p:sp>
      <p:pic>
        <p:nvPicPr>
          <p:cNvPr id="7170" name="Picture 2" descr="交通事故のイラスト「玉突き事故」">
            <a:extLst>
              <a:ext uri="{FF2B5EF4-FFF2-40B4-BE49-F238E27FC236}">
                <a16:creationId xmlns:a16="http://schemas.microsoft.com/office/drawing/2014/main" id="{9BDF88A6-4DC6-4B26-9ACA-9ECCBA8FA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279" y="2039560"/>
            <a:ext cx="3381526" cy="338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6E267C-4E8C-4736-96EF-07FEDD9BE8DB}"/>
              </a:ext>
            </a:extLst>
          </p:cNvPr>
          <p:cNvSpPr txBox="1"/>
          <p:nvPr/>
        </p:nvSpPr>
        <p:spPr>
          <a:xfrm>
            <a:off x="2651761" y="3198167"/>
            <a:ext cx="211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交通事故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9595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～とかで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639568"/>
            <a:ext cx="6821635" cy="4163614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 ＿＿＿＿＿＿＿＿＿とか聞いたんだけど、 本当？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</a:t>
            </a:r>
            <a:r>
              <a:rPr lang="ja-JP" altLang="en-US" sz="3200" dirty="0"/>
              <a:t>家を＿＿＿＿＿ とき、突 然 雨が降り出した。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D377E-F37D-4EBC-9C4D-032BFBB4E6C2}"/>
              </a:ext>
            </a:extLst>
          </p:cNvPr>
          <p:cNvSpPr txBox="1"/>
          <p:nvPr/>
        </p:nvSpPr>
        <p:spPr>
          <a:xfrm>
            <a:off x="1795456" y="2442750"/>
            <a:ext cx="294773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今日、いい天気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EBAB5-E2EB-4A84-9A63-15F4120DBBE0}"/>
              </a:ext>
            </a:extLst>
          </p:cNvPr>
          <p:cNvSpPr txBox="1"/>
          <p:nvPr/>
        </p:nvSpPr>
        <p:spPr>
          <a:xfrm>
            <a:off x="2687340" y="3953584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出る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1026" name="Picture 2" descr="雨男のイラスト（天気） | かわいいフリー素材集 いらすとや">
            <a:extLst>
              <a:ext uri="{FF2B5EF4-FFF2-40B4-BE49-F238E27FC236}">
                <a16:creationId xmlns:a16="http://schemas.microsoft.com/office/drawing/2014/main" id="{9F04E008-FCA9-4CF5-8A3E-F443FC63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756" y="1890734"/>
            <a:ext cx="3912448" cy="391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3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文を完成させて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0021" y="1179096"/>
            <a:ext cx="10797783" cy="5209672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① Ａ ：もしもし、店長、Ａです。今、電車が遅れていて、</a:t>
            </a:r>
            <a:r>
              <a:rPr lang="en-US" altLang="ja-JP" sz="2800" dirty="0"/>
              <a:t>__________</a:t>
            </a:r>
            <a:r>
              <a:rPr lang="ja-JP" altLang="en-US" sz="2800" dirty="0"/>
              <a:t> そうにないんですが</a:t>
            </a:r>
            <a:r>
              <a:rPr lang="en-US" altLang="ja-JP" sz="2800" dirty="0"/>
              <a:t>……</a:t>
            </a:r>
            <a:r>
              <a:rPr lang="ja-JP" altLang="en-US" sz="2800" dirty="0"/>
              <a:t>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店長：そうですか。じゃ、電車が動いたら、できるだけ早く来てください。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② 先生：パクさんは休みですか。 </a:t>
            </a: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      </a:t>
            </a:r>
            <a:r>
              <a:rPr lang="ja-JP" altLang="en-US" sz="2800" dirty="0"/>
              <a:t>学生：あ、先生。パクさんは</a:t>
            </a:r>
            <a:r>
              <a:rPr lang="en-US" altLang="ja-JP" sz="2800" dirty="0"/>
              <a:t>______________</a:t>
            </a:r>
            <a:r>
              <a:rPr lang="ja-JP" altLang="en-US" sz="2800" dirty="0"/>
              <a:t> とかで、 今日は休むそうです。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151075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7224</TotalTime>
  <Words>1665</Words>
  <Application>Microsoft Office PowerPoint</Application>
  <PresentationFormat>Widescreen</PresentationFormat>
  <Paragraphs>144</Paragraphs>
  <Slides>22</Slides>
  <Notes>18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第5課</vt:lpstr>
      <vt:lpstr>PowerPoint Presentation</vt:lpstr>
      <vt:lpstr> こんなときどうする？　（P64）</vt:lpstr>
      <vt:lpstr> こんなときどうする？　（P64）</vt:lpstr>
      <vt:lpstr> こんなときどうする？　（P64）</vt:lpstr>
      <vt:lpstr>PowerPoint Presentation</vt:lpstr>
      <vt:lpstr> こんなときどうする？　（P64）</vt:lpstr>
      <vt:lpstr> 答えてみて</vt:lpstr>
      <vt:lpstr>答えてみて</vt:lpstr>
      <vt:lpstr>使ってみよう2（67ページ）</vt:lpstr>
      <vt:lpstr>～そうにないんですが</vt:lpstr>
      <vt:lpstr>例文（P67）</vt:lpstr>
      <vt:lpstr>PowerPoint Presentation</vt:lpstr>
      <vt:lpstr>PowerPoint Presentation</vt:lpstr>
      <vt:lpstr>PowerPoint Presentation</vt:lpstr>
      <vt:lpstr>～とかで</vt:lpstr>
      <vt:lpstr>例文（P67）</vt:lpstr>
      <vt:lpstr>PowerPoint Presentation</vt:lpstr>
      <vt:lpstr>PowerPoint Presentation</vt:lpstr>
      <vt:lpstr>～とかで</vt:lpstr>
      <vt:lpstr>～とかで</vt:lpstr>
      <vt:lpstr>文を完成させて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19</cp:revision>
  <dcterms:created xsi:type="dcterms:W3CDTF">2021-07-16T02:45:36Z</dcterms:created>
  <dcterms:modified xsi:type="dcterms:W3CDTF">2021-09-14T04:03:43Z</dcterms:modified>
</cp:coreProperties>
</file>