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454" r:id="rId3"/>
    <p:sldId id="566" r:id="rId4"/>
    <p:sldId id="498" r:id="rId5"/>
    <p:sldId id="565" r:id="rId6"/>
    <p:sldId id="499" r:id="rId7"/>
    <p:sldId id="444" r:id="rId8"/>
    <p:sldId id="511" r:id="rId9"/>
    <p:sldId id="532" r:id="rId10"/>
    <p:sldId id="559" r:id="rId11"/>
    <p:sldId id="512" r:id="rId12"/>
    <p:sldId id="558" r:id="rId13"/>
    <p:sldId id="560" r:id="rId14"/>
    <p:sldId id="561" r:id="rId15"/>
    <p:sldId id="515" r:id="rId16"/>
    <p:sldId id="567" r:id="rId17"/>
    <p:sldId id="562" r:id="rId18"/>
    <p:sldId id="563" r:id="rId19"/>
    <p:sldId id="516" r:id="rId20"/>
    <p:sldId id="564" r:id="rId21"/>
    <p:sldId id="45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1D2B"/>
    <a:srgbClr val="5E9C53"/>
    <a:srgbClr val="D9910B"/>
    <a:srgbClr val="256766"/>
    <a:srgbClr val="1A1E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40898B-D951-4403-8DDD-9EAD647F8703}" v="11" dt="2021-09-14T04:34:11.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77025" autoAdjust="0"/>
  </p:normalViewPr>
  <p:slideViewPr>
    <p:cSldViewPr snapToGrid="0" showGuides="1">
      <p:cViewPr varScale="1">
        <p:scale>
          <a:sx n="49" d="100"/>
          <a:sy n="49" d="100"/>
        </p:scale>
        <p:origin x="532"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anh Le Thi Kim  (FE FPTU CT)" userId="33772939-cd87-45c1-be61-e0648bc25a53" providerId="ADAL" clId="{5240898B-D951-4403-8DDD-9EAD647F8703}"/>
    <pc:docChg chg="undo custSel addSld delSld modSld sldOrd delSection modSection">
      <pc:chgData name="Oanh Le Thi Kim  (FE FPTU CT)" userId="33772939-cd87-45c1-be61-e0648bc25a53" providerId="ADAL" clId="{5240898B-D951-4403-8DDD-9EAD647F8703}" dt="2021-08-22T02:21:00.590" v="125"/>
      <pc:docMkLst>
        <pc:docMk/>
      </pc:docMkLst>
      <pc:sldChg chg="delSp add del setBg delDesignElem">
        <pc:chgData name="Oanh Le Thi Kim  (FE FPTU CT)" userId="33772939-cd87-45c1-be61-e0648bc25a53" providerId="ADAL" clId="{5240898B-D951-4403-8DDD-9EAD647F8703}" dt="2021-08-22T02:21:00.590" v="125"/>
        <pc:sldMkLst>
          <pc:docMk/>
          <pc:sldMk cId="1809037783" sldId="256"/>
        </pc:sldMkLst>
        <pc:spChg chg="del">
          <ac:chgData name="Oanh Le Thi Kim  (FE FPTU CT)" userId="33772939-cd87-45c1-be61-e0648bc25a53" providerId="ADAL" clId="{5240898B-D951-4403-8DDD-9EAD647F8703}" dt="2021-08-22T02:21:00.590" v="125"/>
          <ac:spMkLst>
            <pc:docMk/>
            <pc:sldMk cId="1809037783" sldId="256"/>
            <ac:spMk id="27" creationId="{7E0DC0F3-E144-463E-88B2-409384AEEEDB}"/>
          </ac:spMkLst>
        </pc:spChg>
        <pc:spChg chg="del">
          <ac:chgData name="Oanh Le Thi Kim  (FE FPTU CT)" userId="33772939-cd87-45c1-be61-e0648bc25a53" providerId="ADAL" clId="{5240898B-D951-4403-8DDD-9EAD647F8703}" dt="2021-08-22T02:21:00.590" v="125"/>
          <ac:spMkLst>
            <pc:docMk/>
            <pc:sldMk cId="1809037783" sldId="256"/>
            <ac:spMk id="28" creationId="{13A8998A-DE1B-4FAE-820A-8A8B3A7B2EE0}"/>
          </ac:spMkLst>
        </pc:spChg>
        <pc:spChg chg="del">
          <ac:chgData name="Oanh Le Thi Kim  (FE FPTU CT)" userId="33772939-cd87-45c1-be61-e0648bc25a53" providerId="ADAL" clId="{5240898B-D951-4403-8DDD-9EAD647F8703}" dt="2021-08-22T02:21:00.590" v="125"/>
          <ac:spMkLst>
            <pc:docMk/>
            <pc:sldMk cId="1809037783" sldId="256"/>
            <ac:spMk id="29" creationId="{39EBA89E-988C-457C-8BDF-3AAB4D9C5878}"/>
          </ac:spMkLst>
        </pc:spChg>
        <pc:spChg chg="del">
          <ac:chgData name="Oanh Le Thi Kim  (FE FPTU CT)" userId="33772939-cd87-45c1-be61-e0648bc25a53" providerId="ADAL" clId="{5240898B-D951-4403-8DDD-9EAD647F8703}" dt="2021-08-22T02:21:00.590" v="125"/>
          <ac:spMkLst>
            <pc:docMk/>
            <pc:sldMk cId="1809037783" sldId="256"/>
            <ac:spMk id="30" creationId="{F7F6B76E-48DD-46FC-A900-366468BBE2D7}"/>
          </ac:spMkLst>
        </pc:spChg>
        <pc:spChg chg="del">
          <ac:chgData name="Oanh Le Thi Kim  (FE FPTU CT)" userId="33772939-cd87-45c1-be61-e0648bc25a53" providerId="ADAL" clId="{5240898B-D951-4403-8DDD-9EAD647F8703}" dt="2021-08-22T02:21:00.590" v="125"/>
          <ac:spMkLst>
            <pc:docMk/>
            <pc:sldMk cId="1809037783" sldId="256"/>
            <ac:spMk id="31" creationId="{313DBE6E-A8BE-42BD-A187-65E0DDA0DC82}"/>
          </ac:spMkLst>
        </pc:spChg>
      </pc:sldChg>
      <pc:sldChg chg="del">
        <pc:chgData name="Oanh Le Thi Kim  (FE FPTU CT)" userId="33772939-cd87-45c1-be61-e0648bc25a53" providerId="ADAL" clId="{5240898B-D951-4403-8DDD-9EAD647F8703}" dt="2021-08-08T10:07:22.831" v="0" actId="47"/>
        <pc:sldMkLst>
          <pc:docMk/>
          <pc:sldMk cId="1275143594" sldId="258"/>
        </pc:sldMkLst>
      </pc:sldChg>
      <pc:sldChg chg="del">
        <pc:chgData name="Oanh Le Thi Kim  (FE FPTU CT)" userId="33772939-cd87-45c1-be61-e0648bc25a53" providerId="ADAL" clId="{5240898B-D951-4403-8DDD-9EAD647F8703}" dt="2021-08-08T10:07:22.831" v="0" actId="47"/>
        <pc:sldMkLst>
          <pc:docMk/>
          <pc:sldMk cId="1378875007" sldId="351"/>
        </pc:sldMkLst>
      </pc:sldChg>
      <pc:sldChg chg="del">
        <pc:chgData name="Oanh Le Thi Kim  (FE FPTU CT)" userId="33772939-cd87-45c1-be61-e0648bc25a53" providerId="ADAL" clId="{5240898B-D951-4403-8DDD-9EAD647F8703}" dt="2021-08-08T10:07:22.831" v="0" actId="47"/>
        <pc:sldMkLst>
          <pc:docMk/>
          <pc:sldMk cId="1502880382" sldId="352"/>
        </pc:sldMkLst>
      </pc:sldChg>
      <pc:sldChg chg="del">
        <pc:chgData name="Oanh Le Thi Kim  (FE FPTU CT)" userId="33772939-cd87-45c1-be61-e0648bc25a53" providerId="ADAL" clId="{5240898B-D951-4403-8DDD-9EAD647F8703}" dt="2021-08-08T10:07:22.831" v="0" actId="47"/>
        <pc:sldMkLst>
          <pc:docMk/>
          <pc:sldMk cId="1921137803" sldId="353"/>
        </pc:sldMkLst>
      </pc:sldChg>
      <pc:sldChg chg="del">
        <pc:chgData name="Oanh Le Thi Kim  (FE FPTU CT)" userId="33772939-cd87-45c1-be61-e0648bc25a53" providerId="ADAL" clId="{5240898B-D951-4403-8DDD-9EAD647F8703}" dt="2021-08-08T10:07:22.831" v="0" actId="47"/>
        <pc:sldMkLst>
          <pc:docMk/>
          <pc:sldMk cId="2396949239" sldId="357"/>
        </pc:sldMkLst>
      </pc:sldChg>
      <pc:sldChg chg="del">
        <pc:chgData name="Oanh Le Thi Kim  (FE FPTU CT)" userId="33772939-cd87-45c1-be61-e0648bc25a53" providerId="ADAL" clId="{5240898B-D951-4403-8DDD-9EAD647F8703}" dt="2021-08-08T10:07:22.831" v="0" actId="47"/>
        <pc:sldMkLst>
          <pc:docMk/>
          <pc:sldMk cId="2373456421" sldId="358"/>
        </pc:sldMkLst>
      </pc:sldChg>
      <pc:sldChg chg="del">
        <pc:chgData name="Oanh Le Thi Kim  (FE FPTU CT)" userId="33772939-cd87-45c1-be61-e0648bc25a53" providerId="ADAL" clId="{5240898B-D951-4403-8DDD-9EAD647F8703}" dt="2021-08-08T10:07:22.831" v="0" actId="47"/>
        <pc:sldMkLst>
          <pc:docMk/>
          <pc:sldMk cId="2507326125" sldId="360"/>
        </pc:sldMkLst>
      </pc:sldChg>
      <pc:sldChg chg="del">
        <pc:chgData name="Oanh Le Thi Kim  (FE FPTU CT)" userId="33772939-cd87-45c1-be61-e0648bc25a53" providerId="ADAL" clId="{5240898B-D951-4403-8DDD-9EAD647F8703}" dt="2021-08-08T10:07:22.831" v="0" actId="47"/>
        <pc:sldMkLst>
          <pc:docMk/>
          <pc:sldMk cId="406647322" sldId="363"/>
        </pc:sldMkLst>
      </pc:sldChg>
      <pc:sldChg chg="del">
        <pc:chgData name="Oanh Le Thi Kim  (FE FPTU CT)" userId="33772939-cd87-45c1-be61-e0648bc25a53" providerId="ADAL" clId="{5240898B-D951-4403-8DDD-9EAD647F8703}" dt="2021-08-08T10:07:22.831" v="0" actId="47"/>
        <pc:sldMkLst>
          <pc:docMk/>
          <pc:sldMk cId="2705303052" sldId="370"/>
        </pc:sldMkLst>
      </pc:sldChg>
      <pc:sldChg chg="del">
        <pc:chgData name="Oanh Le Thi Kim  (FE FPTU CT)" userId="33772939-cd87-45c1-be61-e0648bc25a53" providerId="ADAL" clId="{5240898B-D951-4403-8DDD-9EAD647F8703}" dt="2021-08-08T10:07:22.831" v="0" actId="47"/>
        <pc:sldMkLst>
          <pc:docMk/>
          <pc:sldMk cId="2104607827" sldId="371"/>
        </pc:sldMkLst>
      </pc:sldChg>
      <pc:sldChg chg="del">
        <pc:chgData name="Oanh Le Thi Kim  (FE FPTU CT)" userId="33772939-cd87-45c1-be61-e0648bc25a53" providerId="ADAL" clId="{5240898B-D951-4403-8DDD-9EAD647F8703}" dt="2021-08-08T10:07:22.831" v="0" actId="47"/>
        <pc:sldMkLst>
          <pc:docMk/>
          <pc:sldMk cId="3397200444" sldId="372"/>
        </pc:sldMkLst>
      </pc:sldChg>
      <pc:sldChg chg="del">
        <pc:chgData name="Oanh Le Thi Kim  (FE FPTU CT)" userId="33772939-cd87-45c1-be61-e0648bc25a53" providerId="ADAL" clId="{5240898B-D951-4403-8DDD-9EAD647F8703}" dt="2021-08-08T10:07:22.831" v="0" actId="47"/>
        <pc:sldMkLst>
          <pc:docMk/>
          <pc:sldMk cId="906519154" sldId="415"/>
        </pc:sldMkLst>
      </pc:sldChg>
      <pc:sldChg chg="del">
        <pc:chgData name="Oanh Le Thi Kim  (FE FPTU CT)" userId="33772939-cd87-45c1-be61-e0648bc25a53" providerId="ADAL" clId="{5240898B-D951-4403-8DDD-9EAD647F8703}" dt="2021-08-08T10:07:22.831" v="0" actId="47"/>
        <pc:sldMkLst>
          <pc:docMk/>
          <pc:sldMk cId="1364144826" sldId="427"/>
        </pc:sldMkLst>
      </pc:sldChg>
      <pc:sldChg chg="del">
        <pc:chgData name="Oanh Le Thi Kim  (FE FPTU CT)" userId="33772939-cd87-45c1-be61-e0648bc25a53" providerId="ADAL" clId="{5240898B-D951-4403-8DDD-9EAD647F8703}" dt="2021-08-08T10:07:22.831" v="0" actId="47"/>
        <pc:sldMkLst>
          <pc:docMk/>
          <pc:sldMk cId="608496223" sldId="428"/>
        </pc:sldMkLst>
      </pc:sldChg>
      <pc:sldChg chg="del">
        <pc:chgData name="Oanh Le Thi Kim  (FE FPTU CT)" userId="33772939-cd87-45c1-be61-e0648bc25a53" providerId="ADAL" clId="{5240898B-D951-4403-8DDD-9EAD647F8703}" dt="2021-08-08T10:07:22.831" v="0" actId="47"/>
        <pc:sldMkLst>
          <pc:docMk/>
          <pc:sldMk cId="88392919" sldId="429"/>
        </pc:sldMkLst>
      </pc:sldChg>
      <pc:sldChg chg="del">
        <pc:chgData name="Oanh Le Thi Kim  (FE FPTU CT)" userId="33772939-cd87-45c1-be61-e0648bc25a53" providerId="ADAL" clId="{5240898B-D951-4403-8DDD-9EAD647F8703}" dt="2021-08-08T10:07:22.831" v="0" actId="47"/>
        <pc:sldMkLst>
          <pc:docMk/>
          <pc:sldMk cId="886559900" sldId="430"/>
        </pc:sldMkLst>
      </pc:sldChg>
      <pc:sldChg chg="del">
        <pc:chgData name="Oanh Le Thi Kim  (FE FPTU CT)" userId="33772939-cd87-45c1-be61-e0648bc25a53" providerId="ADAL" clId="{5240898B-D951-4403-8DDD-9EAD647F8703}" dt="2021-08-08T10:07:22.831" v="0" actId="47"/>
        <pc:sldMkLst>
          <pc:docMk/>
          <pc:sldMk cId="3245471418" sldId="435"/>
        </pc:sldMkLst>
      </pc:sldChg>
      <pc:sldChg chg="del">
        <pc:chgData name="Oanh Le Thi Kim  (FE FPTU CT)" userId="33772939-cd87-45c1-be61-e0648bc25a53" providerId="ADAL" clId="{5240898B-D951-4403-8DDD-9EAD647F8703}" dt="2021-08-08T10:07:22.831" v="0" actId="47"/>
        <pc:sldMkLst>
          <pc:docMk/>
          <pc:sldMk cId="1898346204" sldId="443"/>
        </pc:sldMkLst>
      </pc:sldChg>
      <pc:sldChg chg="del">
        <pc:chgData name="Oanh Le Thi Kim  (FE FPTU CT)" userId="33772939-cd87-45c1-be61-e0648bc25a53" providerId="ADAL" clId="{5240898B-D951-4403-8DDD-9EAD647F8703}" dt="2021-08-08T10:07:22.831" v="0" actId="47"/>
        <pc:sldMkLst>
          <pc:docMk/>
          <pc:sldMk cId="3154101632" sldId="461"/>
        </pc:sldMkLst>
      </pc:sldChg>
      <pc:sldChg chg="del">
        <pc:chgData name="Oanh Le Thi Kim  (FE FPTU CT)" userId="33772939-cd87-45c1-be61-e0648bc25a53" providerId="ADAL" clId="{5240898B-D951-4403-8DDD-9EAD647F8703}" dt="2021-08-08T10:07:22.831" v="0" actId="47"/>
        <pc:sldMkLst>
          <pc:docMk/>
          <pc:sldMk cId="479023796" sldId="465"/>
        </pc:sldMkLst>
      </pc:sldChg>
      <pc:sldChg chg="del">
        <pc:chgData name="Oanh Le Thi Kim  (FE FPTU CT)" userId="33772939-cd87-45c1-be61-e0648bc25a53" providerId="ADAL" clId="{5240898B-D951-4403-8DDD-9EAD647F8703}" dt="2021-08-08T10:07:22.831" v="0" actId="47"/>
        <pc:sldMkLst>
          <pc:docMk/>
          <pc:sldMk cId="1463685746" sldId="467"/>
        </pc:sldMkLst>
      </pc:sldChg>
      <pc:sldChg chg="del">
        <pc:chgData name="Oanh Le Thi Kim  (FE FPTU CT)" userId="33772939-cd87-45c1-be61-e0648bc25a53" providerId="ADAL" clId="{5240898B-D951-4403-8DDD-9EAD647F8703}" dt="2021-08-08T10:07:22.831" v="0" actId="47"/>
        <pc:sldMkLst>
          <pc:docMk/>
          <pc:sldMk cId="639745509" sldId="468"/>
        </pc:sldMkLst>
      </pc:sldChg>
      <pc:sldChg chg="del">
        <pc:chgData name="Oanh Le Thi Kim  (FE FPTU CT)" userId="33772939-cd87-45c1-be61-e0648bc25a53" providerId="ADAL" clId="{5240898B-D951-4403-8DDD-9EAD647F8703}" dt="2021-08-08T10:07:22.831" v="0" actId="47"/>
        <pc:sldMkLst>
          <pc:docMk/>
          <pc:sldMk cId="1651932579" sldId="469"/>
        </pc:sldMkLst>
      </pc:sldChg>
      <pc:sldChg chg="del">
        <pc:chgData name="Oanh Le Thi Kim  (FE FPTU CT)" userId="33772939-cd87-45c1-be61-e0648bc25a53" providerId="ADAL" clId="{5240898B-D951-4403-8DDD-9EAD647F8703}" dt="2021-08-08T10:07:22.831" v="0" actId="47"/>
        <pc:sldMkLst>
          <pc:docMk/>
          <pc:sldMk cId="1761823914" sldId="470"/>
        </pc:sldMkLst>
      </pc:sldChg>
      <pc:sldChg chg="del">
        <pc:chgData name="Oanh Le Thi Kim  (FE FPTU CT)" userId="33772939-cd87-45c1-be61-e0648bc25a53" providerId="ADAL" clId="{5240898B-D951-4403-8DDD-9EAD647F8703}" dt="2021-08-08T10:07:22.831" v="0" actId="47"/>
        <pc:sldMkLst>
          <pc:docMk/>
          <pc:sldMk cId="2492953139" sldId="473"/>
        </pc:sldMkLst>
      </pc:sldChg>
      <pc:sldChg chg="del">
        <pc:chgData name="Oanh Le Thi Kim  (FE FPTU CT)" userId="33772939-cd87-45c1-be61-e0648bc25a53" providerId="ADAL" clId="{5240898B-D951-4403-8DDD-9EAD647F8703}" dt="2021-08-08T10:07:22.831" v="0" actId="47"/>
        <pc:sldMkLst>
          <pc:docMk/>
          <pc:sldMk cId="1040436584" sldId="474"/>
        </pc:sldMkLst>
      </pc:sldChg>
      <pc:sldChg chg="del">
        <pc:chgData name="Oanh Le Thi Kim  (FE FPTU CT)" userId="33772939-cd87-45c1-be61-e0648bc25a53" providerId="ADAL" clId="{5240898B-D951-4403-8DDD-9EAD647F8703}" dt="2021-08-08T10:07:22.831" v="0" actId="47"/>
        <pc:sldMkLst>
          <pc:docMk/>
          <pc:sldMk cId="342738750" sldId="475"/>
        </pc:sldMkLst>
      </pc:sldChg>
      <pc:sldChg chg="del">
        <pc:chgData name="Oanh Le Thi Kim  (FE FPTU CT)" userId="33772939-cd87-45c1-be61-e0648bc25a53" providerId="ADAL" clId="{5240898B-D951-4403-8DDD-9EAD647F8703}" dt="2021-08-08T10:07:22.831" v="0" actId="47"/>
        <pc:sldMkLst>
          <pc:docMk/>
          <pc:sldMk cId="3362160084" sldId="481"/>
        </pc:sldMkLst>
      </pc:sldChg>
      <pc:sldChg chg="del">
        <pc:chgData name="Oanh Le Thi Kim  (FE FPTU CT)" userId="33772939-cd87-45c1-be61-e0648bc25a53" providerId="ADAL" clId="{5240898B-D951-4403-8DDD-9EAD647F8703}" dt="2021-08-08T10:07:22.831" v="0" actId="47"/>
        <pc:sldMkLst>
          <pc:docMk/>
          <pc:sldMk cId="2208081324" sldId="485"/>
        </pc:sldMkLst>
      </pc:sldChg>
      <pc:sldChg chg="del">
        <pc:chgData name="Oanh Le Thi Kim  (FE FPTU CT)" userId="33772939-cd87-45c1-be61-e0648bc25a53" providerId="ADAL" clId="{5240898B-D951-4403-8DDD-9EAD647F8703}" dt="2021-08-08T10:07:22.831" v="0" actId="47"/>
        <pc:sldMkLst>
          <pc:docMk/>
          <pc:sldMk cId="894429737" sldId="486"/>
        </pc:sldMkLst>
      </pc:sldChg>
      <pc:sldChg chg="del">
        <pc:chgData name="Oanh Le Thi Kim  (FE FPTU CT)" userId="33772939-cd87-45c1-be61-e0648bc25a53" providerId="ADAL" clId="{5240898B-D951-4403-8DDD-9EAD647F8703}" dt="2021-08-08T10:07:22.831" v="0" actId="47"/>
        <pc:sldMkLst>
          <pc:docMk/>
          <pc:sldMk cId="3384855407" sldId="487"/>
        </pc:sldMkLst>
      </pc:sldChg>
      <pc:sldChg chg="del">
        <pc:chgData name="Oanh Le Thi Kim  (FE FPTU CT)" userId="33772939-cd87-45c1-be61-e0648bc25a53" providerId="ADAL" clId="{5240898B-D951-4403-8DDD-9EAD647F8703}" dt="2021-08-08T10:07:22.831" v="0" actId="47"/>
        <pc:sldMkLst>
          <pc:docMk/>
          <pc:sldMk cId="1061079787" sldId="488"/>
        </pc:sldMkLst>
      </pc:sldChg>
      <pc:sldChg chg="del">
        <pc:chgData name="Oanh Le Thi Kim  (FE FPTU CT)" userId="33772939-cd87-45c1-be61-e0648bc25a53" providerId="ADAL" clId="{5240898B-D951-4403-8DDD-9EAD647F8703}" dt="2021-08-08T10:07:22.831" v="0" actId="47"/>
        <pc:sldMkLst>
          <pc:docMk/>
          <pc:sldMk cId="1064471091" sldId="491"/>
        </pc:sldMkLst>
      </pc:sldChg>
      <pc:sldChg chg="del">
        <pc:chgData name="Oanh Le Thi Kim  (FE FPTU CT)" userId="33772939-cd87-45c1-be61-e0648bc25a53" providerId="ADAL" clId="{5240898B-D951-4403-8DDD-9EAD647F8703}" dt="2021-08-08T10:07:22.831" v="0" actId="47"/>
        <pc:sldMkLst>
          <pc:docMk/>
          <pc:sldMk cId="3151075774" sldId="496"/>
        </pc:sldMkLst>
      </pc:sldChg>
      <pc:sldChg chg="del">
        <pc:chgData name="Oanh Le Thi Kim  (FE FPTU CT)" userId="33772939-cd87-45c1-be61-e0648bc25a53" providerId="ADAL" clId="{5240898B-D951-4403-8DDD-9EAD647F8703}" dt="2021-08-08T10:07:22.831" v="0" actId="47"/>
        <pc:sldMkLst>
          <pc:docMk/>
          <pc:sldMk cId="292098498" sldId="497"/>
        </pc:sldMkLst>
      </pc:sldChg>
      <pc:sldChg chg="addSp delSp modSp mod">
        <pc:chgData name="Oanh Le Thi Kim  (FE FPTU CT)" userId="33772939-cd87-45c1-be61-e0648bc25a53" providerId="ADAL" clId="{5240898B-D951-4403-8DDD-9EAD647F8703}" dt="2021-08-21T06:38:53.493" v="28" actId="1076"/>
        <pc:sldMkLst>
          <pc:docMk/>
          <pc:sldMk cId="1974939322" sldId="498"/>
        </pc:sldMkLst>
        <pc:spChg chg="del mod">
          <ac:chgData name="Oanh Le Thi Kim  (FE FPTU CT)" userId="33772939-cd87-45c1-be61-e0648bc25a53" providerId="ADAL" clId="{5240898B-D951-4403-8DDD-9EAD647F8703}" dt="2021-08-21T06:36:27.224" v="13" actId="478"/>
          <ac:spMkLst>
            <pc:docMk/>
            <pc:sldMk cId="1974939322" sldId="498"/>
            <ac:spMk id="3" creationId="{00000000-0000-0000-0000-000000000000}"/>
          </ac:spMkLst>
        </pc:spChg>
        <pc:spChg chg="mod">
          <ac:chgData name="Oanh Le Thi Kim  (FE FPTU CT)" userId="33772939-cd87-45c1-be61-e0648bc25a53" providerId="ADAL" clId="{5240898B-D951-4403-8DDD-9EAD647F8703}" dt="2021-08-21T06:38:46.093" v="25" actId="1076"/>
          <ac:spMkLst>
            <pc:docMk/>
            <pc:sldMk cId="1974939322" sldId="498"/>
            <ac:spMk id="5" creationId="{ECA4EFEC-CB79-4A21-8F6D-25A311BCF62A}"/>
          </ac:spMkLst>
        </pc:spChg>
        <pc:spChg chg="add del mod">
          <ac:chgData name="Oanh Le Thi Kim  (FE FPTU CT)" userId="33772939-cd87-45c1-be61-e0648bc25a53" providerId="ADAL" clId="{5240898B-D951-4403-8DDD-9EAD647F8703}" dt="2021-08-21T06:36:28.838" v="14" actId="478"/>
          <ac:spMkLst>
            <pc:docMk/>
            <pc:sldMk cId="1974939322" sldId="498"/>
            <ac:spMk id="6" creationId="{CD69744C-76D5-45EC-A179-C661FB4A8BC2}"/>
          </ac:spMkLst>
        </pc:spChg>
        <pc:spChg chg="add mod">
          <ac:chgData name="Oanh Le Thi Kim  (FE FPTU CT)" userId="33772939-cd87-45c1-be61-e0648bc25a53" providerId="ADAL" clId="{5240898B-D951-4403-8DDD-9EAD647F8703}" dt="2021-08-21T06:38:53.493" v="28" actId="1076"/>
          <ac:spMkLst>
            <pc:docMk/>
            <pc:sldMk cId="1974939322" sldId="498"/>
            <ac:spMk id="7" creationId="{A38C6C40-E4D2-4797-983C-50BCBB481922}"/>
          </ac:spMkLst>
        </pc:spChg>
      </pc:sldChg>
      <pc:sldChg chg="addSp modSp mod">
        <pc:chgData name="Oanh Le Thi Kim  (FE FPTU CT)" userId="33772939-cd87-45c1-be61-e0648bc25a53" providerId="ADAL" clId="{5240898B-D951-4403-8DDD-9EAD647F8703}" dt="2021-08-21T06:39:42.214" v="49" actId="14100"/>
        <pc:sldMkLst>
          <pc:docMk/>
          <pc:sldMk cId="966064167" sldId="499"/>
        </pc:sldMkLst>
        <pc:spChg chg="add mod">
          <ac:chgData name="Oanh Le Thi Kim  (FE FPTU CT)" userId="33772939-cd87-45c1-be61-e0648bc25a53" providerId="ADAL" clId="{5240898B-D951-4403-8DDD-9EAD647F8703}" dt="2021-08-21T06:39:35.386" v="48"/>
          <ac:spMkLst>
            <pc:docMk/>
            <pc:sldMk cId="966064167" sldId="499"/>
            <ac:spMk id="6" creationId="{8D3211A2-7B03-47F8-BAA3-C22DF46F28E7}"/>
          </ac:spMkLst>
        </pc:spChg>
        <pc:spChg chg="mod">
          <ac:chgData name="Oanh Le Thi Kim  (FE FPTU CT)" userId="33772939-cd87-45c1-be61-e0648bc25a53" providerId="ADAL" clId="{5240898B-D951-4403-8DDD-9EAD647F8703}" dt="2021-08-21T06:39:42.214" v="49" actId="14100"/>
          <ac:spMkLst>
            <pc:docMk/>
            <pc:sldMk cId="966064167" sldId="499"/>
            <ac:spMk id="8" creationId="{DAEFD4E7-6F3B-431B-AFC3-4AD21E95532A}"/>
          </ac:spMkLst>
        </pc:spChg>
      </pc:sldChg>
      <pc:sldChg chg="del">
        <pc:chgData name="Oanh Le Thi Kim  (FE FPTU CT)" userId="33772939-cd87-45c1-be61-e0648bc25a53" providerId="ADAL" clId="{5240898B-D951-4403-8DDD-9EAD647F8703}" dt="2021-08-08T10:07:22.831" v="0" actId="47"/>
        <pc:sldMkLst>
          <pc:docMk/>
          <pc:sldMk cId="185947829" sldId="500"/>
        </pc:sldMkLst>
      </pc:sldChg>
      <pc:sldChg chg="del">
        <pc:chgData name="Oanh Le Thi Kim  (FE FPTU CT)" userId="33772939-cd87-45c1-be61-e0648bc25a53" providerId="ADAL" clId="{5240898B-D951-4403-8DDD-9EAD647F8703}" dt="2021-08-08T10:07:22.831" v="0" actId="47"/>
        <pc:sldMkLst>
          <pc:docMk/>
          <pc:sldMk cId="1902859379" sldId="507"/>
        </pc:sldMkLst>
      </pc:sldChg>
      <pc:sldChg chg="del">
        <pc:chgData name="Oanh Le Thi Kim  (FE FPTU CT)" userId="33772939-cd87-45c1-be61-e0648bc25a53" providerId="ADAL" clId="{5240898B-D951-4403-8DDD-9EAD647F8703}" dt="2021-08-08T10:07:22.831" v="0" actId="47"/>
        <pc:sldMkLst>
          <pc:docMk/>
          <pc:sldMk cId="316366365" sldId="508"/>
        </pc:sldMkLst>
      </pc:sldChg>
      <pc:sldChg chg="del">
        <pc:chgData name="Oanh Le Thi Kim  (FE FPTU CT)" userId="33772939-cd87-45c1-be61-e0648bc25a53" providerId="ADAL" clId="{5240898B-D951-4403-8DDD-9EAD647F8703}" dt="2021-08-08T10:07:29.844" v="1" actId="47"/>
        <pc:sldMkLst>
          <pc:docMk/>
          <pc:sldMk cId="1153816822" sldId="520"/>
        </pc:sldMkLst>
      </pc:sldChg>
      <pc:sldChg chg="del">
        <pc:chgData name="Oanh Le Thi Kim  (FE FPTU CT)" userId="33772939-cd87-45c1-be61-e0648bc25a53" providerId="ADAL" clId="{5240898B-D951-4403-8DDD-9EAD647F8703}" dt="2021-08-08T10:07:22.831" v="0" actId="47"/>
        <pc:sldMkLst>
          <pc:docMk/>
          <pc:sldMk cId="3188478350" sldId="522"/>
        </pc:sldMkLst>
      </pc:sldChg>
      <pc:sldChg chg="del">
        <pc:chgData name="Oanh Le Thi Kim  (FE FPTU CT)" userId="33772939-cd87-45c1-be61-e0648bc25a53" providerId="ADAL" clId="{5240898B-D951-4403-8DDD-9EAD647F8703}" dt="2021-08-08T10:07:22.831" v="0" actId="47"/>
        <pc:sldMkLst>
          <pc:docMk/>
          <pc:sldMk cId="3327128442" sldId="523"/>
        </pc:sldMkLst>
      </pc:sldChg>
      <pc:sldChg chg="del">
        <pc:chgData name="Oanh Le Thi Kim  (FE FPTU CT)" userId="33772939-cd87-45c1-be61-e0648bc25a53" providerId="ADAL" clId="{5240898B-D951-4403-8DDD-9EAD647F8703}" dt="2021-08-08T10:07:22.831" v="0" actId="47"/>
        <pc:sldMkLst>
          <pc:docMk/>
          <pc:sldMk cId="3578843821" sldId="524"/>
        </pc:sldMkLst>
      </pc:sldChg>
      <pc:sldChg chg="del">
        <pc:chgData name="Oanh Le Thi Kim  (FE FPTU CT)" userId="33772939-cd87-45c1-be61-e0648bc25a53" providerId="ADAL" clId="{5240898B-D951-4403-8DDD-9EAD647F8703}" dt="2021-08-08T10:07:22.831" v="0" actId="47"/>
        <pc:sldMkLst>
          <pc:docMk/>
          <pc:sldMk cId="3061728550" sldId="525"/>
        </pc:sldMkLst>
      </pc:sldChg>
      <pc:sldChg chg="del">
        <pc:chgData name="Oanh Le Thi Kim  (FE FPTU CT)" userId="33772939-cd87-45c1-be61-e0648bc25a53" providerId="ADAL" clId="{5240898B-D951-4403-8DDD-9EAD647F8703}" dt="2021-08-08T10:07:22.831" v="0" actId="47"/>
        <pc:sldMkLst>
          <pc:docMk/>
          <pc:sldMk cId="3525301300" sldId="526"/>
        </pc:sldMkLst>
      </pc:sldChg>
      <pc:sldChg chg="del">
        <pc:chgData name="Oanh Le Thi Kim  (FE FPTU CT)" userId="33772939-cd87-45c1-be61-e0648bc25a53" providerId="ADAL" clId="{5240898B-D951-4403-8DDD-9EAD647F8703}" dt="2021-08-08T10:07:22.831" v="0" actId="47"/>
        <pc:sldMkLst>
          <pc:docMk/>
          <pc:sldMk cId="609547584" sldId="527"/>
        </pc:sldMkLst>
      </pc:sldChg>
      <pc:sldChg chg="del">
        <pc:chgData name="Oanh Le Thi Kim  (FE FPTU CT)" userId="33772939-cd87-45c1-be61-e0648bc25a53" providerId="ADAL" clId="{5240898B-D951-4403-8DDD-9EAD647F8703}" dt="2021-08-08T10:07:22.831" v="0" actId="47"/>
        <pc:sldMkLst>
          <pc:docMk/>
          <pc:sldMk cId="4197795030" sldId="528"/>
        </pc:sldMkLst>
      </pc:sldChg>
      <pc:sldChg chg="del">
        <pc:chgData name="Oanh Le Thi Kim  (FE FPTU CT)" userId="33772939-cd87-45c1-be61-e0648bc25a53" providerId="ADAL" clId="{5240898B-D951-4403-8DDD-9EAD647F8703}" dt="2021-08-08T10:07:22.831" v="0" actId="47"/>
        <pc:sldMkLst>
          <pc:docMk/>
          <pc:sldMk cId="2142847344" sldId="529"/>
        </pc:sldMkLst>
      </pc:sldChg>
      <pc:sldChg chg="del">
        <pc:chgData name="Oanh Le Thi Kim  (FE FPTU CT)" userId="33772939-cd87-45c1-be61-e0648bc25a53" providerId="ADAL" clId="{5240898B-D951-4403-8DDD-9EAD647F8703}" dt="2021-08-08T10:07:22.831" v="0" actId="47"/>
        <pc:sldMkLst>
          <pc:docMk/>
          <pc:sldMk cId="1240510156" sldId="530"/>
        </pc:sldMkLst>
      </pc:sldChg>
      <pc:sldChg chg="del">
        <pc:chgData name="Oanh Le Thi Kim  (FE FPTU CT)" userId="33772939-cd87-45c1-be61-e0648bc25a53" providerId="ADAL" clId="{5240898B-D951-4403-8DDD-9EAD647F8703}" dt="2021-08-08T10:07:22.831" v="0" actId="47"/>
        <pc:sldMkLst>
          <pc:docMk/>
          <pc:sldMk cId="1876143650" sldId="531"/>
        </pc:sldMkLst>
      </pc:sldChg>
      <pc:sldChg chg="del">
        <pc:chgData name="Oanh Le Thi Kim  (FE FPTU CT)" userId="33772939-cd87-45c1-be61-e0648bc25a53" providerId="ADAL" clId="{5240898B-D951-4403-8DDD-9EAD647F8703}" dt="2021-08-08T10:07:22.831" v="0" actId="47"/>
        <pc:sldMkLst>
          <pc:docMk/>
          <pc:sldMk cId="4116813254" sldId="532"/>
        </pc:sldMkLst>
      </pc:sldChg>
      <pc:sldChg chg="del">
        <pc:chgData name="Oanh Le Thi Kim  (FE FPTU CT)" userId="33772939-cd87-45c1-be61-e0648bc25a53" providerId="ADAL" clId="{5240898B-D951-4403-8DDD-9EAD647F8703}" dt="2021-08-08T10:07:22.831" v="0" actId="47"/>
        <pc:sldMkLst>
          <pc:docMk/>
          <pc:sldMk cId="1828293573" sldId="533"/>
        </pc:sldMkLst>
      </pc:sldChg>
      <pc:sldChg chg="del">
        <pc:chgData name="Oanh Le Thi Kim  (FE FPTU CT)" userId="33772939-cd87-45c1-be61-e0648bc25a53" providerId="ADAL" clId="{5240898B-D951-4403-8DDD-9EAD647F8703}" dt="2021-08-08T10:07:22.831" v="0" actId="47"/>
        <pc:sldMkLst>
          <pc:docMk/>
          <pc:sldMk cId="2779800683" sldId="534"/>
        </pc:sldMkLst>
      </pc:sldChg>
      <pc:sldChg chg="del">
        <pc:chgData name="Oanh Le Thi Kim  (FE FPTU CT)" userId="33772939-cd87-45c1-be61-e0648bc25a53" providerId="ADAL" clId="{5240898B-D951-4403-8DDD-9EAD647F8703}" dt="2021-08-08T10:07:22.831" v="0" actId="47"/>
        <pc:sldMkLst>
          <pc:docMk/>
          <pc:sldMk cId="1861529350" sldId="535"/>
        </pc:sldMkLst>
      </pc:sldChg>
      <pc:sldChg chg="del">
        <pc:chgData name="Oanh Le Thi Kim  (FE FPTU CT)" userId="33772939-cd87-45c1-be61-e0648bc25a53" providerId="ADAL" clId="{5240898B-D951-4403-8DDD-9EAD647F8703}" dt="2021-08-08T10:07:22.831" v="0" actId="47"/>
        <pc:sldMkLst>
          <pc:docMk/>
          <pc:sldMk cId="2274424584" sldId="536"/>
        </pc:sldMkLst>
      </pc:sldChg>
      <pc:sldChg chg="del">
        <pc:chgData name="Oanh Le Thi Kim  (FE FPTU CT)" userId="33772939-cd87-45c1-be61-e0648bc25a53" providerId="ADAL" clId="{5240898B-D951-4403-8DDD-9EAD647F8703}" dt="2021-08-08T10:07:22.831" v="0" actId="47"/>
        <pc:sldMkLst>
          <pc:docMk/>
          <pc:sldMk cId="2666912814" sldId="537"/>
        </pc:sldMkLst>
      </pc:sldChg>
      <pc:sldChg chg="del">
        <pc:chgData name="Oanh Le Thi Kim  (FE FPTU CT)" userId="33772939-cd87-45c1-be61-e0648bc25a53" providerId="ADAL" clId="{5240898B-D951-4403-8DDD-9EAD647F8703}" dt="2021-08-08T10:07:22.831" v="0" actId="47"/>
        <pc:sldMkLst>
          <pc:docMk/>
          <pc:sldMk cId="3064711339" sldId="539"/>
        </pc:sldMkLst>
      </pc:sldChg>
      <pc:sldChg chg="del">
        <pc:chgData name="Oanh Le Thi Kim  (FE FPTU CT)" userId="33772939-cd87-45c1-be61-e0648bc25a53" providerId="ADAL" clId="{5240898B-D951-4403-8DDD-9EAD647F8703}" dt="2021-08-08T10:07:22.831" v="0" actId="47"/>
        <pc:sldMkLst>
          <pc:docMk/>
          <pc:sldMk cId="2233207590" sldId="540"/>
        </pc:sldMkLst>
      </pc:sldChg>
      <pc:sldChg chg="del">
        <pc:chgData name="Oanh Le Thi Kim  (FE FPTU CT)" userId="33772939-cd87-45c1-be61-e0648bc25a53" providerId="ADAL" clId="{5240898B-D951-4403-8DDD-9EAD647F8703}" dt="2021-08-08T10:07:22.831" v="0" actId="47"/>
        <pc:sldMkLst>
          <pc:docMk/>
          <pc:sldMk cId="634359327" sldId="541"/>
        </pc:sldMkLst>
      </pc:sldChg>
      <pc:sldChg chg="del">
        <pc:chgData name="Oanh Le Thi Kim  (FE FPTU CT)" userId="33772939-cd87-45c1-be61-e0648bc25a53" providerId="ADAL" clId="{5240898B-D951-4403-8DDD-9EAD647F8703}" dt="2021-08-08T10:07:22.831" v="0" actId="47"/>
        <pc:sldMkLst>
          <pc:docMk/>
          <pc:sldMk cId="3937232163" sldId="542"/>
        </pc:sldMkLst>
      </pc:sldChg>
      <pc:sldChg chg="del">
        <pc:chgData name="Oanh Le Thi Kim  (FE FPTU CT)" userId="33772939-cd87-45c1-be61-e0648bc25a53" providerId="ADAL" clId="{5240898B-D951-4403-8DDD-9EAD647F8703}" dt="2021-08-08T10:07:22.831" v="0" actId="47"/>
        <pc:sldMkLst>
          <pc:docMk/>
          <pc:sldMk cId="761691474" sldId="544"/>
        </pc:sldMkLst>
      </pc:sldChg>
      <pc:sldChg chg="del">
        <pc:chgData name="Oanh Le Thi Kim  (FE FPTU CT)" userId="33772939-cd87-45c1-be61-e0648bc25a53" providerId="ADAL" clId="{5240898B-D951-4403-8DDD-9EAD647F8703}" dt="2021-08-08T10:07:22.831" v="0" actId="47"/>
        <pc:sldMkLst>
          <pc:docMk/>
          <pc:sldMk cId="3493391816" sldId="545"/>
        </pc:sldMkLst>
      </pc:sldChg>
      <pc:sldChg chg="del">
        <pc:chgData name="Oanh Le Thi Kim  (FE FPTU CT)" userId="33772939-cd87-45c1-be61-e0648bc25a53" providerId="ADAL" clId="{5240898B-D951-4403-8DDD-9EAD647F8703}" dt="2021-08-08T10:07:22.831" v="0" actId="47"/>
        <pc:sldMkLst>
          <pc:docMk/>
          <pc:sldMk cId="2483994906" sldId="546"/>
        </pc:sldMkLst>
      </pc:sldChg>
      <pc:sldChg chg="del">
        <pc:chgData name="Oanh Le Thi Kim  (FE FPTU CT)" userId="33772939-cd87-45c1-be61-e0648bc25a53" providerId="ADAL" clId="{5240898B-D951-4403-8DDD-9EAD647F8703}" dt="2021-08-08T10:07:22.831" v="0" actId="47"/>
        <pc:sldMkLst>
          <pc:docMk/>
          <pc:sldMk cId="3414653852" sldId="547"/>
        </pc:sldMkLst>
      </pc:sldChg>
      <pc:sldChg chg="del">
        <pc:chgData name="Oanh Le Thi Kim  (FE FPTU CT)" userId="33772939-cd87-45c1-be61-e0648bc25a53" providerId="ADAL" clId="{5240898B-D951-4403-8DDD-9EAD647F8703}" dt="2021-08-08T10:07:22.831" v="0" actId="47"/>
        <pc:sldMkLst>
          <pc:docMk/>
          <pc:sldMk cId="1747912885" sldId="548"/>
        </pc:sldMkLst>
      </pc:sldChg>
      <pc:sldChg chg="del">
        <pc:chgData name="Oanh Le Thi Kim  (FE FPTU CT)" userId="33772939-cd87-45c1-be61-e0648bc25a53" providerId="ADAL" clId="{5240898B-D951-4403-8DDD-9EAD647F8703}" dt="2021-08-08T10:07:22.831" v="0" actId="47"/>
        <pc:sldMkLst>
          <pc:docMk/>
          <pc:sldMk cId="1431587780" sldId="549"/>
        </pc:sldMkLst>
      </pc:sldChg>
      <pc:sldChg chg="del">
        <pc:chgData name="Oanh Le Thi Kim  (FE FPTU CT)" userId="33772939-cd87-45c1-be61-e0648bc25a53" providerId="ADAL" clId="{5240898B-D951-4403-8DDD-9EAD647F8703}" dt="2021-08-08T10:07:22.831" v="0" actId="47"/>
        <pc:sldMkLst>
          <pc:docMk/>
          <pc:sldMk cId="827892753" sldId="550"/>
        </pc:sldMkLst>
      </pc:sldChg>
      <pc:sldChg chg="del">
        <pc:chgData name="Oanh Le Thi Kim  (FE FPTU CT)" userId="33772939-cd87-45c1-be61-e0648bc25a53" providerId="ADAL" clId="{5240898B-D951-4403-8DDD-9EAD647F8703}" dt="2021-08-08T10:07:22.831" v="0" actId="47"/>
        <pc:sldMkLst>
          <pc:docMk/>
          <pc:sldMk cId="2929011081" sldId="551"/>
        </pc:sldMkLst>
      </pc:sldChg>
      <pc:sldChg chg="del">
        <pc:chgData name="Oanh Le Thi Kim  (FE FPTU CT)" userId="33772939-cd87-45c1-be61-e0648bc25a53" providerId="ADAL" clId="{5240898B-D951-4403-8DDD-9EAD647F8703}" dt="2021-08-08T10:07:22.831" v="0" actId="47"/>
        <pc:sldMkLst>
          <pc:docMk/>
          <pc:sldMk cId="840231377" sldId="552"/>
        </pc:sldMkLst>
      </pc:sldChg>
      <pc:sldChg chg="del">
        <pc:chgData name="Oanh Le Thi Kim  (FE FPTU CT)" userId="33772939-cd87-45c1-be61-e0648bc25a53" providerId="ADAL" clId="{5240898B-D951-4403-8DDD-9EAD647F8703}" dt="2021-08-08T10:07:22.831" v="0" actId="47"/>
        <pc:sldMkLst>
          <pc:docMk/>
          <pc:sldMk cId="2419891642" sldId="553"/>
        </pc:sldMkLst>
      </pc:sldChg>
      <pc:sldChg chg="del">
        <pc:chgData name="Oanh Le Thi Kim  (FE FPTU CT)" userId="33772939-cd87-45c1-be61-e0648bc25a53" providerId="ADAL" clId="{5240898B-D951-4403-8DDD-9EAD647F8703}" dt="2021-08-08T10:07:22.831" v="0" actId="47"/>
        <pc:sldMkLst>
          <pc:docMk/>
          <pc:sldMk cId="2530819923" sldId="554"/>
        </pc:sldMkLst>
      </pc:sldChg>
      <pc:sldChg chg="del">
        <pc:chgData name="Oanh Le Thi Kim  (FE FPTU CT)" userId="33772939-cd87-45c1-be61-e0648bc25a53" providerId="ADAL" clId="{5240898B-D951-4403-8DDD-9EAD647F8703}" dt="2021-08-08T10:07:22.831" v="0" actId="47"/>
        <pc:sldMkLst>
          <pc:docMk/>
          <pc:sldMk cId="3523308158" sldId="555"/>
        </pc:sldMkLst>
      </pc:sldChg>
      <pc:sldChg chg="del">
        <pc:chgData name="Oanh Le Thi Kim  (FE FPTU CT)" userId="33772939-cd87-45c1-be61-e0648bc25a53" providerId="ADAL" clId="{5240898B-D951-4403-8DDD-9EAD647F8703}" dt="2021-08-08T10:07:22.831" v="0" actId="47"/>
        <pc:sldMkLst>
          <pc:docMk/>
          <pc:sldMk cId="2307656227" sldId="556"/>
        </pc:sldMkLst>
      </pc:sldChg>
      <pc:sldChg chg="del">
        <pc:chgData name="Oanh Le Thi Kim  (FE FPTU CT)" userId="33772939-cd87-45c1-be61-e0648bc25a53" providerId="ADAL" clId="{5240898B-D951-4403-8DDD-9EAD647F8703}" dt="2021-08-08T10:07:22.831" v="0" actId="47"/>
        <pc:sldMkLst>
          <pc:docMk/>
          <pc:sldMk cId="3275638838" sldId="557"/>
        </pc:sldMkLst>
      </pc:sldChg>
      <pc:sldChg chg="modNotesTx">
        <pc:chgData name="Oanh Le Thi Kim  (FE FPTU CT)" userId="33772939-cd87-45c1-be61-e0648bc25a53" providerId="ADAL" clId="{5240898B-D951-4403-8DDD-9EAD647F8703}" dt="2021-08-21T06:43:18.691" v="123" actId="20577"/>
        <pc:sldMkLst>
          <pc:docMk/>
          <pc:sldMk cId="2342303636" sldId="564"/>
        </pc:sldMkLst>
      </pc:sldChg>
      <pc:sldChg chg="addSp delSp modSp add mod ord modAnim">
        <pc:chgData name="Oanh Le Thi Kim  (FE FPTU CT)" userId="33772939-cd87-45c1-be61-e0648bc25a53" providerId="ADAL" clId="{5240898B-D951-4403-8DDD-9EAD647F8703}" dt="2021-08-21T06:40:25.537" v="55" actId="1076"/>
        <pc:sldMkLst>
          <pc:docMk/>
          <pc:sldMk cId="1147569802" sldId="565"/>
        </pc:sldMkLst>
        <pc:spChg chg="mod">
          <ac:chgData name="Oanh Le Thi Kim  (FE FPTU CT)" userId="33772939-cd87-45c1-be61-e0648bc25a53" providerId="ADAL" clId="{5240898B-D951-4403-8DDD-9EAD647F8703}" dt="2021-08-21T06:36:21.433" v="10" actId="27636"/>
          <ac:spMkLst>
            <pc:docMk/>
            <pc:sldMk cId="1147569802" sldId="565"/>
            <ac:spMk id="3" creationId="{00000000-0000-0000-0000-000000000000}"/>
          </ac:spMkLst>
        </pc:spChg>
        <pc:spChg chg="del">
          <ac:chgData name="Oanh Le Thi Kim  (FE FPTU CT)" userId="33772939-cd87-45c1-be61-e0648bc25a53" providerId="ADAL" clId="{5240898B-D951-4403-8DDD-9EAD647F8703}" dt="2021-08-21T06:36:17.518" v="8" actId="478"/>
          <ac:spMkLst>
            <pc:docMk/>
            <pc:sldMk cId="1147569802" sldId="565"/>
            <ac:spMk id="5" creationId="{ECA4EFEC-CB79-4A21-8F6D-25A311BCF62A}"/>
          </ac:spMkLst>
        </pc:spChg>
        <pc:picChg chg="add mod">
          <ac:chgData name="Oanh Le Thi Kim  (FE FPTU CT)" userId="33772939-cd87-45c1-be61-e0648bc25a53" providerId="ADAL" clId="{5240898B-D951-4403-8DDD-9EAD647F8703}" dt="2021-08-21T06:40:25.537" v="55" actId="1076"/>
          <ac:picMkLst>
            <pc:docMk/>
            <pc:sldMk cId="1147569802" sldId="565"/>
            <ac:picMk id="4" creationId="{62094985-A64D-4211-8929-07EA85E32698}"/>
          </ac:picMkLst>
        </pc:picChg>
      </pc:sldChg>
      <pc:sldChg chg="del">
        <pc:chgData name="Oanh Le Thi Kim  (FE FPTU CT)" userId="33772939-cd87-45c1-be61-e0648bc25a53" providerId="ADAL" clId="{5240898B-D951-4403-8DDD-9EAD647F8703}" dt="2021-08-08T10:07:22.831" v="0" actId="47"/>
        <pc:sldMkLst>
          <pc:docMk/>
          <pc:sldMk cId="3495950575" sldId="566"/>
        </pc:sldMkLst>
      </pc:sldChg>
      <pc:sldChg chg="del">
        <pc:chgData name="Oanh Le Thi Kim  (FE FPTU CT)" userId="33772939-cd87-45c1-be61-e0648bc25a53" providerId="ADAL" clId="{5240898B-D951-4403-8DDD-9EAD647F8703}" dt="2021-08-08T10:07:22.831" v="0" actId="47"/>
        <pc:sldMkLst>
          <pc:docMk/>
          <pc:sldMk cId="2222945943" sldId="567"/>
        </pc:sldMkLst>
      </pc:sldChg>
      <pc:sldChg chg="del">
        <pc:chgData name="Oanh Le Thi Kim  (FE FPTU CT)" userId="33772939-cd87-45c1-be61-e0648bc25a53" providerId="ADAL" clId="{5240898B-D951-4403-8DDD-9EAD647F8703}" dt="2021-08-08T10:07:22.831" v="0" actId="47"/>
        <pc:sldMkLst>
          <pc:docMk/>
          <pc:sldMk cId="3718655682" sldId="568"/>
        </pc:sldMkLst>
      </pc:sldChg>
      <pc:sldChg chg="del">
        <pc:chgData name="Oanh Le Thi Kim  (FE FPTU CT)" userId="33772939-cd87-45c1-be61-e0648bc25a53" providerId="ADAL" clId="{5240898B-D951-4403-8DDD-9EAD647F8703}" dt="2021-08-08T10:07:22.831" v="0" actId="47"/>
        <pc:sldMkLst>
          <pc:docMk/>
          <pc:sldMk cId="754117947" sldId="570"/>
        </pc:sldMkLst>
      </pc:sldChg>
    </pc:docChg>
  </pc:docChgLst>
  <pc:docChgLst>
    <pc:chgData name="Le Thi Kim Oanh (FE FPTU CT)" userId="33772939-cd87-45c1-be61-e0648bc25a53" providerId="ADAL" clId="{5240898B-D951-4403-8DDD-9EAD647F8703}"/>
    <pc:docChg chg="custSel addSld modSld sldOrd">
      <pc:chgData name="Le Thi Kim Oanh (FE FPTU CT)" userId="33772939-cd87-45c1-be61-e0648bc25a53" providerId="ADAL" clId="{5240898B-D951-4403-8DDD-9EAD647F8703}" dt="2021-09-14T04:34:15.442" v="165" actId="962"/>
      <pc:docMkLst>
        <pc:docMk/>
      </pc:docMkLst>
      <pc:sldChg chg="modSp mod">
        <pc:chgData name="Le Thi Kim Oanh (FE FPTU CT)" userId="33772939-cd87-45c1-be61-e0648bc25a53" providerId="ADAL" clId="{5240898B-D951-4403-8DDD-9EAD647F8703}" dt="2021-09-13T13:42:13.123" v="4" actId="403"/>
        <pc:sldMkLst>
          <pc:docMk/>
          <pc:sldMk cId="3450673402" sldId="454"/>
        </pc:sldMkLst>
        <pc:spChg chg="mod">
          <ac:chgData name="Le Thi Kim Oanh (FE FPTU CT)" userId="33772939-cd87-45c1-be61-e0648bc25a53" providerId="ADAL" clId="{5240898B-D951-4403-8DDD-9EAD647F8703}" dt="2021-09-13T13:42:13.123" v="4" actId="403"/>
          <ac:spMkLst>
            <pc:docMk/>
            <pc:sldMk cId="3450673402" sldId="454"/>
            <ac:spMk id="2" creationId="{5EF6DCCE-80F6-4D0D-97C7-067D35D1D426}"/>
          </ac:spMkLst>
        </pc:spChg>
      </pc:sldChg>
      <pc:sldChg chg="modSp mod">
        <pc:chgData name="Le Thi Kim Oanh (FE FPTU CT)" userId="33772939-cd87-45c1-be61-e0648bc25a53" providerId="ADAL" clId="{5240898B-D951-4403-8DDD-9EAD647F8703}" dt="2021-09-14T04:32:53.645" v="144" actId="207"/>
        <pc:sldMkLst>
          <pc:docMk/>
          <pc:sldMk cId="1974939322" sldId="498"/>
        </pc:sldMkLst>
        <pc:spChg chg="mod">
          <ac:chgData name="Le Thi Kim Oanh (FE FPTU CT)" userId="33772939-cd87-45c1-be61-e0648bc25a53" providerId="ADAL" clId="{5240898B-D951-4403-8DDD-9EAD647F8703}" dt="2021-09-14T04:32:53.645" v="144" actId="207"/>
          <ac:spMkLst>
            <pc:docMk/>
            <pc:sldMk cId="1974939322" sldId="498"/>
            <ac:spMk id="5" creationId="{ECA4EFEC-CB79-4A21-8F6D-25A311BCF62A}"/>
          </ac:spMkLst>
        </pc:spChg>
      </pc:sldChg>
      <pc:sldChg chg="addSp delSp modSp add mod">
        <pc:chgData name="Le Thi Kim Oanh (FE FPTU CT)" userId="33772939-cd87-45c1-be61-e0648bc25a53" providerId="ADAL" clId="{5240898B-D951-4403-8DDD-9EAD647F8703}" dt="2021-09-14T04:33:48.486" v="156" actId="20577"/>
        <pc:sldMkLst>
          <pc:docMk/>
          <pc:sldMk cId="3766553441" sldId="532"/>
        </pc:sldMkLst>
        <pc:spChg chg="mod">
          <ac:chgData name="Le Thi Kim Oanh (FE FPTU CT)" userId="33772939-cd87-45c1-be61-e0648bc25a53" providerId="ADAL" clId="{5240898B-D951-4403-8DDD-9EAD647F8703}" dt="2021-09-14T04:33:48.486" v="156" actId="20577"/>
          <ac:spMkLst>
            <pc:docMk/>
            <pc:sldMk cId="3766553441" sldId="532"/>
            <ac:spMk id="2" creationId="{42E7FF3D-1C5F-4028-AF2A-1DAE728C2E9F}"/>
          </ac:spMkLst>
        </pc:spChg>
        <pc:spChg chg="add del mod">
          <ac:chgData name="Le Thi Kim Oanh (FE FPTU CT)" userId="33772939-cd87-45c1-be61-e0648bc25a53" providerId="ADAL" clId="{5240898B-D951-4403-8DDD-9EAD647F8703}" dt="2021-09-14T04:33:28.460" v="147" actId="931"/>
          <ac:spMkLst>
            <pc:docMk/>
            <pc:sldMk cId="3766553441" sldId="532"/>
            <ac:spMk id="4" creationId="{83EB2D8E-DEE2-4DFA-A7DC-22D1D360AE2D}"/>
          </ac:spMkLst>
        </pc:spChg>
        <pc:picChg chg="del">
          <ac:chgData name="Le Thi Kim Oanh (FE FPTU CT)" userId="33772939-cd87-45c1-be61-e0648bc25a53" providerId="ADAL" clId="{5240898B-D951-4403-8DDD-9EAD647F8703}" dt="2021-09-14T04:33:15.629" v="146" actId="478"/>
          <ac:picMkLst>
            <pc:docMk/>
            <pc:sldMk cId="3766553441" sldId="532"/>
            <ac:picMk id="6" creationId="{73F97F71-496B-4FF9-BFF7-1E7EB15F26F5}"/>
          </ac:picMkLst>
        </pc:picChg>
        <pc:picChg chg="add mod">
          <ac:chgData name="Le Thi Kim Oanh (FE FPTU CT)" userId="33772939-cd87-45c1-be61-e0648bc25a53" providerId="ADAL" clId="{5240898B-D951-4403-8DDD-9EAD647F8703}" dt="2021-09-14T04:33:34.707" v="152" actId="14100"/>
          <ac:picMkLst>
            <pc:docMk/>
            <pc:sldMk cId="3766553441" sldId="532"/>
            <ac:picMk id="7" creationId="{54F22ABA-D55B-484C-81B0-6F1D37E6D556}"/>
          </ac:picMkLst>
        </pc:picChg>
      </pc:sldChg>
      <pc:sldChg chg="modSp add mod ord">
        <pc:chgData name="Le Thi Kim Oanh (FE FPTU CT)" userId="33772939-cd87-45c1-be61-e0648bc25a53" providerId="ADAL" clId="{5240898B-D951-4403-8DDD-9EAD647F8703}" dt="2021-09-14T04:32:39.444" v="143"/>
        <pc:sldMkLst>
          <pc:docMk/>
          <pc:sldMk cId="4220539251" sldId="566"/>
        </pc:sldMkLst>
        <pc:spChg chg="mod">
          <ac:chgData name="Le Thi Kim Oanh (FE FPTU CT)" userId="33772939-cd87-45c1-be61-e0648bc25a53" providerId="ADAL" clId="{5240898B-D951-4403-8DDD-9EAD647F8703}" dt="2021-09-14T04:31:34.602" v="28" actId="20577"/>
          <ac:spMkLst>
            <pc:docMk/>
            <pc:sldMk cId="4220539251" sldId="566"/>
            <ac:spMk id="2" creationId="{00000000-0000-0000-0000-000000000000}"/>
          </ac:spMkLst>
        </pc:spChg>
        <pc:spChg chg="mod">
          <ac:chgData name="Le Thi Kim Oanh (FE FPTU CT)" userId="33772939-cd87-45c1-be61-e0648bc25a53" providerId="ADAL" clId="{5240898B-D951-4403-8DDD-9EAD647F8703}" dt="2021-09-14T04:32:32.589" v="141" actId="403"/>
          <ac:spMkLst>
            <pc:docMk/>
            <pc:sldMk cId="4220539251" sldId="566"/>
            <ac:spMk id="5" creationId="{ECA4EFEC-CB79-4A21-8F6D-25A311BCF62A}"/>
          </ac:spMkLst>
        </pc:spChg>
        <pc:spChg chg="mod">
          <ac:chgData name="Le Thi Kim Oanh (FE FPTU CT)" userId="33772939-cd87-45c1-be61-e0648bc25a53" providerId="ADAL" clId="{5240898B-D951-4403-8DDD-9EAD647F8703}" dt="2021-09-14T04:31:28.713" v="24" actId="20577"/>
          <ac:spMkLst>
            <pc:docMk/>
            <pc:sldMk cId="4220539251" sldId="566"/>
            <ac:spMk id="7" creationId="{A38C6C40-E4D2-4797-983C-50BCBB481922}"/>
          </ac:spMkLst>
        </pc:spChg>
      </pc:sldChg>
      <pc:sldChg chg="addSp delSp modSp add mod ord">
        <pc:chgData name="Le Thi Kim Oanh (FE FPTU CT)" userId="33772939-cd87-45c1-be61-e0648bc25a53" providerId="ADAL" clId="{5240898B-D951-4403-8DDD-9EAD647F8703}" dt="2021-09-14T04:34:15.442" v="165" actId="962"/>
        <pc:sldMkLst>
          <pc:docMk/>
          <pc:sldMk cId="2233315533" sldId="567"/>
        </pc:sldMkLst>
        <pc:spChg chg="add del mod">
          <ac:chgData name="Le Thi Kim Oanh (FE FPTU CT)" userId="33772939-cd87-45c1-be61-e0648bc25a53" providerId="ADAL" clId="{5240898B-D951-4403-8DDD-9EAD647F8703}" dt="2021-09-14T04:34:11.226" v="161" actId="931"/>
          <ac:spMkLst>
            <pc:docMk/>
            <pc:sldMk cId="2233315533" sldId="567"/>
            <ac:spMk id="4" creationId="{CE98DB06-1F22-4A96-807B-6AD199BA0C06}"/>
          </ac:spMkLst>
        </pc:spChg>
        <pc:picChg chg="add mod">
          <ac:chgData name="Le Thi Kim Oanh (FE FPTU CT)" userId="33772939-cd87-45c1-be61-e0648bc25a53" providerId="ADAL" clId="{5240898B-D951-4403-8DDD-9EAD647F8703}" dt="2021-09-14T04:34:15.442" v="165" actId="962"/>
          <ac:picMkLst>
            <pc:docMk/>
            <pc:sldMk cId="2233315533" sldId="567"/>
            <ac:picMk id="6" creationId="{566D717E-0092-4C72-A63C-E87AFED02F84}"/>
          </ac:picMkLst>
        </pc:picChg>
        <pc:picChg chg="del">
          <ac:chgData name="Le Thi Kim Oanh (FE FPTU CT)" userId="33772939-cd87-45c1-be61-e0648bc25a53" providerId="ADAL" clId="{5240898B-D951-4403-8DDD-9EAD647F8703}" dt="2021-09-14T04:33:58.359" v="160" actId="478"/>
          <ac:picMkLst>
            <pc:docMk/>
            <pc:sldMk cId="2233315533" sldId="567"/>
            <ac:picMk id="7" creationId="{54F22ABA-D55B-484C-81B0-6F1D37E6D55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4AC79-637E-4A71-B73B-6E806EDF51EE}" type="datetimeFigureOut">
              <a:rPr lang="en-US" smtClean="0"/>
              <a:t>9/14/2021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8D07D-93F7-416F-A73A-05ECF16F3B14}" type="slidenum">
              <a:rPr lang="en-US" smtClean="0"/>
              <a:t>‹#›</a:t>
            </a:fld>
            <a:endParaRPr lang="en-US"/>
          </a:p>
        </p:txBody>
      </p:sp>
    </p:spTree>
    <p:extLst>
      <p:ext uri="{BB962C8B-B14F-4D97-AF65-F5344CB8AC3E}">
        <p14:creationId xmlns:p14="http://schemas.microsoft.com/office/powerpoint/2010/main" val="418500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1</a:t>
            </a:fld>
            <a:endParaRPr lang="en-US"/>
          </a:p>
        </p:txBody>
      </p:sp>
    </p:spTree>
    <p:extLst>
      <p:ext uri="{BB962C8B-B14F-4D97-AF65-F5344CB8AC3E}">
        <p14:creationId xmlns:p14="http://schemas.microsoft.com/office/powerpoint/2010/main" val="1781445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2</a:t>
            </a:fld>
            <a:endParaRPr lang="en-US"/>
          </a:p>
        </p:txBody>
      </p:sp>
    </p:spTree>
    <p:extLst>
      <p:ext uri="{BB962C8B-B14F-4D97-AF65-F5344CB8AC3E}">
        <p14:creationId xmlns:p14="http://schemas.microsoft.com/office/powerpoint/2010/main" val="207265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3</a:t>
            </a:fld>
            <a:endParaRPr lang="en-US"/>
          </a:p>
        </p:txBody>
      </p:sp>
    </p:spTree>
    <p:extLst>
      <p:ext uri="{BB962C8B-B14F-4D97-AF65-F5344CB8AC3E}">
        <p14:creationId xmlns:p14="http://schemas.microsoft.com/office/powerpoint/2010/main" val="1570022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4</a:t>
            </a:fld>
            <a:endParaRPr lang="en-US"/>
          </a:p>
        </p:txBody>
      </p:sp>
    </p:spTree>
    <p:extLst>
      <p:ext uri="{BB962C8B-B14F-4D97-AF65-F5344CB8AC3E}">
        <p14:creationId xmlns:p14="http://schemas.microsoft.com/office/powerpoint/2010/main" val="1273049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5</a:t>
            </a:fld>
            <a:endParaRPr lang="en-US"/>
          </a:p>
        </p:txBody>
      </p:sp>
    </p:spTree>
    <p:extLst>
      <p:ext uri="{BB962C8B-B14F-4D97-AF65-F5344CB8AC3E}">
        <p14:creationId xmlns:p14="http://schemas.microsoft.com/office/powerpoint/2010/main" val="2230156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r>
              <a:rPr lang="ja-JP" altLang="en-US" b="0" i="0" dirty="0">
                <a:solidFill>
                  <a:srgbClr val="000000"/>
                </a:solidFill>
                <a:effectLst/>
                <a:latin typeface="Arial" panose="020B0604020202020204" pitchFamily="34" charset="0"/>
              </a:rPr>
              <a:t>ハイキングのとき、すべり落ちました。</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２．帽子が飛びました。そして、帽子を取ろうとして、落ちました。木にぶつかりました、</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３．とても痛かったです。手や足をすりむいて、血が出ています。</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４．いいえ、しばらく動けませんでした。</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５．友達に助けてもらいました。</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６．とても怖いです。</a:t>
            </a: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6</a:t>
            </a:fld>
            <a:endParaRPr lang="en-US"/>
          </a:p>
        </p:txBody>
      </p:sp>
    </p:spTree>
    <p:extLst>
      <p:ext uri="{BB962C8B-B14F-4D97-AF65-F5344CB8AC3E}">
        <p14:creationId xmlns:p14="http://schemas.microsoft.com/office/powerpoint/2010/main" val="2943085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7</a:t>
            </a:fld>
            <a:endParaRPr lang="en-US"/>
          </a:p>
        </p:txBody>
      </p:sp>
    </p:spTree>
    <p:extLst>
      <p:ext uri="{BB962C8B-B14F-4D97-AF65-F5344CB8AC3E}">
        <p14:creationId xmlns:p14="http://schemas.microsoft.com/office/powerpoint/2010/main" val="695957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8</a:t>
            </a:fld>
            <a:endParaRPr lang="en-US"/>
          </a:p>
        </p:txBody>
      </p:sp>
    </p:spTree>
    <p:extLst>
      <p:ext uri="{BB962C8B-B14F-4D97-AF65-F5344CB8AC3E}">
        <p14:creationId xmlns:p14="http://schemas.microsoft.com/office/powerpoint/2010/main" val="1886303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10</a:t>
            </a:fld>
            <a:endParaRPr lang="en-US"/>
          </a:p>
        </p:txBody>
      </p:sp>
    </p:spTree>
    <p:extLst>
      <p:ext uri="{BB962C8B-B14F-4D97-AF65-F5344CB8AC3E}">
        <p14:creationId xmlns:p14="http://schemas.microsoft.com/office/powerpoint/2010/main" val="4035967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11</a:t>
            </a:fld>
            <a:endParaRPr lang="en-US"/>
          </a:p>
        </p:txBody>
      </p:sp>
    </p:spTree>
    <p:extLst>
      <p:ext uri="{BB962C8B-B14F-4D97-AF65-F5344CB8AC3E}">
        <p14:creationId xmlns:p14="http://schemas.microsoft.com/office/powerpoint/2010/main" val="999378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12</a:t>
            </a:fld>
            <a:endParaRPr lang="en-US"/>
          </a:p>
        </p:txBody>
      </p:sp>
    </p:spTree>
    <p:extLst>
      <p:ext uri="{BB962C8B-B14F-4D97-AF65-F5344CB8AC3E}">
        <p14:creationId xmlns:p14="http://schemas.microsoft.com/office/powerpoint/2010/main" val="949551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13</a:t>
            </a:fld>
            <a:endParaRPr lang="en-US"/>
          </a:p>
        </p:txBody>
      </p:sp>
    </p:spTree>
    <p:extLst>
      <p:ext uri="{BB962C8B-B14F-4D97-AF65-F5344CB8AC3E}">
        <p14:creationId xmlns:p14="http://schemas.microsoft.com/office/powerpoint/2010/main" val="1738113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14</a:t>
            </a:fld>
            <a:endParaRPr lang="en-US"/>
          </a:p>
        </p:txBody>
      </p:sp>
    </p:spTree>
    <p:extLst>
      <p:ext uri="{BB962C8B-B14F-4D97-AF65-F5344CB8AC3E}">
        <p14:creationId xmlns:p14="http://schemas.microsoft.com/office/powerpoint/2010/main" val="1883303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15</a:t>
            </a:fld>
            <a:endParaRPr lang="en-US"/>
          </a:p>
        </p:txBody>
      </p:sp>
    </p:spTree>
    <p:extLst>
      <p:ext uri="{BB962C8B-B14F-4D97-AF65-F5344CB8AC3E}">
        <p14:creationId xmlns:p14="http://schemas.microsoft.com/office/powerpoint/2010/main" val="2861069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17</a:t>
            </a:fld>
            <a:endParaRPr lang="en-US"/>
          </a:p>
        </p:txBody>
      </p:sp>
    </p:spTree>
    <p:extLst>
      <p:ext uri="{BB962C8B-B14F-4D97-AF65-F5344CB8AC3E}">
        <p14:creationId xmlns:p14="http://schemas.microsoft.com/office/powerpoint/2010/main" val="2605047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18</a:t>
            </a:fld>
            <a:endParaRPr lang="en-US"/>
          </a:p>
        </p:txBody>
      </p:sp>
    </p:spTree>
    <p:extLst>
      <p:ext uri="{BB962C8B-B14F-4D97-AF65-F5344CB8AC3E}">
        <p14:creationId xmlns:p14="http://schemas.microsoft.com/office/powerpoint/2010/main" val="3824872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19</a:t>
            </a:fld>
            <a:endParaRPr lang="en-US"/>
          </a:p>
        </p:txBody>
      </p:sp>
    </p:spTree>
    <p:extLst>
      <p:ext uri="{BB962C8B-B14F-4D97-AF65-F5344CB8AC3E}">
        <p14:creationId xmlns:p14="http://schemas.microsoft.com/office/powerpoint/2010/main" val="578959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b="0" i="0" dirty="0">
                <a:solidFill>
                  <a:srgbClr val="000000"/>
                </a:solidFill>
                <a:effectLst/>
                <a:latin typeface="Arial" panose="020B0604020202020204" pitchFamily="34" charset="0"/>
              </a:rPr>
              <a:t>Có thể sử dụng làm đề tài viết Sakubun.</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20</a:t>
            </a:fld>
            <a:endParaRPr lang="en-US"/>
          </a:p>
        </p:txBody>
      </p:sp>
    </p:spTree>
    <p:extLst>
      <p:ext uri="{BB962C8B-B14F-4D97-AF65-F5344CB8AC3E}">
        <p14:creationId xmlns:p14="http://schemas.microsoft.com/office/powerpoint/2010/main" val="4212368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21</a:t>
            </a:fld>
            <a:endParaRPr lang="en-US"/>
          </a:p>
        </p:txBody>
      </p:sp>
    </p:spTree>
    <p:extLst>
      <p:ext uri="{BB962C8B-B14F-4D97-AF65-F5344CB8AC3E}">
        <p14:creationId xmlns:p14="http://schemas.microsoft.com/office/powerpoint/2010/main" val="126438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C7FB-2231-4C26-BB4A-5BA9894A6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818C77-A614-417B-BFC7-CBA53A8BB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7716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6F45-CA2A-4988-873F-0116AC8431F6}"/>
              </a:ext>
            </a:extLst>
          </p:cNvPr>
          <p:cNvSpPr>
            <a:spLocks noGrp="1"/>
          </p:cNvSpPr>
          <p:nvPr>
            <p:ph type="title"/>
          </p:nvPr>
        </p:nvSpPr>
        <p:spPr>
          <a:xfrm>
            <a:off x="629265" y="365126"/>
            <a:ext cx="10943610" cy="814745"/>
          </a:xfrm>
        </p:spPr>
        <p:txBody>
          <a:bodyPr>
            <a:normAutofit/>
          </a:bodyPr>
          <a:lstStyle>
            <a:lvl1pPr>
              <a:defRPr sz="3600"/>
            </a:lvl1pPr>
          </a:lstStyle>
          <a:p>
            <a:endParaRPr lang="en-US" dirty="0"/>
          </a:p>
        </p:txBody>
      </p:sp>
      <p:sp>
        <p:nvSpPr>
          <p:cNvPr id="7" name="Content Placeholder 6">
            <a:extLst>
              <a:ext uri="{FF2B5EF4-FFF2-40B4-BE49-F238E27FC236}">
                <a16:creationId xmlns:a16="http://schemas.microsoft.com/office/drawing/2014/main" id="{B525123F-A5C6-452C-853C-53235A48CAD6}"/>
              </a:ext>
            </a:extLst>
          </p:cNvPr>
          <p:cNvSpPr>
            <a:spLocks noGrp="1"/>
          </p:cNvSpPr>
          <p:nvPr>
            <p:ph sz="quarter" idx="13"/>
          </p:nvPr>
        </p:nvSpPr>
        <p:spPr>
          <a:xfrm>
            <a:off x="629265" y="1828800"/>
            <a:ext cx="5466735" cy="3480619"/>
          </a:xfr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60EA6298-9743-48B8-A25C-863BFFCB9144}"/>
              </a:ext>
            </a:extLst>
          </p:cNvPr>
          <p:cNvSpPr>
            <a:spLocks noGrp="1"/>
          </p:cNvSpPr>
          <p:nvPr>
            <p:ph type="pic" sz="quarter" idx="14"/>
          </p:nvPr>
        </p:nvSpPr>
        <p:spPr>
          <a:xfrm>
            <a:off x="7030065" y="1946275"/>
            <a:ext cx="4542810" cy="3097673"/>
          </a:xfrm>
        </p:spPr>
        <p:txBody>
          <a:bodyPr/>
          <a:lstStyle/>
          <a:p>
            <a:endParaRPr lang="en-US" dirty="0"/>
          </a:p>
        </p:txBody>
      </p:sp>
    </p:spTree>
    <p:extLst>
      <p:ext uri="{BB962C8B-B14F-4D97-AF65-F5344CB8AC3E}">
        <p14:creationId xmlns:p14="http://schemas.microsoft.com/office/powerpoint/2010/main" val="145632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0BCD-32CE-47F3-8315-2473B8AF7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3059B-2D6C-42DF-8074-E72342B29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109A9-74C6-4023-9D79-7A19C6307D1C}"/>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FC4CFD5-90D6-432F-982A-07461275F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5A442-C7AE-48C1-A3E8-4B6127CDFA4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83033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2EE63-C26E-421A-9CD1-766899CBB1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48466-D14C-4196-A871-13A00CE15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42D23-2217-473F-B4F1-927F290E1AC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E424888-79E9-4FC9-982B-6C9DB3869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37D11-5F5D-4098-A402-1EEE154AE52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1363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8151-881E-45F1-B5A1-3486E147F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9466A-EF98-4CBB-A36A-A5D679309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B4661-4C1D-4729-97C4-09C1E14E8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54AE64-DDF8-4823-8895-A51D00245C7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9EE416DA-647E-4533-AC1E-34BAB737B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3EB35-FFDF-424A-9F11-1EA3BD27C9A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86449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58B-1377-48AB-832D-430031707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A7963-751E-45AC-8609-D56E81E28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208A-D174-4295-B7E2-24EE8E954F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17FF0-5F6E-4193-B326-0659B6B06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28880-116C-42E4-AC92-D5BB5A64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204A1-F53A-4EE0-9CDA-CC556A2FA99A}"/>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8" name="Footer Placeholder 7">
            <a:extLst>
              <a:ext uri="{FF2B5EF4-FFF2-40B4-BE49-F238E27FC236}">
                <a16:creationId xmlns:a16="http://schemas.microsoft.com/office/drawing/2014/main" id="{62FC743E-65FF-4520-BEFB-283E61A876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48EE8-1196-4741-B910-F79F488CE35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281239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4CBB-8EA5-4786-9A6E-6AD78DC24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0D110-F6DD-48CB-B86A-DCD389BF4B0E}"/>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4" name="Footer Placeholder 3">
            <a:extLst>
              <a:ext uri="{FF2B5EF4-FFF2-40B4-BE49-F238E27FC236}">
                <a16:creationId xmlns:a16="http://schemas.microsoft.com/office/drawing/2014/main" id="{E4196B01-C666-4C99-B6D5-0312A7D6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2530F-F05A-4103-ACA3-8524E3952FD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7391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74ECB-40C6-4E27-B12A-76765E06C04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3" name="Footer Placeholder 2">
            <a:extLst>
              <a:ext uri="{FF2B5EF4-FFF2-40B4-BE49-F238E27FC236}">
                <a16:creationId xmlns:a16="http://schemas.microsoft.com/office/drawing/2014/main" id="{7348A493-46CF-4B48-9829-0B9348D9B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94916-4042-4D8E-892A-914EFC5C846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40315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A22-F9BC-46DC-AEE7-154C4212F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D0601E-00A8-49B9-A830-4F65C30C5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F4117-F189-49C1-B50B-A6E6F7D45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FDE5D-3801-4B6B-BB4E-8C13D3FA86F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8B2F431-0B70-4957-8502-1C9D5ED222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A9ED5-091C-47EC-A349-9DDCAFB0C0E4}"/>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69516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373A-8FCB-4D17-8EAD-FFC347B84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F3061-C6B3-46FD-9AA6-647F375FF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56BAD-90B9-4DDC-9323-CE6E7CA3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BCEDF-9268-40D0-8BD3-2F66ED598A99}"/>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0378D75-586A-435B-AEB3-3B663B057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3D7D3-8D4E-4C0C-93BA-6805456BB9ED}"/>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41404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861-86FD-46D3-8C4A-BD8F8739CF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C41C9-0E4E-4630-AD3A-F9C011124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79CB1-9562-4BE1-B3DF-73F80ED0F05D}"/>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F63F8E2C-7661-4D7C-84B6-9613A552D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337A5-7C23-45ED-A420-AFC1BDEB366E}"/>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91818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81C5C-90C6-4213-9929-35460CC0E9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5DB24-352A-43EE-BF2B-4B92429C6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E31F-E745-417D-96CF-F813DB47BAA0}"/>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EE4D048-BFA9-4C3F-8E7F-5A04C2491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F8832-E1F7-428C-9C5E-4EDA77C09F4A}"/>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18082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9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D6F93-6FDF-4426-9952-14A26626E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F8CDEE-2564-4A48-A6AE-B4267AB94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6B168-9AF9-46D3-A943-488DA535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7CA7723-1DC3-4BA8-87A4-36C9907B35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FB9CAE-CE0B-4F9B-AFE8-36EF8BF3D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A991B-FBDD-4339-A602-F29DCEBE7F2E}" type="slidenum">
              <a:rPr lang="en-US" smtClean="0"/>
              <a:t>‹#›</a:t>
            </a:fld>
            <a:endParaRPr lang="en-US"/>
          </a:p>
        </p:txBody>
      </p:sp>
    </p:spTree>
    <p:extLst>
      <p:ext uri="{BB962C8B-B14F-4D97-AF65-F5344CB8AC3E}">
        <p14:creationId xmlns:p14="http://schemas.microsoft.com/office/powerpoint/2010/main" val="30243051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AF1E5F-AE49-4BFB-A904-4DB64475F4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1633" y="76169"/>
            <a:ext cx="5304739" cy="556996"/>
          </a:xfrm>
          <a:prstGeom prst="rect">
            <a:avLst/>
          </a:prstGeom>
        </p:spPr>
      </p:pic>
      <p:pic>
        <p:nvPicPr>
          <p:cNvPr id="2" name="Picture 2" descr="ペットと避難している人たちのイラスト">
            <a:extLst>
              <a:ext uri="{FF2B5EF4-FFF2-40B4-BE49-F238E27FC236}">
                <a16:creationId xmlns:a16="http://schemas.microsoft.com/office/drawing/2014/main" id="{A4E34955-B981-45EA-BD27-FB70B41411A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7472" y="1282012"/>
            <a:ext cx="4614130" cy="461413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CC93BCF8-1575-47FE-83D7-E49D028334FA}"/>
              </a:ext>
            </a:extLst>
          </p:cNvPr>
          <p:cNvSpPr>
            <a:spLocks noGrp="1"/>
          </p:cNvSpPr>
          <p:nvPr>
            <p:ph type="title"/>
          </p:nvPr>
        </p:nvSpPr>
        <p:spPr>
          <a:xfrm>
            <a:off x="6697928" y="1702959"/>
            <a:ext cx="4558191" cy="1283186"/>
          </a:xfrm>
          <a:solidFill>
            <a:srgbClr val="5E9C53"/>
          </a:solidFill>
        </p:spPr>
        <p:txBody>
          <a:bodyPr>
            <a:normAutofit/>
          </a:bodyPr>
          <a:lstStyle/>
          <a:p>
            <a:pPr algn="ctr"/>
            <a:r>
              <a:rPr lang="ja-JP" altLang="en-US" sz="6000" b="1" dirty="0">
                <a:solidFill>
                  <a:srgbClr val="FF0000"/>
                </a:solidFill>
              </a:rPr>
              <a:t>第</a:t>
            </a:r>
            <a:r>
              <a:rPr lang="vi-VN" altLang="ja-JP" sz="6000" b="1" dirty="0">
                <a:solidFill>
                  <a:srgbClr val="FF0000"/>
                </a:solidFill>
              </a:rPr>
              <a:t>5</a:t>
            </a:r>
            <a:r>
              <a:rPr lang="ja-JP" altLang="en-US" sz="6000" b="1" dirty="0">
                <a:solidFill>
                  <a:srgbClr val="FF0000"/>
                </a:solidFill>
              </a:rPr>
              <a:t>課</a:t>
            </a:r>
            <a:endParaRPr lang="en-US" sz="6000" b="1" dirty="0">
              <a:solidFill>
                <a:srgbClr val="FF0000"/>
              </a:solidFill>
            </a:endParaRPr>
          </a:p>
        </p:txBody>
      </p:sp>
      <p:sp>
        <p:nvSpPr>
          <p:cNvPr id="8" name="Content Placeholder 7">
            <a:extLst>
              <a:ext uri="{FF2B5EF4-FFF2-40B4-BE49-F238E27FC236}">
                <a16:creationId xmlns:a16="http://schemas.microsoft.com/office/drawing/2014/main" id="{1F42536D-8522-415B-8140-96FCF821CC3B}"/>
              </a:ext>
            </a:extLst>
          </p:cNvPr>
          <p:cNvSpPr>
            <a:spLocks noGrp="1"/>
          </p:cNvSpPr>
          <p:nvPr>
            <p:ph idx="1"/>
          </p:nvPr>
        </p:nvSpPr>
        <p:spPr>
          <a:xfrm>
            <a:off x="6691056" y="3234881"/>
            <a:ext cx="4558191" cy="2819365"/>
          </a:xfrm>
          <a:solidFill>
            <a:schemeClr val="accent2">
              <a:lumMod val="20000"/>
              <a:lumOff val="80000"/>
            </a:schemeClr>
          </a:solidFill>
        </p:spPr>
        <p:txBody>
          <a:bodyPr anchor="t">
            <a:normAutofit/>
          </a:bodyPr>
          <a:lstStyle/>
          <a:p>
            <a:pPr marL="0" indent="0">
              <a:buNone/>
            </a:pPr>
            <a:endParaRPr lang="en-US" altLang="ja-JP" sz="2400" b="1" dirty="0">
              <a:solidFill>
                <a:srgbClr val="FEFFFF"/>
              </a:solidFill>
            </a:endParaRPr>
          </a:p>
          <a:p>
            <a:pPr marL="0" indent="0" algn="ctr">
              <a:buNone/>
            </a:pPr>
            <a:r>
              <a:rPr lang="ja-JP" altLang="en-US" sz="6000" b="1" dirty="0">
                <a:solidFill>
                  <a:srgbClr val="FF0000"/>
                </a:solidFill>
              </a:rPr>
              <a:t>緊急事態</a:t>
            </a:r>
            <a:endParaRPr lang="en-US" sz="6000" b="1" dirty="0">
              <a:solidFill>
                <a:srgbClr val="FF0000"/>
              </a:solidFill>
            </a:endParaRPr>
          </a:p>
        </p:txBody>
      </p:sp>
    </p:spTree>
    <p:extLst>
      <p:ext uri="{BB962C8B-B14F-4D97-AF65-F5344CB8AC3E}">
        <p14:creationId xmlns:p14="http://schemas.microsoft.com/office/powerpoint/2010/main" val="180903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ight Arrow 31">
            <a:extLst>
              <a:ext uri="{FF2B5EF4-FFF2-40B4-BE49-F238E27FC236}">
                <a16:creationId xmlns:a16="http://schemas.microsoft.com/office/drawing/2014/main" id="{AF13FB71-FB39-43DD-8C61-DD31CDAF2B18}"/>
              </a:ext>
            </a:extLst>
          </p:cNvPr>
          <p:cNvSpPr/>
          <p:nvPr/>
        </p:nvSpPr>
        <p:spPr>
          <a:xfrm>
            <a:off x="3456782" y="1448955"/>
            <a:ext cx="3588971" cy="941145"/>
          </a:xfrm>
          <a:prstGeom prst="rightArrow">
            <a:avLst>
              <a:gd name="adj1" fmla="val 70149"/>
              <a:gd name="adj2" fmla="val 66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accent3"/>
              </a:solidFill>
            </a:endParaRPr>
          </a:p>
        </p:txBody>
      </p:sp>
      <p:sp>
        <p:nvSpPr>
          <p:cNvPr id="67" name="Right Arrow 50">
            <a:extLst>
              <a:ext uri="{FF2B5EF4-FFF2-40B4-BE49-F238E27FC236}">
                <a16:creationId xmlns:a16="http://schemas.microsoft.com/office/drawing/2014/main" id="{DA11F572-F2F7-4422-966B-B26E1FC9651E}"/>
              </a:ext>
            </a:extLst>
          </p:cNvPr>
          <p:cNvSpPr/>
          <p:nvPr/>
        </p:nvSpPr>
        <p:spPr>
          <a:xfrm>
            <a:off x="3479640" y="2744422"/>
            <a:ext cx="3566113" cy="941145"/>
          </a:xfrm>
          <a:prstGeom prst="rightArrow">
            <a:avLst>
              <a:gd name="adj1" fmla="val 70149"/>
              <a:gd name="adj2" fmla="val 6627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69" name="Rectangle 68">
            <a:extLst>
              <a:ext uri="{FF2B5EF4-FFF2-40B4-BE49-F238E27FC236}">
                <a16:creationId xmlns:a16="http://schemas.microsoft.com/office/drawing/2014/main" id="{95BED15D-0C26-48BE-B68B-62AD18DD1C26}"/>
              </a:ext>
            </a:extLst>
          </p:cNvPr>
          <p:cNvSpPr/>
          <p:nvPr/>
        </p:nvSpPr>
        <p:spPr>
          <a:xfrm>
            <a:off x="3456781" y="0"/>
            <a:ext cx="45719" cy="687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0" name="TextBox 69">
            <a:extLst>
              <a:ext uri="{FF2B5EF4-FFF2-40B4-BE49-F238E27FC236}">
                <a16:creationId xmlns:a16="http://schemas.microsoft.com/office/drawing/2014/main" id="{50D9759D-D2A1-4776-9FE3-C180179E2D07}"/>
              </a:ext>
            </a:extLst>
          </p:cNvPr>
          <p:cNvSpPr txBox="1"/>
          <p:nvPr/>
        </p:nvSpPr>
        <p:spPr>
          <a:xfrm>
            <a:off x="1998813" y="1725035"/>
            <a:ext cx="1313180" cy="523220"/>
          </a:xfrm>
          <a:prstGeom prst="rect">
            <a:avLst/>
          </a:prstGeom>
          <a:noFill/>
        </p:spPr>
        <p:txBody>
          <a:bodyPr wrap="square" rtlCol="0" anchor="ctr">
            <a:spAutoFit/>
          </a:bodyPr>
          <a:lstStyle/>
          <a:p>
            <a:pPr algn="ctr"/>
            <a:r>
              <a:rPr lang="en-US" altLang="ko-KR" sz="2800" b="1">
                <a:solidFill>
                  <a:schemeClr val="bg1"/>
                </a:solidFill>
              </a:rPr>
              <a:t>1</a:t>
            </a:r>
            <a:endParaRPr lang="ko-KR" altLang="en-US" sz="2800" b="1" dirty="0">
              <a:solidFill>
                <a:schemeClr val="bg1"/>
              </a:solidFill>
            </a:endParaRPr>
          </a:p>
        </p:txBody>
      </p:sp>
      <p:sp>
        <p:nvSpPr>
          <p:cNvPr id="71" name="TextBox 70">
            <a:extLst>
              <a:ext uri="{FF2B5EF4-FFF2-40B4-BE49-F238E27FC236}">
                <a16:creationId xmlns:a16="http://schemas.microsoft.com/office/drawing/2014/main" id="{645780F6-BE70-4CDD-8B06-0F7CB32B539B}"/>
              </a:ext>
            </a:extLst>
          </p:cNvPr>
          <p:cNvSpPr txBox="1"/>
          <p:nvPr/>
        </p:nvSpPr>
        <p:spPr>
          <a:xfrm>
            <a:off x="1880987" y="2691775"/>
            <a:ext cx="1313180" cy="523220"/>
          </a:xfrm>
          <a:prstGeom prst="rect">
            <a:avLst/>
          </a:prstGeom>
          <a:noFill/>
        </p:spPr>
        <p:txBody>
          <a:bodyPr wrap="square" rtlCol="0" anchor="ctr">
            <a:spAutoFit/>
          </a:bodyPr>
          <a:lstStyle/>
          <a:p>
            <a:pPr algn="ctr"/>
            <a:r>
              <a:rPr lang="en-US" altLang="ko-KR" sz="2800" b="1">
                <a:solidFill>
                  <a:schemeClr val="bg1"/>
                </a:solidFill>
              </a:rPr>
              <a:t>2</a:t>
            </a:r>
            <a:endParaRPr lang="ko-KR" altLang="en-US" sz="2800" b="1" dirty="0">
              <a:solidFill>
                <a:schemeClr val="bg1"/>
              </a:solidFill>
            </a:endParaRPr>
          </a:p>
        </p:txBody>
      </p:sp>
      <p:sp>
        <p:nvSpPr>
          <p:cNvPr id="72" name="TextBox 71">
            <a:extLst>
              <a:ext uri="{FF2B5EF4-FFF2-40B4-BE49-F238E27FC236}">
                <a16:creationId xmlns:a16="http://schemas.microsoft.com/office/drawing/2014/main" id="{2813E2F9-8AD4-456C-8DAF-D78D64C46E53}"/>
              </a:ext>
            </a:extLst>
          </p:cNvPr>
          <p:cNvSpPr txBox="1"/>
          <p:nvPr/>
        </p:nvSpPr>
        <p:spPr>
          <a:xfrm>
            <a:off x="1880987" y="3658515"/>
            <a:ext cx="1313180" cy="523220"/>
          </a:xfrm>
          <a:prstGeom prst="rect">
            <a:avLst/>
          </a:prstGeom>
          <a:noFill/>
        </p:spPr>
        <p:txBody>
          <a:bodyPr wrap="square" rtlCol="0" anchor="ctr">
            <a:spAutoFit/>
          </a:bodyPr>
          <a:lstStyle/>
          <a:p>
            <a:pPr algn="ctr"/>
            <a:r>
              <a:rPr lang="en-US" altLang="ko-KR" sz="2800" b="1">
                <a:solidFill>
                  <a:schemeClr val="bg1"/>
                </a:solidFill>
              </a:rPr>
              <a:t>3</a:t>
            </a:r>
            <a:endParaRPr lang="ko-KR" altLang="en-US" sz="2800" b="1" dirty="0">
              <a:solidFill>
                <a:schemeClr val="bg1"/>
              </a:solidFill>
            </a:endParaRPr>
          </a:p>
        </p:txBody>
      </p:sp>
      <p:sp>
        <p:nvSpPr>
          <p:cNvPr id="73" name="TextBox 72">
            <a:extLst>
              <a:ext uri="{FF2B5EF4-FFF2-40B4-BE49-F238E27FC236}">
                <a16:creationId xmlns:a16="http://schemas.microsoft.com/office/drawing/2014/main" id="{BCCBE81C-AF3F-48C4-ABD1-0165CF397291}"/>
              </a:ext>
            </a:extLst>
          </p:cNvPr>
          <p:cNvSpPr txBox="1"/>
          <p:nvPr/>
        </p:nvSpPr>
        <p:spPr>
          <a:xfrm>
            <a:off x="1880987" y="4638405"/>
            <a:ext cx="1313180" cy="523220"/>
          </a:xfrm>
          <a:prstGeom prst="rect">
            <a:avLst/>
          </a:prstGeom>
          <a:noFill/>
        </p:spPr>
        <p:txBody>
          <a:bodyPr wrap="square" rtlCol="0" anchor="ctr">
            <a:spAutoFit/>
          </a:bodyPr>
          <a:lstStyle/>
          <a:p>
            <a:pPr algn="ctr"/>
            <a:r>
              <a:rPr lang="en-US" altLang="ko-KR" sz="2800" b="1">
                <a:solidFill>
                  <a:schemeClr val="bg1"/>
                </a:solidFill>
              </a:rPr>
              <a:t>4</a:t>
            </a:r>
            <a:endParaRPr lang="ko-KR" altLang="en-US" sz="2800" b="1" dirty="0">
              <a:solidFill>
                <a:schemeClr val="bg1"/>
              </a:solidFill>
            </a:endParaRPr>
          </a:p>
        </p:txBody>
      </p:sp>
      <p:sp>
        <p:nvSpPr>
          <p:cNvPr id="74" name="TextBox 73">
            <a:extLst>
              <a:ext uri="{FF2B5EF4-FFF2-40B4-BE49-F238E27FC236}">
                <a16:creationId xmlns:a16="http://schemas.microsoft.com/office/drawing/2014/main" id="{8282BA71-423F-4FAD-A715-7A62D8245FB8}"/>
              </a:ext>
            </a:extLst>
          </p:cNvPr>
          <p:cNvSpPr txBox="1"/>
          <p:nvPr/>
        </p:nvSpPr>
        <p:spPr>
          <a:xfrm>
            <a:off x="1880987" y="5591997"/>
            <a:ext cx="1313180" cy="523220"/>
          </a:xfrm>
          <a:prstGeom prst="rect">
            <a:avLst/>
          </a:prstGeom>
          <a:noFill/>
        </p:spPr>
        <p:txBody>
          <a:bodyPr wrap="square" rtlCol="0" anchor="ctr">
            <a:spAutoFit/>
          </a:bodyPr>
          <a:lstStyle/>
          <a:p>
            <a:pPr algn="ctr"/>
            <a:r>
              <a:rPr lang="en-US" altLang="ko-KR" sz="2800" b="1">
                <a:solidFill>
                  <a:schemeClr val="bg1"/>
                </a:solidFill>
              </a:rPr>
              <a:t>5</a:t>
            </a:r>
            <a:endParaRPr lang="ko-KR" altLang="en-US" sz="2800" b="1" dirty="0">
              <a:solidFill>
                <a:schemeClr val="bg1"/>
              </a:solidFill>
            </a:endParaRPr>
          </a:p>
        </p:txBody>
      </p:sp>
      <p:sp>
        <p:nvSpPr>
          <p:cNvPr id="76" name="TextBox 75">
            <a:extLst>
              <a:ext uri="{FF2B5EF4-FFF2-40B4-BE49-F238E27FC236}">
                <a16:creationId xmlns:a16="http://schemas.microsoft.com/office/drawing/2014/main" id="{5488B2A3-09E1-4ED9-8CB5-A06EA337ED44}"/>
              </a:ext>
            </a:extLst>
          </p:cNvPr>
          <p:cNvSpPr txBox="1"/>
          <p:nvPr/>
        </p:nvSpPr>
        <p:spPr>
          <a:xfrm>
            <a:off x="3502500" y="2899774"/>
            <a:ext cx="4021646" cy="461665"/>
          </a:xfrm>
          <a:prstGeom prst="rect">
            <a:avLst/>
          </a:prstGeom>
          <a:noFill/>
        </p:spPr>
        <p:txBody>
          <a:bodyPr wrap="square" rtlCol="0">
            <a:spAutoFit/>
          </a:bodyPr>
          <a:lstStyle/>
          <a:p>
            <a:r>
              <a:rPr lang="en-US" altLang="ja-JP" sz="2400" b="1" dirty="0">
                <a:solidFill>
                  <a:srgbClr val="5E9C53"/>
                </a:solidFill>
                <a:cs typeface="Arial" pitchFamily="34" charset="0"/>
              </a:rPr>
              <a:t>CD-A24</a:t>
            </a:r>
            <a:endParaRPr lang="ko-KR" altLang="en-US" sz="2800" b="1" dirty="0">
              <a:solidFill>
                <a:srgbClr val="5E9C53"/>
              </a:solidFill>
              <a:cs typeface="Arial" pitchFamily="34" charset="0"/>
            </a:endParaRPr>
          </a:p>
        </p:txBody>
      </p:sp>
      <p:sp>
        <p:nvSpPr>
          <p:cNvPr id="90" name="Text Placeholder 1">
            <a:extLst>
              <a:ext uri="{FF2B5EF4-FFF2-40B4-BE49-F238E27FC236}">
                <a16:creationId xmlns:a16="http://schemas.microsoft.com/office/drawing/2014/main" id="{A5B4DECC-1281-46B0-9065-19B46646F737}"/>
              </a:ext>
            </a:extLst>
          </p:cNvPr>
          <p:cNvSpPr txBox="1">
            <a:spLocks/>
          </p:cNvSpPr>
          <p:nvPr/>
        </p:nvSpPr>
        <p:spPr>
          <a:xfrm>
            <a:off x="4063636" y="339509"/>
            <a:ext cx="7833090"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a:t>I</a:t>
            </a:r>
            <a:endParaRPr lang="en-US" sz="5400" dirty="0"/>
          </a:p>
        </p:txBody>
      </p:sp>
      <p:sp>
        <p:nvSpPr>
          <p:cNvPr id="2" name="TextBox 1">
            <a:extLst>
              <a:ext uri="{FF2B5EF4-FFF2-40B4-BE49-F238E27FC236}">
                <a16:creationId xmlns:a16="http://schemas.microsoft.com/office/drawing/2014/main" id="{5EF6DCCE-80F6-4D0D-97C7-067D35D1D426}"/>
              </a:ext>
            </a:extLst>
          </p:cNvPr>
          <p:cNvSpPr txBox="1"/>
          <p:nvPr/>
        </p:nvSpPr>
        <p:spPr>
          <a:xfrm>
            <a:off x="3765113" y="137201"/>
            <a:ext cx="3853157" cy="1015663"/>
          </a:xfrm>
          <a:prstGeom prst="rect">
            <a:avLst/>
          </a:prstGeom>
          <a:solidFill>
            <a:srgbClr val="5E9C53"/>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vi-VN" altLang="ja-JP" sz="5400" dirty="0">
                <a:solidFill>
                  <a:srgbClr val="A11D2B"/>
                </a:solidFill>
              </a:rPr>
              <a:t>SLOT </a:t>
            </a:r>
            <a:r>
              <a:rPr lang="en-US" altLang="ja-JP" sz="6000" dirty="0">
                <a:solidFill>
                  <a:srgbClr val="A11D2B"/>
                </a:solidFill>
              </a:rPr>
              <a:t>55</a:t>
            </a:r>
            <a:endParaRPr lang="en-US" sz="4000" dirty="0">
              <a:solidFill>
                <a:srgbClr val="A11D2B"/>
              </a:solidFill>
            </a:endParaRPr>
          </a:p>
        </p:txBody>
      </p:sp>
      <p:sp>
        <p:nvSpPr>
          <p:cNvPr id="34" name="TextBox 33">
            <a:extLst>
              <a:ext uri="{FF2B5EF4-FFF2-40B4-BE49-F238E27FC236}">
                <a16:creationId xmlns:a16="http://schemas.microsoft.com/office/drawing/2014/main" id="{01D98E79-DCBD-40D8-91C0-33E95A32483A}"/>
              </a:ext>
            </a:extLst>
          </p:cNvPr>
          <p:cNvSpPr txBox="1"/>
          <p:nvPr/>
        </p:nvSpPr>
        <p:spPr>
          <a:xfrm>
            <a:off x="3502500" y="1675612"/>
            <a:ext cx="3680353" cy="523220"/>
          </a:xfrm>
          <a:prstGeom prst="rect">
            <a:avLst/>
          </a:prstGeom>
          <a:noFill/>
        </p:spPr>
        <p:txBody>
          <a:bodyPr wrap="square" rtlCol="0">
            <a:spAutoFit/>
          </a:bodyPr>
          <a:lstStyle/>
          <a:p>
            <a:r>
              <a:rPr lang="ja-JP" altLang="en-US" sz="2800" dirty="0">
                <a:solidFill>
                  <a:srgbClr val="1A1E3B"/>
                </a:solidFill>
                <a:cs typeface="Arial" pitchFamily="34" charset="0"/>
              </a:rPr>
              <a:t>伝えてみよう</a:t>
            </a:r>
            <a:r>
              <a:rPr lang="vi-VN" altLang="ja-JP" sz="2800" dirty="0">
                <a:solidFill>
                  <a:srgbClr val="1A1E3B"/>
                </a:solidFill>
                <a:cs typeface="Arial" pitchFamily="34" charset="0"/>
              </a:rPr>
              <a:t>(</a:t>
            </a:r>
            <a:r>
              <a:rPr lang="en-US" altLang="ja-JP" sz="2800" dirty="0">
                <a:solidFill>
                  <a:srgbClr val="1A1E3B"/>
                </a:solidFill>
                <a:cs typeface="Arial" pitchFamily="34" charset="0"/>
              </a:rPr>
              <a:t>65</a:t>
            </a:r>
            <a:r>
              <a:rPr lang="vi-VN" altLang="ja-JP" sz="2800" dirty="0">
                <a:solidFill>
                  <a:srgbClr val="1A1E3B"/>
                </a:solidFill>
                <a:cs typeface="Arial" pitchFamily="34" charset="0"/>
              </a:rPr>
              <a:t>)</a:t>
            </a:r>
            <a:endParaRPr lang="ko-KR" altLang="en-US" sz="2800" dirty="0">
              <a:solidFill>
                <a:srgbClr val="1A1E3B"/>
              </a:solidFill>
              <a:cs typeface="Arial" pitchFamily="34" charset="0"/>
            </a:endParaRPr>
          </a:p>
        </p:txBody>
      </p:sp>
      <p:sp>
        <p:nvSpPr>
          <p:cNvPr id="15" name="Right Arrow 50">
            <a:extLst>
              <a:ext uri="{FF2B5EF4-FFF2-40B4-BE49-F238E27FC236}">
                <a16:creationId xmlns:a16="http://schemas.microsoft.com/office/drawing/2014/main" id="{9C788273-1AEB-44E3-B90A-617F3F3462B9}"/>
              </a:ext>
            </a:extLst>
          </p:cNvPr>
          <p:cNvSpPr/>
          <p:nvPr/>
        </p:nvSpPr>
        <p:spPr>
          <a:xfrm>
            <a:off x="3507801" y="3869066"/>
            <a:ext cx="3537952" cy="941145"/>
          </a:xfrm>
          <a:prstGeom prst="rightArrow">
            <a:avLst>
              <a:gd name="adj1" fmla="val 70149"/>
              <a:gd name="adj2" fmla="val 66274"/>
            </a:avLst>
          </a:prstGeom>
          <a:solidFill>
            <a:srgbClr val="1A1E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16" name="TextBox 15">
            <a:extLst>
              <a:ext uri="{FF2B5EF4-FFF2-40B4-BE49-F238E27FC236}">
                <a16:creationId xmlns:a16="http://schemas.microsoft.com/office/drawing/2014/main" id="{0D5ACDDE-862D-4FD7-9D73-CD0CDD17E919}"/>
              </a:ext>
            </a:extLst>
          </p:cNvPr>
          <p:cNvSpPr txBox="1"/>
          <p:nvPr/>
        </p:nvSpPr>
        <p:spPr>
          <a:xfrm>
            <a:off x="3582461" y="4115185"/>
            <a:ext cx="2866465" cy="523220"/>
          </a:xfrm>
          <a:prstGeom prst="rect">
            <a:avLst/>
          </a:prstGeom>
          <a:noFill/>
        </p:spPr>
        <p:txBody>
          <a:bodyPr wrap="square" rtlCol="0">
            <a:spAutoFit/>
          </a:bodyPr>
          <a:lstStyle/>
          <a:p>
            <a:r>
              <a:rPr lang="ja-JP" altLang="en-US" sz="2400" b="1" dirty="0">
                <a:solidFill>
                  <a:srgbClr val="5E9C53"/>
                </a:solidFill>
                <a:cs typeface="Arial" pitchFamily="34" charset="0"/>
              </a:rPr>
              <a:t>使ってみよう</a:t>
            </a:r>
            <a:r>
              <a:rPr lang="en-US" altLang="ja-JP" sz="2400" b="1" dirty="0">
                <a:solidFill>
                  <a:srgbClr val="5E9C53"/>
                </a:solidFill>
                <a:cs typeface="Arial" pitchFamily="34" charset="0"/>
              </a:rPr>
              <a:t>5</a:t>
            </a:r>
            <a:r>
              <a:rPr lang="vi-VN" altLang="ja-JP" sz="2800" b="1" dirty="0">
                <a:solidFill>
                  <a:srgbClr val="5E9C53"/>
                </a:solidFill>
                <a:cs typeface="Arial" pitchFamily="34" charset="0"/>
              </a:rPr>
              <a:t>(</a:t>
            </a:r>
            <a:r>
              <a:rPr lang="en-US" altLang="ja-JP" sz="2400" b="1" dirty="0">
                <a:solidFill>
                  <a:srgbClr val="5E9C53"/>
                </a:solidFill>
                <a:cs typeface="Arial" pitchFamily="34" charset="0"/>
              </a:rPr>
              <a:t>71</a:t>
            </a:r>
            <a:r>
              <a:rPr lang="vi-VN" altLang="ja-JP" sz="2800" b="1" dirty="0">
                <a:solidFill>
                  <a:srgbClr val="5E9C53"/>
                </a:solidFill>
                <a:cs typeface="Arial" pitchFamily="34" charset="0"/>
              </a:rPr>
              <a:t>)</a:t>
            </a:r>
            <a:endParaRPr lang="ko-KR" altLang="en-US" sz="2800" b="1" dirty="0">
              <a:solidFill>
                <a:srgbClr val="5E9C53"/>
              </a:solidFill>
              <a:cs typeface="Arial" pitchFamily="34" charset="0"/>
            </a:endParaRPr>
          </a:p>
        </p:txBody>
      </p:sp>
      <p:sp>
        <p:nvSpPr>
          <p:cNvPr id="17" name="Right Arrow 50">
            <a:extLst>
              <a:ext uri="{FF2B5EF4-FFF2-40B4-BE49-F238E27FC236}">
                <a16:creationId xmlns:a16="http://schemas.microsoft.com/office/drawing/2014/main" id="{C95AADCD-7102-4894-9828-F629718B6BC2}"/>
              </a:ext>
            </a:extLst>
          </p:cNvPr>
          <p:cNvSpPr/>
          <p:nvPr/>
        </p:nvSpPr>
        <p:spPr>
          <a:xfrm>
            <a:off x="3501729" y="5056330"/>
            <a:ext cx="3537952" cy="941145"/>
          </a:xfrm>
          <a:prstGeom prst="rightArrow">
            <a:avLst>
              <a:gd name="adj1" fmla="val 70149"/>
              <a:gd name="adj2" fmla="val 6627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18" name="TextBox 17">
            <a:extLst>
              <a:ext uri="{FF2B5EF4-FFF2-40B4-BE49-F238E27FC236}">
                <a16:creationId xmlns:a16="http://schemas.microsoft.com/office/drawing/2014/main" id="{DD2F5252-7D09-4500-9FDD-D7CEF6DCA805}"/>
              </a:ext>
            </a:extLst>
          </p:cNvPr>
          <p:cNvSpPr txBox="1"/>
          <p:nvPr/>
        </p:nvSpPr>
        <p:spPr>
          <a:xfrm>
            <a:off x="3582461" y="5290752"/>
            <a:ext cx="2866465" cy="461665"/>
          </a:xfrm>
          <a:prstGeom prst="rect">
            <a:avLst/>
          </a:prstGeom>
          <a:solidFill>
            <a:schemeClr val="accent4">
              <a:lumMod val="40000"/>
              <a:lumOff val="60000"/>
            </a:schemeClr>
          </a:solidFill>
        </p:spPr>
        <p:txBody>
          <a:bodyPr wrap="square" rtlCol="0">
            <a:spAutoFit/>
          </a:bodyPr>
          <a:lstStyle/>
          <a:p>
            <a:r>
              <a:rPr lang="ja-JP" altLang="en-US" sz="2400" b="1" dirty="0">
                <a:solidFill>
                  <a:srgbClr val="5E9C53"/>
                </a:solidFill>
                <a:cs typeface="Arial" pitchFamily="34" charset="0"/>
              </a:rPr>
              <a:t>文法：</a:t>
            </a:r>
            <a:r>
              <a:rPr lang="en-US" altLang="ja-JP" sz="2400" b="1" dirty="0">
                <a:solidFill>
                  <a:srgbClr val="5E9C53"/>
                </a:solidFill>
                <a:cs typeface="Arial" pitchFamily="34" charset="0"/>
              </a:rPr>
              <a:t>1&amp;2</a:t>
            </a:r>
            <a:endParaRPr lang="ko-KR" altLang="en-US" sz="2800" b="1" dirty="0">
              <a:solidFill>
                <a:srgbClr val="5E9C53"/>
              </a:solidFill>
              <a:cs typeface="Arial" pitchFamily="34" charset="0"/>
            </a:endParaRPr>
          </a:p>
        </p:txBody>
      </p:sp>
    </p:spTree>
    <p:extLst>
      <p:ext uri="{BB962C8B-B14F-4D97-AF65-F5344CB8AC3E}">
        <p14:creationId xmlns:p14="http://schemas.microsoft.com/office/powerpoint/2010/main" val="3450673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6811" y="271105"/>
            <a:ext cx="6328610"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r>
              <a:rPr lang="vi-VN" altLang="ja-JP" sz="4000" b="1" dirty="0">
                <a:solidFill>
                  <a:srgbClr val="C00000"/>
                </a:solidFill>
              </a:rPr>
              <a:t>(</a:t>
            </a:r>
            <a:r>
              <a:rPr lang="en-US" altLang="ja-JP" sz="4000" b="1" dirty="0">
                <a:solidFill>
                  <a:srgbClr val="C00000"/>
                </a:solidFill>
              </a:rPr>
              <a:t>P.</a:t>
            </a:r>
            <a:r>
              <a:rPr lang="vi-VN" altLang="ja-JP" sz="4000" b="1" dirty="0">
                <a:solidFill>
                  <a:srgbClr val="C00000"/>
                </a:solidFill>
              </a:rPr>
              <a:t>65)</a:t>
            </a:r>
            <a:endParaRPr kumimoji="1" lang="ja-JP" altLang="en-US" sz="8000" b="1" dirty="0">
              <a:solidFill>
                <a:srgbClr val="C00000"/>
              </a:solidFill>
            </a:endParaRPr>
          </a:p>
        </p:txBody>
      </p:sp>
      <p:pic>
        <p:nvPicPr>
          <p:cNvPr id="3074" name="Picture 2" descr="喫茶店で話す人達のイラスト（女子学生）">
            <a:extLst>
              <a:ext uri="{FF2B5EF4-FFF2-40B4-BE49-F238E27FC236}">
                <a16:creationId xmlns:a16="http://schemas.microsoft.com/office/drawing/2014/main" id="{56E42CE6-F030-40FA-919B-033467AFC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704" y="125729"/>
            <a:ext cx="2056785" cy="205678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ECA4EFEC-CB79-4A21-8F6D-25A311BCF62A}"/>
              </a:ext>
            </a:extLst>
          </p:cNvPr>
          <p:cNvSpPr txBox="1">
            <a:spLocks/>
          </p:cNvSpPr>
          <p:nvPr/>
        </p:nvSpPr>
        <p:spPr>
          <a:xfrm>
            <a:off x="720704" y="3228414"/>
            <a:ext cx="9951650" cy="2894145"/>
          </a:xfrm>
          <a:prstGeom prst="rect">
            <a:avLst/>
          </a:prstGeom>
          <a:solidFill>
            <a:schemeClr val="accent2">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ja-JP" sz="2800" dirty="0">
              <a:solidFill>
                <a:srgbClr val="A11D2B"/>
              </a:solidFill>
              <a:latin typeface="Arial" panose="020B0604020202020204" pitchFamily="34" charset="0"/>
            </a:endParaRPr>
          </a:p>
          <a:p>
            <a:pPr marL="0" indent="0">
              <a:buFont typeface="Arial" panose="020B0604020202020204" pitchFamily="34" charset="0"/>
              <a:buNone/>
            </a:pPr>
            <a:r>
              <a:rPr lang="ja-JP" altLang="en-US" sz="3600" b="0" i="0" dirty="0">
                <a:solidFill>
                  <a:srgbClr val="A11D2B"/>
                </a:solidFill>
                <a:effectLst/>
                <a:latin typeface="Arial" panose="020B0604020202020204" pitchFamily="34" charset="0"/>
              </a:rPr>
              <a:t>緊急の事態が起こって経験したことを周りの人と共有することができる。</a:t>
            </a:r>
            <a:endParaRPr kumimoji="1" lang="en-US" altLang="ja-JP" sz="4000" dirty="0">
              <a:solidFill>
                <a:srgbClr val="A11D2B"/>
              </a:solidFill>
              <a:latin typeface="Arial" panose="020B0604020202020204" pitchFamily="34" charset="0"/>
            </a:endParaRPr>
          </a:p>
        </p:txBody>
      </p:sp>
      <p:sp>
        <p:nvSpPr>
          <p:cNvPr id="7" name="TextBox 6">
            <a:extLst>
              <a:ext uri="{FF2B5EF4-FFF2-40B4-BE49-F238E27FC236}">
                <a16:creationId xmlns:a16="http://schemas.microsoft.com/office/drawing/2014/main" id="{A38C6C40-E4D2-4797-983C-50BCBB481922}"/>
              </a:ext>
            </a:extLst>
          </p:cNvPr>
          <p:cNvSpPr txBox="1"/>
          <p:nvPr/>
        </p:nvSpPr>
        <p:spPr>
          <a:xfrm>
            <a:off x="639736" y="2413076"/>
            <a:ext cx="2717075" cy="584775"/>
          </a:xfrm>
          <a:prstGeom prst="rect">
            <a:avLst/>
          </a:prstGeom>
          <a:solidFill>
            <a:srgbClr val="FFC000"/>
          </a:solidFill>
        </p:spPr>
        <p:txBody>
          <a:bodyPr wrap="square" rtlCol="0">
            <a:spAutoFit/>
          </a:bodyPr>
          <a:lstStyle/>
          <a:p>
            <a:pPr algn="l"/>
            <a:r>
              <a:rPr lang="ja-JP" altLang="en-US" sz="3200" b="1" i="0" dirty="0">
                <a:solidFill>
                  <a:srgbClr val="606060"/>
                </a:solidFill>
                <a:effectLst/>
                <a:latin typeface="Arial" panose="020B0604020202020204" pitchFamily="34" charset="0"/>
              </a:rPr>
              <a:t>できること</a:t>
            </a:r>
          </a:p>
        </p:txBody>
      </p:sp>
    </p:spTree>
    <p:extLst>
      <p:ext uri="{BB962C8B-B14F-4D97-AF65-F5344CB8AC3E}">
        <p14:creationId xmlns:p14="http://schemas.microsoft.com/office/powerpoint/2010/main" val="4220539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6811" y="271105"/>
            <a:ext cx="6328610"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r>
              <a:rPr lang="vi-VN" altLang="ja-JP" sz="4000" b="1" dirty="0">
                <a:solidFill>
                  <a:srgbClr val="C00000"/>
                </a:solidFill>
              </a:rPr>
              <a:t>(65)</a:t>
            </a:r>
            <a:endParaRPr kumimoji="1" lang="ja-JP" altLang="en-US" sz="8000" b="1" dirty="0">
              <a:solidFill>
                <a:srgbClr val="C00000"/>
              </a:solidFill>
            </a:endParaRPr>
          </a:p>
        </p:txBody>
      </p:sp>
      <p:pic>
        <p:nvPicPr>
          <p:cNvPr id="3074" name="Picture 2" descr="喫茶店で話す人達のイラスト（女子学生）">
            <a:extLst>
              <a:ext uri="{FF2B5EF4-FFF2-40B4-BE49-F238E27FC236}">
                <a16:creationId xmlns:a16="http://schemas.microsoft.com/office/drawing/2014/main" id="{56E42CE6-F030-40FA-919B-033467AFC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704" y="125729"/>
            <a:ext cx="2056785" cy="205678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ECA4EFEC-CB79-4A21-8F6D-25A311BCF62A}"/>
              </a:ext>
            </a:extLst>
          </p:cNvPr>
          <p:cNvSpPr txBox="1">
            <a:spLocks/>
          </p:cNvSpPr>
          <p:nvPr/>
        </p:nvSpPr>
        <p:spPr>
          <a:xfrm>
            <a:off x="720704" y="3228414"/>
            <a:ext cx="9951650" cy="2894145"/>
          </a:xfrm>
          <a:prstGeom prst="rect">
            <a:avLst/>
          </a:prstGeom>
          <a:solidFill>
            <a:schemeClr val="accent2">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ja-JP" sz="2800" dirty="0">
              <a:solidFill>
                <a:srgbClr val="A11D2B"/>
              </a:solidFill>
              <a:latin typeface="Arial" panose="020B0604020202020204" pitchFamily="34" charset="0"/>
            </a:endParaRPr>
          </a:p>
          <a:p>
            <a:pPr marL="0" indent="0">
              <a:buFont typeface="Arial" panose="020B0604020202020204" pitchFamily="34" charset="0"/>
              <a:buNone/>
            </a:pPr>
            <a:r>
              <a:rPr lang="ja-JP" altLang="en-US" sz="3200" b="0" i="0" dirty="0">
                <a:solidFill>
                  <a:srgbClr val="A11D2B"/>
                </a:solidFill>
                <a:effectLst/>
                <a:latin typeface="Arial" panose="020B0604020202020204" pitchFamily="34" charset="0"/>
              </a:rPr>
              <a:t>今まで、事故や災害、急病で大変だったことはありませんか。</a:t>
            </a:r>
            <a:endParaRPr kumimoji="1" lang="en-US" altLang="ja-JP" sz="3600" dirty="0">
              <a:solidFill>
                <a:srgbClr val="A11D2B"/>
              </a:solidFill>
              <a:latin typeface="Arial" panose="020B0604020202020204" pitchFamily="34" charset="0"/>
            </a:endParaRPr>
          </a:p>
        </p:txBody>
      </p:sp>
      <p:sp>
        <p:nvSpPr>
          <p:cNvPr id="7" name="TextBox 6">
            <a:extLst>
              <a:ext uri="{FF2B5EF4-FFF2-40B4-BE49-F238E27FC236}">
                <a16:creationId xmlns:a16="http://schemas.microsoft.com/office/drawing/2014/main" id="{A38C6C40-E4D2-4797-983C-50BCBB481922}"/>
              </a:ext>
            </a:extLst>
          </p:cNvPr>
          <p:cNvSpPr txBox="1"/>
          <p:nvPr/>
        </p:nvSpPr>
        <p:spPr>
          <a:xfrm>
            <a:off x="639736" y="2413076"/>
            <a:ext cx="2717075" cy="584775"/>
          </a:xfrm>
          <a:prstGeom prst="rect">
            <a:avLst/>
          </a:prstGeom>
          <a:solidFill>
            <a:srgbClr val="FFC000"/>
          </a:solidFill>
        </p:spPr>
        <p:txBody>
          <a:bodyPr wrap="square" rtlCol="0">
            <a:spAutoFit/>
          </a:bodyPr>
          <a:lstStyle/>
          <a:p>
            <a:pPr algn="l"/>
            <a:r>
              <a:rPr lang="ja-JP" altLang="en-US" sz="3200" b="1" i="0" dirty="0">
                <a:solidFill>
                  <a:srgbClr val="606060"/>
                </a:solidFill>
                <a:effectLst/>
                <a:latin typeface="Arial" panose="020B0604020202020204" pitchFamily="34" charset="0"/>
              </a:rPr>
              <a:t>タスク前作業</a:t>
            </a:r>
          </a:p>
        </p:txBody>
      </p:sp>
    </p:spTree>
    <p:extLst>
      <p:ext uri="{BB962C8B-B14F-4D97-AF65-F5344CB8AC3E}">
        <p14:creationId xmlns:p14="http://schemas.microsoft.com/office/powerpoint/2010/main" val="197493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6811" y="271105"/>
            <a:ext cx="6328610"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r>
              <a:rPr lang="vi-VN" altLang="ja-JP" sz="4000" b="1" dirty="0">
                <a:solidFill>
                  <a:srgbClr val="C00000"/>
                </a:solidFill>
              </a:rPr>
              <a:t>(65)</a:t>
            </a:r>
            <a:endParaRPr kumimoji="1" lang="ja-JP" altLang="en-US" sz="8000" b="1" dirty="0">
              <a:solidFill>
                <a:srgbClr val="C00000"/>
              </a:solidFill>
            </a:endParaRPr>
          </a:p>
        </p:txBody>
      </p:sp>
      <p:sp>
        <p:nvSpPr>
          <p:cNvPr id="3" name="Content Placeholder 2"/>
          <p:cNvSpPr>
            <a:spLocks noGrp="1"/>
          </p:cNvSpPr>
          <p:nvPr>
            <p:ph sz="quarter" idx="13"/>
          </p:nvPr>
        </p:nvSpPr>
        <p:spPr>
          <a:xfrm>
            <a:off x="720705" y="2526633"/>
            <a:ext cx="10774609" cy="3168774"/>
          </a:xfrm>
          <a:solidFill>
            <a:schemeClr val="accent4">
              <a:lumMod val="40000"/>
              <a:lumOff val="60000"/>
            </a:schemeClr>
          </a:solidFill>
        </p:spPr>
        <p:txBody>
          <a:bodyPr>
            <a:normAutofit fontScale="92500" lnSpcReduction="10000"/>
          </a:bodyPr>
          <a:lstStyle/>
          <a:p>
            <a:pPr marL="0" indent="0" algn="l">
              <a:buNone/>
            </a:pPr>
            <a:endParaRPr kumimoji="1" lang="en-US" altLang="ja-JP" sz="2800" dirty="0">
              <a:solidFill>
                <a:srgbClr val="A11D2B"/>
              </a:solidFill>
              <a:latin typeface="Arial" panose="020B0604020202020204" pitchFamily="34" charset="0"/>
            </a:endParaRPr>
          </a:p>
          <a:p>
            <a:pPr marL="0" indent="0" algn="l">
              <a:buNone/>
            </a:pPr>
            <a:r>
              <a:rPr kumimoji="1" lang="ja-JP" altLang="en-US" sz="3600" dirty="0">
                <a:solidFill>
                  <a:srgbClr val="A11D2B"/>
                </a:solidFill>
                <a:latin typeface="Arial" panose="020B0604020202020204" pitchFamily="34" charset="0"/>
              </a:rPr>
              <a:t>これまでに、事故や災害にあったこと、急病になったことなどがありますか。</a:t>
            </a:r>
            <a:endParaRPr kumimoji="1" lang="en-US" altLang="ja-JP" sz="3600" dirty="0">
              <a:solidFill>
                <a:srgbClr val="A11D2B"/>
              </a:solidFill>
              <a:latin typeface="Arial" panose="020B0604020202020204" pitchFamily="34" charset="0"/>
            </a:endParaRPr>
          </a:p>
          <a:p>
            <a:pPr marL="0" indent="0" algn="l">
              <a:buNone/>
            </a:pPr>
            <a:r>
              <a:rPr kumimoji="1" lang="ja-JP" altLang="en-US" sz="3600" dirty="0">
                <a:solidFill>
                  <a:srgbClr val="A11D2B"/>
                </a:solidFill>
                <a:latin typeface="Arial" panose="020B0604020202020204" pitchFamily="34" charset="0"/>
              </a:rPr>
              <a:t>そのときのことを話してください。</a:t>
            </a:r>
            <a:endParaRPr kumimoji="1" lang="en-US" altLang="ja-JP" sz="3600" dirty="0">
              <a:solidFill>
                <a:srgbClr val="A11D2B"/>
              </a:solidFill>
              <a:latin typeface="Arial" panose="020B0604020202020204" pitchFamily="34" charset="0"/>
            </a:endParaRPr>
          </a:p>
          <a:p>
            <a:pPr marL="0" indent="0" algn="l">
              <a:buNone/>
            </a:pPr>
            <a:endParaRPr kumimoji="1" lang="en-US" altLang="ja-JP" sz="3600" dirty="0">
              <a:solidFill>
                <a:srgbClr val="A11D2B"/>
              </a:solidFill>
              <a:latin typeface="Arial" panose="020B0604020202020204" pitchFamily="34" charset="0"/>
            </a:endParaRPr>
          </a:p>
          <a:p>
            <a:pPr marL="0" indent="0" algn="l">
              <a:buNone/>
            </a:pPr>
            <a:r>
              <a:rPr kumimoji="1" lang="vi-VN" altLang="ja-JP" sz="3600" dirty="0">
                <a:solidFill>
                  <a:srgbClr val="A11D2B"/>
                </a:solidFill>
                <a:latin typeface="Arial" panose="020B0604020202020204" pitchFamily="34" charset="0"/>
              </a:rPr>
              <a:t>CD-A24</a:t>
            </a:r>
            <a:endParaRPr kumimoji="1" lang="en-US" altLang="ja-JP" sz="3600" dirty="0">
              <a:solidFill>
                <a:srgbClr val="A11D2B"/>
              </a:solidFill>
              <a:latin typeface="Arial" panose="020B0604020202020204" pitchFamily="34" charset="0"/>
            </a:endParaRPr>
          </a:p>
        </p:txBody>
      </p:sp>
      <p:pic>
        <p:nvPicPr>
          <p:cNvPr id="3074" name="Picture 2" descr="喫茶店で話す人達のイラスト（女子学生）">
            <a:extLst>
              <a:ext uri="{FF2B5EF4-FFF2-40B4-BE49-F238E27FC236}">
                <a16:creationId xmlns:a16="http://schemas.microsoft.com/office/drawing/2014/main" id="{56E42CE6-F030-40FA-919B-033467AFCB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704" y="125729"/>
            <a:ext cx="2056785" cy="2056785"/>
          </a:xfrm>
          <a:prstGeom prst="rect">
            <a:avLst/>
          </a:prstGeom>
          <a:noFill/>
          <a:extLst>
            <a:ext uri="{909E8E84-426E-40DD-AFC4-6F175D3DCCD1}">
              <a14:hiddenFill xmlns:a14="http://schemas.microsoft.com/office/drawing/2010/main">
                <a:solidFill>
                  <a:srgbClr val="FFFFFF"/>
                </a:solidFill>
              </a14:hiddenFill>
            </a:ext>
          </a:extLst>
        </p:spPr>
      </p:pic>
      <p:pic>
        <p:nvPicPr>
          <p:cNvPr id="4" name="24 Track 24">
            <a:hlinkClick r:id="" action="ppaction://media"/>
            <a:extLst>
              <a:ext uri="{FF2B5EF4-FFF2-40B4-BE49-F238E27FC236}">
                <a16:creationId xmlns:a16="http://schemas.microsoft.com/office/drawing/2014/main" id="{62094985-A64D-4211-8929-07EA85E3269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41598" y="678477"/>
            <a:ext cx="1299864" cy="1299864"/>
          </a:xfrm>
          <a:prstGeom prst="rect">
            <a:avLst/>
          </a:prstGeom>
        </p:spPr>
      </p:pic>
    </p:spTree>
    <p:extLst>
      <p:ext uri="{BB962C8B-B14F-4D97-AF65-F5344CB8AC3E}">
        <p14:creationId xmlns:p14="http://schemas.microsoft.com/office/powerpoint/2010/main" val="114756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94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6811" y="271105"/>
            <a:ext cx="6328610"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r>
              <a:rPr lang="vi-VN" altLang="ja-JP" sz="4000" b="1" dirty="0">
                <a:solidFill>
                  <a:srgbClr val="C00000"/>
                </a:solidFill>
              </a:rPr>
              <a:t>(65)</a:t>
            </a:r>
            <a:endParaRPr kumimoji="1" lang="ja-JP" altLang="en-US" sz="8000" b="1" dirty="0">
              <a:solidFill>
                <a:srgbClr val="C00000"/>
              </a:solidFill>
            </a:endParaRPr>
          </a:p>
        </p:txBody>
      </p:sp>
      <p:sp>
        <p:nvSpPr>
          <p:cNvPr id="8" name="Content Placeholder 2">
            <a:extLst>
              <a:ext uri="{FF2B5EF4-FFF2-40B4-BE49-F238E27FC236}">
                <a16:creationId xmlns:a16="http://schemas.microsoft.com/office/drawing/2014/main" id="{DAEFD4E7-6F3B-431B-AFC3-4AD21E95532A}"/>
              </a:ext>
            </a:extLst>
          </p:cNvPr>
          <p:cNvSpPr txBox="1">
            <a:spLocks/>
          </p:cNvSpPr>
          <p:nvPr/>
        </p:nvSpPr>
        <p:spPr>
          <a:xfrm>
            <a:off x="592322" y="2416267"/>
            <a:ext cx="11109057" cy="4026000"/>
          </a:xfrm>
          <a:prstGeom prst="rect">
            <a:avLst/>
          </a:prstGeom>
          <a:solidFill>
            <a:srgbClr val="D9910B"/>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vi-VN" altLang="ja-JP" sz="2400" b="0" i="0" dirty="0">
                <a:solidFill>
                  <a:srgbClr val="000000"/>
                </a:solidFill>
                <a:effectLst/>
                <a:latin typeface="Arial" panose="020B0604020202020204" pitchFamily="34" charset="0"/>
              </a:rPr>
              <a:t>1.</a:t>
            </a:r>
            <a:r>
              <a:rPr lang="ja-JP" altLang="en-US" sz="3200" b="0" i="0" dirty="0">
                <a:solidFill>
                  <a:srgbClr val="000000"/>
                </a:solidFill>
                <a:effectLst/>
                <a:latin typeface="Arial" panose="020B0604020202020204" pitchFamily="34" charset="0"/>
              </a:rPr>
              <a:t>この人はどんな経験をしましたか。</a:t>
            </a:r>
            <a:br>
              <a:rPr lang="ja-JP" altLang="en-US" sz="3200" b="0" i="0" dirty="0">
                <a:solidFill>
                  <a:srgbClr val="000000"/>
                </a:solidFill>
                <a:effectLst/>
                <a:latin typeface="Arial" panose="020B0604020202020204" pitchFamily="34" charset="0"/>
              </a:rPr>
            </a:br>
            <a:r>
              <a:rPr lang="vi-VN" altLang="ja-JP" sz="3200" b="0" i="0" dirty="0">
                <a:solidFill>
                  <a:srgbClr val="000000"/>
                </a:solidFill>
                <a:effectLst/>
                <a:latin typeface="Arial" panose="020B0604020202020204" pitchFamily="34" charset="0"/>
              </a:rPr>
              <a:t>2.</a:t>
            </a:r>
            <a:r>
              <a:rPr lang="ja-JP" altLang="en-US" sz="3200" b="0" i="0" dirty="0">
                <a:solidFill>
                  <a:srgbClr val="000000"/>
                </a:solidFill>
                <a:effectLst/>
                <a:latin typeface="Arial" panose="020B0604020202020204" pitchFamily="34" charset="0"/>
              </a:rPr>
              <a:t>どうして事故が起こりましたか。</a:t>
            </a:r>
          </a:p>
          <a:p>
            <a:pPr marL="0" indent="0" algn="l">
              <a:buNone/>
            </a:pPr>
            <a:r>
              <a:rPr lang="vi-VN" altLang="ja-JP" sz="3200" b="0" i="0" dirty="0">
                <a:solidFill>
                  <a:srgbClr val="000000"/>
                </a:solidFill>
                <a:effectLst/>
                <a:latin typeface="Arial" panose="020B0604020202020204" pitchFamily="34" charset="0"/>
              </a:rPr>
              <a:t>3.</a:t>
            </a:r>
            <a:r>
              <a:rPr lang="ja-JP" altLang="en-US" sz="3200" b="0" i="0" dirty="0">
                <a:solidFill>
                  <a:srgbClr val="000000"/>
                </a:solidFill>
                <a:effectLst/>
                <a:latin typeface="Arial" panose="020B0604020202020204" pitchFamily="34" charset="0"/>
              </a:rPr>
              <a:t>けがの状態はどうでしたか。</a:t>
            </a:r>
            <a:br>
              <a:rPr lang="ja-JP" altLang="en-US" sz="3200" b="0" i="0" dirty="0">
                <a:solidFill>
                  <a:srgbClr val="000000"/>
                </a:solidFill>
                <a:effectLst/>
                <a:latin typeface="Arial" panose="020B0604020202020204" pitchFamily="34" charset="0"/>
              </a:rPr>
            </a:br>
            <a:r>
              <a:rPr lang="vi-VN" altLang="ja-JP" sz="3200" b="0" i="0" dirty="0">
                <a:solidFill>
                  <a:srgbClr val="000000"/>
                </a:solidFill>
                <a:effectLst/>
                <a:latin typeface="Arial" panose="020B0604020202020204" pitchFamily="34" charset="0"/>
              </a:rPr>
              <a:t>4.</a:t>
            </a:r>
            <a:r>
              <a:rPr lang="ja-JP" altLang="en-US" sz="3200" b="0" i="0" dirty="0">
                <a:solidFill>
                  <a:srgbClr val="000000"/>
                </a:solidFill>
                <a:effectLst/>
                <a:latin typeface="Arial" panose="020B0604020202020204" pitchFamily="34" charset="0"/>
              </a:rPr>
              <a:t>この人はすぐに歩くことができましたか。</a:t>
            </a:r>
            <a:br>
              <a:rPr lang="ja-JP" altLang="en-US" sz="3200" b="0" i="0" dirty="0">
                <a:solidFill>
                  <a:srgbClr val="000000"/>
                </a:solidFill>
                <a:effectLst/>
                <a:latin typeface="Arial" panose="020B0604020202020204" pitchFamily="34" charset="0"/>
              </a:rPr>
            </a:br>
            <a:r>
              <a:rPr lang="vi-VN" altLang="ja-JP" sz="3200" b="0" i="0" dirty="0">
                <a:solidFill>
                  <a:srgbClr val="000000"/>
                </a:solidFill>
                <a:effectLst/>
                <a:latin typeface="Arial" panose="020B0604020202020204" pitchFamily="34" charset="0"/>
              </a:rPr>
              <a:t>5.</a:t>
            </a:r>
            <a:r>
              <a:rPr lang="ja-JP" altLang="en-US" sz="3200" b="0" i="0" dirty="0">
                <a:solidFill>
                  <a:srgbClr val="000000"/>
                </a:solidFill>
                <a:effectLst/>
                <a:latin typeface="Arial" panose="020B0604020202020204" pitchFamily="34" charset="0"/>
              </a:rPr>
              <a:t>どうやって元の道に戻ることができましたか。</a:t>
            </a:r>
          </a:p>
          <a:p>
            <a:pPr marL="0" indent="0" algn="l">
              <a:buNone/>
            </a:pPr>
            <a:r>
              <a:rPr lang="vi-VN" altLang="ja-JP" sz="3200" dirty="0">
                <a:solidFill>
                  <a:srgbClr val="000000"/>
                </a:solidFill>
                <a:latin typeface="Arial" panose="020B0604020202020204" pitchFamily="34" charset="0"/>
              </a:rPr>
              <a:t>6.</a:t>
            </a:r>
            <a:r>
              <a:rPr lang="ja-JP" altLang="en-US" sz="3200" b="0" i="0" dirty="0">
                <a:solidFill>
                  <a:srgbClr val="000000"/>
                </a:solidFill>
                <a:effectLst/>
                <a:latin typeface="Arial" panose="020B0604020202020204" pitchFamily="34" charset="0"/>
              </a:rPr>
              <a:t>この人はけがをしたときのことを、今どう思っていますか。</a:t>
            </a:r>
          </a:p>
        </p:txBody>
      </p:sp>
      <p:pic>
        <p:nvPicPr>
          <p:cNvPr id="3074" name="Picture 2" descr="喫茶店で話す人達のイラスト（女子学生）">
            <a:extLst>
              <a:ext uri="{FF2B5EF4-FFF2-40B4-BE49-F238E27FC236}">
                <a16:creationId xmlns:a16="http://schemas.microsoft.com/office/drawing/2014/main" id="{56E42CE6-F030-40FA-919B-033467AFCB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704" y="125729"/>
            <a:ext cx="2056785" cy="2056785"/>
          </a:xfrm>
          <a:prstGeom prst="rect">
            <a:avLst/>
          </a:prstGeom>
          <a:noFill/>
          <a:extLst>
            <a:ext uri="{909E8E84-426E-40DD-AFC4-6F175D3DCCD1}">
              <a14:hiddenFill xmlns:a14="http://schemas.microsoft.com/office/drawing/2010/main">
                <a:solidFill>
                  <a:srgbClr val="FFFFFF"/>
                </a:solidFill>
              </a14:hiddenFill>
            </a:ext>
          </a:extLst>
        </p:spPr>
      </p:pic>
      <p:pic>
        <p:nvPicPr>
          <p:cNvPr id="3" name="24 Track 24">
            <a:hlinkClick r:id="" action="ppaction://media"/>
            <a:extLst>
              <a:ext uri="{FF2B5EF4-FFF2-40B4-BE49-F238E27FC236}">
                <a16:creationId xmlns:a16="http://schemas.microsoft.com/office/drawing/2014/main" id="{A192603D-3F13-4735-9534-F6537707230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312267" y="271247"/>
            <a:ext cx="1389112" cy="1389112"/>
          </a:xfrm>
          <a:prstGeom prst="rect">
            <a:avLst/>
          </a:prstGeom>
        </p:spPr>
      </p:pic>
      <p:sp>
        <p:nvSpPr>
          <p:cNvPr id="6" name="TextBox 5">
            <a:extLst>
              <a:ext uri="{FF2B5EF4-FFF2-40B4-BE49-F238E27FC236}">
                <a16:creationId xmlns:a16="http://schemas.microsoft.com/office/drawing/2014/main" id="{8D3211A2-7B03-47F8-BAA3-C22DF46F28E7}"/>
              </a:ext>
            </a:extLst>
          </p:cNvPr>
          <p:cNvSpPr txBox="1"/>
          <p:nvPr/>
        </p:nvSpPr>
        <p:spPr>
          <a:xfrm>
            <a:off x="5028856" y="1597739"/>
            <a:ext cx="2717075" cy="584775"/>
          </a:xfrm>
          <a:prstGeom prst="rect">
            <a:avLst/>
          </a:prstGeom>
          <a:solidFill>
            <a:srgbClr val="92D050"/>
          </a:solidFill>
        </p:spPr>
        <p:txBody>
          <a:bodyPr wrap="square" rtlCol="0">
            <a:spAutoFit/>
          </a:bodyPr>
          <a:lstStyle/>
          <a:p>
            <a:pPr algn="l"/>
            <a:r>
              <a:rPr lang="ja-JP" altLang="en-US" sz="3200" b="1" i="0" dirty="0">
                <a:solidFill>
                  <a:srgbClr val="606060"/>
                </a:solidFill>
                <a:effectLst/>
                <a:latin typeface="Arial" panose="020B0604020202020204" pitchFamily="34" charset="0"/>
              </a:rPr>
              <a:t>タスク後作業</a:t>
            </a:r>
          </a:p>
        </p:txBody>
      </p:sp>
    </p:spTree>
    <p:extLst>
      <p:ext uri="{BB962C8B-B14F-4D97-AF65-F5344CB8AC3E}">
        <p14:creationId xmlns:p14="http://schemas.microsoft.com/office/powerpoint/2010/main" val="96606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94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5E9C53"/>
          </a:solidFill>
        </p:spPr>
        <p:txBody>
          <a:bodyPr>
            <a:normAutofit/>
          </a:bodyPr>
          <a:lstStyle/>
          <a:p>
            <a:pPr algn="ctr"/>
            <a:r>
              <a:rPr lang="ja-JP" altLang="en-US" sz="4000" b="1" dirty="0">
                <a:solidFill>
                  <a:srgbClr val="A11D2B"/>
                </a:solidFill>
              </a:rPr>
              <a:t>使ってみよう</a:t>
            </a:r>
            <a:r>
              <a:rPr lang="vi-VN" altLang="ja-JP" sz="4000" b="1" dirty="0">
                <a:solidFill>
                  <a:srgbClr val="A11D2B"/>
                </a:solidFill>
              </a:rPr>
              <a:t>5</a:t>
            </a:r>
            <a:r>
              <a:rPr lang="ja-JP" altLang="en-US" sz="4000" b="1" dirty="0">
                <a:solidFill>
                  <a:srgbClr val="A11D2B"/>
                </a:solidFill>
              </a:rPr>
              <a:t>（</a:t>
            </a:r>
            <a:r>
              <a:rPr lang="vi-VN" altLang="ja-JP" sz="4000" b="1" dirty="0">
                <a:solidFill>
                  <a:srgbClr val="A11D2B"/>
                </a:solidFill>
              </a:rPr>
              <a:t>58</a:t>
            </a:r>
            <a:r>
              <a:rPr lang="ja-JP" altLang="en-US" sz="4000" b="1" dirty="0">
                <a:solidFill>
                  <a:srgbClr val="A11D2B"/>
                </a:solidFill>
              </a:rPr>
              <a:t>）</a:t>
            </a:r>
            <a:br>
              <a:rPr lang="en-US" altLang="ja-JP" sz="4000" b="1" dirty="0">
                <a:solidFill>
                  <a:srgbClr val="A11D2B"/>
                </a:solidFill>
              </a:rPr>
            </a:br>
            <a:r>
              <a:rPr lang="ja-JP" altLang="en-US" sz="4000" b="1" dirty="0">
                <a:solidFill>
                  <a:srgbClr val="A11D2B"/>
                </a:solidFill>
              </a:rPr>
              <a:t>文法</a:t>
            </a:r>
            <a:r>
              <a:rPr lang="vi-VN" altLang="ja-JP" sz="4000" b="1" dirty="0">
                <a:solidFill>
                  <a:srgbClr val="A11D2B"/>
                </a:solidFill>
              </a:rPr>
              <a:t>1</a:t>
            </a:r>
            <a:r>
              <a:rPr lang="ja-JP" altLang="en-US" sz="4000" b="1" dirty="0">
                <a:solidFill>
                  <a:srgbClr val="A11D2B"/>
                </a:solidFill>
              </a:rPr>
              <a:t>＆</a:t>
            </a:r>
            <a:r>
              <a:rPr lang="vi-VN" altLang="ja-JP" sz="4000" b="1" dirty="0">
                <a:solidFill>
                  <a:srgbClr val="A11D2B"/>
                </a:solidFill>
              </a:rPr>
              <a:t>2</a:t>
            </a:r>
            <a:endParaRPr lang="en-US" sz="4000" b="1" dirty="0">
              <a:solidFill>
                <a:srgbClr val="A11D2B"/>
              </a:solidFill>
            </a:endParaRPr>
          </a:p>
        </p:txBody>
      </p:sp>
    </p:spTree>
    <p:extLst>
      <p:ext uri="{BB962C8B-B14F-4D97-AF65-F5344CB8AC3E}">
        <p14:creationId xmlns:p14="http://schemas.microsoft.com/office/powerpoint/2010/main" val="4025790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solidFill>
            <a:srgbClr val="D9910B"/>
          </a:solidFill>
        </p:spPr>
        <p:txBody>
          <a:bodyPr>
            <a:normAutofit/>
          </a:bodyPr>
          <a:lstStyle/>
          <a:p>
            <a:pPr algn="ctr"/>
            <a:r>
              <a:rPr lang="ja-JP" altLang="en-US" sz="4800" b="1" dirty="0">
                <a:solidFill>
                  <a:srgbClr val="C00000"/>
                </a:solidFill>
              </a:rPr>
              <a:t>～</a:t>
            </a:r>
            <a:r>
              <a:rPr lang="ja-JP" altLang="en-US" sz="2800" dirty="0">
                <a:solidFill>
                  <a:srgbClr val="C00000"/>
                </a:solidFill>
              </a:rPr>
              <a:t> </a:t>
            </a:r>
            <a:r>
              <a:rPr lang="ja-JP" altLang="en-US" sz="4400" b="1" dirty="0">
                <a:solidFill>
                  <a:srgbClr val="A11D2B"/>
                </a:solidFill>
              </a:rPr>
              <a:t>まま</a:t>
            </a:r>
            <a:endParaRPr lang="en-US" sz="48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680095" cy="4523874"/>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endParaRPr lang="en-US" altLang="ja-JP" sz="3200" b="1" dirty="0">
              <a:solidFill>
                <a:srgbClr val="A11D2B"/>
              </a:solidFill>
            </a:endParaRPr>
          </a:p>
          <a:p>
            <a:pPr marL="0" indent="0" algn="ctr">
              <a:buNone/>
            </a:pPr>
            <a:r>
              <a:rPr lang="ja-JP" altLang="en-US" sz="2800" dirty="0"/>
              <a:t>＊</a:t>
            </a:r>
            <a:r>
              <a:rPr lang="ja-JP" altLang="en-US" sz="2400" dirty="0"/>
              <a:t> </a:t>
            </a:r>
            <a:r>
              <a:rPr lang="ja-JP" altLang="en-US" sz="3600" dirty="0"/>
              <a:t>～</a:t>
            </a:r>
            <a:r>
              <a:rPr lang="ja-JP" altLang="en-US" sz="3200" dirty="0"/>
              <a:t> そのまま（変わらないで、 ～の 状態 がずっと続 いて</a:t>
            </a:r>
            <a:endParaRPr lang="vi-VN" altLang="ja-JP" sz="3200" dirty="0"/>
          </a:p>
          <a:p>
            <a:pPr marL="0" indent="0" algn="ctr">
              <a:buNone/>
            </a:pPr>
            <a:r>
              <a:rPr lang="vi-VN" altLang="ja-JP" sz="3600" dirty="0"/>
              <a:t>Trong tình trạng/trạng thái như vậy ( không thay đổi)</a:t>
            </a:r>
            <a:endParaRPr lang="en-US" altLang="ja-JP" sz="3600" dirty="0"/>
          </a:p>
          <a:p>
            <a:pPr marL="0" indent="0" algn="ctr">
              <a:buNone/>
            </a:pPr>
            <a:endParaRPr lang="en-US" altLang="ja-JP" sz="2800" dirty="0"/>
          </a:p>
          <a:p>
            <a:pPr marL="0" indent="0" algn="ctr">
              <a:buNone/>
            </a:pPr>
            <a:endParaRPr lang="en-US" altLang="ja-JP" sz="3200" b="1" dirty="0">
              <a:solidFill>
                <a:srgbClr val="A11D2B"/>
              </a:solidFill>
            </a:endParaRPr>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596743" y="1946366"/>
            <a:ext cx="4965992" cy="4258491"/>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en-US" altLang="ja-JP" sz="2400" dirty="0"/>
          </a:p>
          <a:p>
            <a:pPr marL="0" indent="0" algn="ctr">
              <a:buNone/>
            </a:pPr>
            <a:r>
              <a:rPr lang="ja-JP" altLang="en-US" sz="2800" dirty="0"/>
              <a:t>Ｖ</a:t>
            </a:r>
            <a:r>
              <a:rPr lang="en-US" altLang="ja-JP" sz="2800" dirty="0"/>
              <a:t>-</a:t>
            </a:r>
            <a:r>
              <a:rPr lang="ja-JP" altLang="en-US" sz="2800" dirty="0"/>
              <a:t>タ形 けい ・ナイ形 けい ／イＡい／ナＡな／Ｎの＋まま</a:t>
            </a:r>
            <a:endParaRPr lang="en-US" altLang="ja-JP" sz="4000" b="1" dirty="0">
              <a:solidFill>
                <a:srgbClr val="A11D2B"/>
              </a:solidFill>
            </a:endParaRPr>
          </a:p>
        </p:txBody>
      </p:sp>
    </p:spTree>
    <p:extLst>
      <p:ext uri="{BB962C8B-B14F-4D97-AF65-F5344CB8AC3E}">
        <p14:creationId xmlns:p14="http://schemas.microsoft.com/office/powerpoint/2010/main" val="4106046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en-US" altLang="ja-JP" dirty="0">
                <a:highlight>
                  <a:srgbClr val="FFFF00"/>
                </a:highlight>
              </a:rPr>
              <a:t>P71</a:t>
            </a:r>
            <a:r>
              <a:rPr lang="ja-JP" altLang="en-US" dirty="0">
                <a:highlight>
                  <a:srgbClr val="FFFF00"/>
                </a:highlight>
              </a:rPr>
              <a:t>）</a:t>
            </a:r>
            <a:endParaRPr lang="en-US" dirty="0">
              <a:highlight>
                <a:srgbClr val="FFFF00"/>
              </a:highlight>
            </a:endParaRPr>
          </a:p>
        </p:txBody>
      </p:sp>
      <p:pic>
        <p:nvPicPr>
          <p:cNvPr id="7" name="Content Placeholder 6" descr="Text, letter&#10;&#10;Description automatically generated">
            <a:extLst>
              <a:ext uri="{FF2B5EF4-FFF2-40B4-BE49-F238E27FC236}">
                <a16:creationId xmlns:a16="http://schemas.microsoft.com/office/drawing/2014/main" id="{54F22ABA-D55B-484C-81B0-6F1D37E6D556}"/>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29265" y="1705223"/>
            <a:ext cx="11370963" cy="3310913"/>
          </a:xfrm>
        </p:spPr>
      </p:pic>
    </p:spTree>
    <p:extLst>
      <p:ext uri="{BB962C8B-B14F-4D97-AF65-F5344CB8AC3E}">
        <p14:creationId xmlns:p14="http://schemas.microsoft.com/office/powerpoint/2010/main" val="3766553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6000" b="1" dirty="0">
                <a:solidFill>
                  <a:srgbClr val="C00000"/>
                </a:solidFill>
              </a:rPr>
              <a:t>～</a:t>
            </a:r>
            <a:r>
              <a:rPr lang="ja-JP" altLang="en-US" sz="3600" dirty="0">
                <a:solidFill>
                  <a:srgbClr val="C00000"/>
                </a:solidFill>
              </a:rPr>
              <a:t> </a:t>
            </a:r>
            <a:r>
              <a:rPr lang="ja-JP" altLang="en-US" sz="5400" b="1" dirty="0">
                <a:solidFill>
                  <a:srgbClr val="A11D2B"/>
                </a:solidFill>
              </a:rPr>
              <a:t>まま</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203446"/>
            <a:ext cx="6299119" cy="4962223"/>
          </a:xfrm>
          <a:solidFill>
            <a:schemeClr val="bg2">
              <a:lumMod val="75000"/>
            </a:schemeClr>
          </a:solidFill>
        </p:spPr>
        <p:txBody>
          <a:bodyPr>
            <a:normAutofit/>
          </a:bodyPr>
          <a:lstStyle/>
          <a:p>
            <a:pPr marL="0" indent="0">
              <a:buNone/>
            </a:pPr>
            <a:r>
              <a:rPr lang="ja-JP" altLang="en-US" sz="2800" dirty="0"/>
              <a:t> </a:t>
            </a:r>
            <a:endParaRPr lang="en-US" altLang="ja-JP" sz="2800" dirty="0"/>
          </a:p>
          <a:p>
            <a:pPr marL="0" indent="0">
              <a:buNone/>
            </a:pPr>
            <a:r>
              <a:rPr lang="ja-JP" altLang="en-US" sz="3200" dirty="0"/>
              <a:t>新 幹 線が込んでいて、東京から</a:t>
            </a:r>
            <a:endParaRPr lang="en-US" altLang="ja-JP" sz="3200" dirty="0"/>
          </a:p>
          <a:p>
            <a:pPr marL="0" indent="0">
              <a:buNone/>
            </a:pPr>
            <a:endParaRPr lang="en-US" altLang="ja-JP" sz="3200" dirty="0"/>
          </a:p>
          <a:p>
            <a:pPr marL="0" indent="0">
              <a:buNone/>
            </a:pPr>
            <a:r>
              <a:rPr lang="ja-JP" altLang="en-US" sz="3200" dirty="0"/>
              <a:t>大阪 までずっと＿＿＿＿＿＿</a:t>
            </a:r>
            <a:endParaRPr lang="en-US" altLang="ja-JP" sz="3200" dirty="0"/>
          </a:p>
          <a:p>
            <a:pPr marL="0" indent="0">
              <a:buNone/>
            </a:pPr>
            <a:endParaRPr lang="en-US" altLang="ja-JP" sz="3200" dirty="0"/>
          </a:p>
          <a:p>
            <a:pPr marL="0" indent="0">
              <a:buNone/>
            </a:pPr>
            <a:r>
              <a:rPr lang="ja-JP" altLang="en-US" sz="3200" dirty="0"/>
              <a:t>ままだった。</a:t>
            </a:r>
            <a:endParaRPr lang="vi-VN" altLang="ja-JP" sz="3200" dirty="0"/>
          </a:p>
          <a:p>
            <a:pPr marL="0" indent="0">
              <a:buNone/>
            </a:pPr>
            <a:endParaRPr lang="vi-VN" altLang="ja-JP" sz="2800" dirty="0"/>
          </a:p>
          <a:p>
            <a:pPr marL="0" indent="0">
              <a:buNone/>
            </a:pPr>
            <a:endParaRPr lang="en-US" altLang="ja-JP" sz="2800" dirty="0"/>
          </a:p>
        </p:txBody>
      </p:sp>
      <p:sp>
        <p:nvSpPr>
          <p:cNvPr id="9" name="TextBox 8">
            <a:extLst>
              <a:ext uri="{FF2B5EF4-FFF2-40B4-BE49-F238E27FC236}">
                <a16:creationId xmlns:a16="http://schemas.microsoft.com/office/drawing/2014/main" id="{5EFC1EFB-37F6-4D48-AC4E-F513F39E54A4}"/>
              </a:ext>
            </a:extLst>
          </p:cNvPr>
          <p:cNvSpPr txBox="1"/>
          <p:nvPr/>
        </p:nvSpPr>
        <p:spPr>
          <a:xfrm>
            <a:off x="3853336" y="2666889"/>
            <a:ext cx="1842071" cy="461665"/>
          </a:xfrm>
          <a:prstGeom prst="rect">
            <a:avLst/>
          </a:prstGeom>
          <a:solidFill>
            <a:srgbClr val="00B050"/>
          </a:solidFill>
        </p:spPr>
        <p:txBody>
          <a:bodyPr wrap="square" rtlCol="0">
            <a:spAutoFit/>
          </a:bodyPr>
          <a:lstStyle/>
          <a:p>
            <a:pPr algn="ctr"/>
            <a:r>
              <a:rPr lang="ja-JP" altLang="en-US" sz="2400" b="1" dirty="0">
                <a:highlight>
                  <a:srgbClr val="00FFFF"/>
                </a:highlight>
              </a:rPr>
              <a:t>立った</a:t>
            </a:r>
            <a:endParaRPr lang="en-US" sz="2400" b="1" dirty="0">
              <a:highlight>
                <a:srgbClr val="00FFFF"/>
              </a:highlight>
            </a:endParaRPr>
          </a:p>
        </p:txBody>
      </p:sp>
      <p:pic>
        <p:nvPicPr>
          <p:cNvPr id="1026" name="Picture 2" descr="つり革につかまって立つ人のイラスト（ビジネス）">
            <a:extLst>
              <a:ext uri="{FF2B5EF4-FFF2-40B4-BE49-F238E27FC236}">
                <a16:creationId xmlns:a16="http://schemas.microsoft.com/office/drawing/2014/main" id="{AF3743A3-B6E8-4EB7-A1D2-F5EE99BB8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6323" y="1579847"/>
            <a:ext cx="3945742" cy="3945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93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6000" b="1">
                <a:solidFill>
                  <a:srgbClr val="C00000"/>
                </a:solidFill>
              </a:rPr>
              <a:t>～</a:t>
            </a:r>
            <a:r>
              <a:rPr lang="ja-JP" altLang="en-US" sz="3600">
                <a:solidFill>
                  <a:srgbClr val="C00000"/>
                </a:solidFill>
              </a:rPr>
              <a:t> </a:t>
            </a:r>
            <a:r>
              <a:rPr lang="ja-JP" altLang="en-US" sz="5400" b="1">
                <a:solidFill>
                  <a:srgbClr val="A11D2B"/>
                </a:solidFill>
              </a:rPr>
              <a:t>まま</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720022" y="1619793"/>
            <a:ext cx="6939199" cy="4400520"/>
          </a:xfrm>
          <a:solidFill>
            <a:schemeClr val="bg2">
              <a:lumMod val="75000"/>
            </a:schemeClr>
          </a:solidFill>
        </p:spPr>
        <p:txBody>
          <a:bodyPr>
            <a:normAutofit/>
          </a:bodyPr>
          <a:lstStyle/>
          <a:p>
            <a:pPr marL="0" indent="0">
              <a:buNone/>
            </a:pPr>
            <a:r>
              <a:rPr lang="ja-JP" altLang="en-US" sz="2800" dirty="0"/>
              <a:t> </a:t>
            </a:r>
            <a:endParaRPr lang="en-US" altLang="ja-JP" sz="2800" dirty="0"/>
          </a:p>
          <a:p>
            <a:pPr marL="0" indent="0">
              <a:buNone/>
            </a:pPr>
            <a:endParaRPr lang="vi-VN" altLang="ja-JP" sz="2800" dirty="0"/>
          </a:p>
          <a:p>
            <a:pPr marL="0" indent="0">
              <a:buNone/>
            </a:pPr>
            <a:r>
              <a:rPr lang="ja-JP" altLang="en-US" sz="2800" dirty="0"/>
              <a:t> 久りに小学校時代の友達に会ったが、</a:t>
            </a:r>
            <a:endParaRPr lang="en-US" altLang="ja-JP" sz="2800" dirty="0"/>
          </a:p>
          <a:p>
            <a:pPr marL="0" indent="0">
              <a:buNone/>
            </a:pPr>
            <a:endParaRPr lang="en-US" altLang="ja-JP" sz="2800" dirty="0"/>
          </a:p>
          <a:p>
            <a:pPr marL="0" indent="0">
              <a:buNone/>
            </a:pPr>
            <a:r>
              <a:rPr lang="ja-JP" altLang="en-US" sz="2800" dirty="0"/>
              <a:t>＿＿＿＿＿＿＿ままで、全然変わっていなかった。</a:t>
            </a:r>
            <a:endParaRPr lang="vi-VN" altLang="ja-JP" sz="2800" dirty="0"/>
          </a:p>
          <a:p>
            <a:pPr marL="0" indent="0">
              <a:buNone/>
            </a:pPr>
            <a:endParaRPr lang="vi-VN" altLang="ja-JP" sz="2800" dirty="0"/>
          </a:p>
        </p:txBody>
      </p:sp>
      <p:pic>
        <p:nvPicPr>
          <p:cNvPr id="1030" name="Picture 6" descr="小学校のクラス替えの頻度ってどのくらい？気になって調べてみた件 | ロキノログー松原ロキの備忘録的ブログ">
            <a:extLst>
              <a:ext uri="{FF2B5EF4-FFF2-40B4-BE49-F238E27FC236}">
                <a16:creationId xmlns:a16="http://schemas.microsoft.com/office/drawing/2014/main" id="{98185763-BBFE-40AD-96EB-22B13DE27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9221" y="1619793"/>
            <a:ext cx="4269754" cy="334409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1D198EC-A82E-4D24-9683-A09417BB34E5}"/>
              </a:ext>
            </a:extLst>
          </p:cNvPr>
          <p:cNvSpPr txBox="1"/>
          <p:nvPr/>
        </p:nvSpPr>
        <p:spPr>
          <a:xfrm>
            <a:off x="1264273" y="3061006"/>
            <a:ext cx="1842071" cy="461665"/>
          </a:xfrm>
          <a:prstGeom prst="rect">
            <a:avLst/>
          </a:prstGeom>
          <a:solidFill>
            <a:srgbClr val="00B050"/>
          </a:solidFill>
        </p:spPr>
        <p:txBody>
          <a:bodyPr wrap="square" rtlCol="0">
            <a:spAutoFit/>
          </a:bodyPr>
          <a:lstStyle/>
          <a:p>
            <a:pPr algn="ctr"/>
            <a:r>
              <a:rPr lang="ja-JP" altLang="en-US" sz="2400" b="1" dirty="0">
                <a:highlight>
                  <a:srgbClr val="00FFFF"/>
                </a:highlight>
              </a:rPr>
              <a:t>昔の</a:t>
            </a:r>
            <a:endParaRPr lang="en-US" sz="2400" b="1" dirty="0">
              <a:highlight>
                <a:srgbClr val="00FFFF"/>
              </a:highlight>
            </a:endParaRPr>
          </a:p>
        </p:txBody>
      </p:sp>
    </p:spTree>
    <p:extLst>
      <p:ext uri="{BB962C8B-B14F-4D97-AF65-F5344CB8AC3E}">
        <p14:creationId xmlns:p14="http://schemas.microsoft.com/office/powerpoint/2010/main" val="373570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arn(inVertical)">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6000" b="1" dirty="0">
                <a:solidFill>
                  <a:srgbClr val="C00000"/>
                </a:solidFill>
              </a:rPr>
              <a:t>～</a:t>
            </a:r>
            <a:r>
              <a:rPr lang="ja-JP" altLang="en-US" sz="3600" dirty="0">
                <a:solidFill>
                  <a:srgbClr val="C00000"/>
                </a:solidFill>
              </a:rPr>
              <a:t> </a:t>
            </a:r>
            <a:r>
              <a:rPr lang="ja-JP" altLang="en-US" sz="5400" b="1" dirty="0">
                <a:solidFill>
                  <a:srgbClr val="A11D2B"/>
                </a:solidFill>
              </a:rPr>
              <a:t>まま</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203446"/>
            <a:ext cx="6116239" cy="4791057"/>
          </a:xfrm>
          <a:solidFill>
            <a:schemeClr val="bg2">
              <a:lumMod val="75000"/>
            </a:schemeClr>
          </a:solidFill>
        </p:spPr>
        <p:txBody>
          <a:bodyPr>
            <a:normAutofit/>
          </a:bodyPr>
          <a:lstStyle/>
          <a:p>
            <a:pPr marL="0" indent="0">
              <a:buNone/>
            </a:pPr>
            <a:r>
              <a:rPr lang="ja-JP" altLang="en-US" sz="2800" dirty="0"/>
              <a:t> </a:t>
            </a:r>
            <a:endParaRPr lang="en-US" altLang="ja-JP" sz="2800" dirty="0"/>
          </a:p>
          <a:p>
            <a:pPr marL="0" indent="0">
              <a:buNone/>
            </a:pPr>
            <a:endParaRPr lang="en-US" altLang="ja-JP" sz="2800" dirty="0"/>
          </a:p>
          <a:p>
            <a:pPr marL="0" indent="0">
              <a:buNone/>
            </a:pPr>
            <a:endParaRPr lang="vi-VN" altLang="ja-JP" sz="2800" dirty="0"/>
          </a:p>
          <a:p>
            <a:pPr marL="0" indent="0">
              <a:buNone/>
            </a:pPr>
            <a:r>
              <a:rPr lang="ja-JP" altLang="en-US" sz="2800" dirty="0"/>
              <a:t> 私はときどき、家の鍵を＿＿＿＿＿</a:t>
            </a:r>
            <a:endParaRPr lang="en-US" altLang="ja-JP" sz="2800" dirty="0"/>
          </a:p>
          <a:p>
            <a:pPr marL="0" indent="0">
              <a:buNone/>
            </a:pPr>
            <a:endParaRPr lang="en-US" altLang="ja-JP" sz="2800" dirty="0"/>
          </a:p>
          <a:p>
            <a:pPr marL="0" indent="0">
              <a:buNone/>
            </a:pPr>
            <a:r>
              <a:rPr lang="ja-JP" altLang="en-US" sz="2800" dirty="0"/>
              <a:t>＿＿＿＿＿＿まま出かける。</a:t>
            </a:r>
            <a:endParaRPr lang="en-US" altLang="ja-JP" sz="2800" dirty="0"/>
          </a:p>
        </p:txBody>
      </p:sp>
      <p:sp>
        <p:nvSpPr>
          <p:cNvPr id="11" name="TextBox 10">
            <a:extLst>
              <a:ext uri="{FF2B5EF4-FFF2-40B4-BE49-F238E27FC236}">
                <a16:creationId xmlns:a16="http://schemas.microsoft.com/office/drawing/2014/main" id="{CF6E8FF5-BE9B-42E8-8F19-57582DD1F7DD}"/>
              </a:ext>
            </a:extLst>
          </p:cNvPr>
          <p:cNvSpPr txBox="1"/>
          <p:nvPr/>
        </p:nvSpPr>
        <p:spPr>
          <a:xfrm>
            <a:off x="877284" y="3598974"/>
            <a:ext cx="1842071" cy="461665"/>
          </a:xfrm>
          <a:prstGeom prst="rect">
            <a:avLst/>
          </a:prstGeom>
          <a:solidFill>
            <a:srgbClr val="00B050"/>
          </a:solidFill>
        </p:spPr>
        <p:txBody>
          <a:bodyPr wrap="square" rtlCol="0">
            <a:spAutoFit/>
          </a:bodyPr>
          <a:lstStyle/>
          <a:p>
            <a:pPr algn="ctr"/>
            <a:r>
              <a:rPr lang="ja-JP" altLang="en-US" sz="2400" b="1" dirty="0">
                <a:highlight>
                  <a:srgbClr val="00FFFF"/>
                </a:highlight>
              </a:rPr>
              <a:t>かけないの</a:t>
            </a:r>
            <a:endParaRPr lang="en-US" sz="2400" b="1" dirty="0">
              <a:highlight>
                <a:srgbClr val="00FFFF"/>
              </a:highlight>
            </a:endParaRPr>
          </a:p>
        </p:txBody>
      </p:sp>
      <p:pic>
        <p:nvPicPr>
          <p:cNvPr id="1028" name="Picture 4" descr="スマートロックのイラスト（ハンズフリー）">
            <a:extLst>
              <a:ext uri="{FF2B5EF4-FFF2-40B4-BE49-F238E27FC236}">
                <a16:creationId xmlns:a16="http://schemas.microsoft.com/office/drawing/2014/main" id="{939D0D56-BB8B-4192-BBF5-7A6472E1C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844" y="1479115"/>
            <a:ext cx="4791056" cy="4791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972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1000"/>
                                        <p:tgtEl>
                                          <p:spTgt spid="5">
                                            <p:txEl>
                                              <p:pRg st="5" end="5"/>
                                            </p:txEl>
                                          </p:spTgt>
                                        </p:tgtEl>
                                      </p:cBhvr>
                                    </p:animEffect>
                                    <p:anim calcmode="lin" valueType="num">
                                      <p:cBhvr>
                                        <p:cTn id="1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arn(inVertical)">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6000" b="1" dirty="0">
                <a:solidFill>
                  <a:srgbClr val="C00000"/>
                </a:solidFill>
              </a:rPr>
              <a:t>～</a:t>
            </a:r>
            <a:r>
              <a:rPr lang="ja-JP" altLang="en-US" sz="3600" dirty="0">
                <a:solidFill>
                  <a:srgbClr val="C00000"/>
                </a:solidFill>
              </a:rPr>
              <a:t> </a:t>
            </a:r>
            <a:r>
              <a:rPr lang="ja-JP" altLang="en-US" sz="5400" b="1" dirty="0">
                <a:solidFill>
                  <a:srgbClr val="A11D2B"/>
                </a:solidFill>
              </a:rPr>
              <a:t>まま</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715635" y="1294886"/>
            <a:ext cx="6886948" cy="4949160"/>
          </a:xfrm>
          <a:solidFill>
            <a:schemeClr val="bg2">
              <a:lumMod val="75000"/>
            </a:schemeClr>
          </a:solidFill>
        </p:spPr>
        <p:txBody>
          <a:bodyPr>
            <a:normAutofit/>
          </a:bodyPr>
          <a:lstStyle/>
          <a:p>
            <a:pPr marL="0" indent="0">
              <a:buNone/>
            </a:pPr>
            <a:r>
              <a:rPr lang="ja-JP" altLang="en-US" sz="2800" dirty="0"/>
              <a:t> </a:t>
            </a:r>
            <a:endParaRPr lang="en-US" altLang="ja-JP" sz="2800" dirty="0"/>
          </a:p>
          <a:p>
            <a:pPr marL="0" indent="0">
              <a:buNone/>
            </a:pPr>
            <a:endParaRPr lang="vi-VN" altLang="ja-JP" sz="2800" dirty="0"/>
          </a:p>
          <a:p>
            <a:pPr marL="0" indent="0">
              <a:buNone/>
            </a:pPr>
            <a:r>
              <a:rPr lang="ja-JP" altLang="en-US" sz="2800" dirty="0"/>
              <a:t> 昨日はお酒を飲んで酔 払っていたので、 </a:t>
            </a:r>
            <a:endParaRPr lang="en-US" altLang="ja-JP" sz="2800" dirty="0"/>
          </a:p>
          <a:p>
            <a:pPr marL="0" indent="0">
              <a:buNone/>
            </a:pPr>
            <a:endParaRPr lang="en-US" altLang="ja-JP" sz="2800" dirty="0"/>
          </a:p>
          <a:p>
            <a:pPr marL="0" indent="0">
              <a:buNone/>
            </a:pPr>
            <a:r>
              <a:rPr lang="ja-JP" altLang="en-US" sz="2800" dirty="0"/>
              <a:t>＿＿＿＿＿＿＿まま寝てしまい ました。</a:t>
            </a:r>
            <a:endParaRPr lang="en-US" altLang="ja-JP" sz="2800" dirty="0"/>
          </a:p>
        </p:txBody>
      </p:sp>
      <p:sp>
        <p:nvSpPr>
          <p:cNvPr id="11" name="TextBox 10">
            <a:extLst>
              <a:ext uri="{FF2B5EF4-FFF2-40B4-BE49-F238E27FC236}">
                <a16:creationId xmlns:a16="http://schemas.microsoft.com/office/drawing/2014/main" id="{CF6E8FF5-BE9B-42E8-8F19-57582DD1F7DD}"/>
              </a:ext>
            </a:extLst>
          </p:cNvPr>
          <p:cNvSpPr txBox="1"/>
          <p:nvPr/>
        </p:nvSpPr>
        <p:spPr>
          <a:xfrm>
            <a:off x="715635" y="3089524"/>
            <a:ext cx="2558247" cy="461665"/>
          </a:xfrm>
          <a:prstGeom prst="rect">
            <a:avLst/>
          </a:prstGeom>
          <a:solidFill>
            <a:srgbClr val="00B050"/>
          </a:solidFill>
        </p:spPr>
        <p:txBody>
          <a:bodyPr wrap="square" rtlCol="0">
            <a:spAutoFit/>
          </a:bodyPr>
          <a:lstStyle/>
          <a:p>
            <a:pPr algn="ctr"/>
            <a:r>
              <a:rPr lang="ja-JP" altLang="en-US" sz="2400" b="1" dirty="0">
                <a:highlight>
                  <a:srgbClr val="00FFFF"/>
                </a:highlight>
              </a:rPr>
              <a:t>ドアを開けた</a:t>
            </a:r>
            <a:endParaRPr lang="en-US" sz="2400" b="1" dirty="0">
              <a:highlight>
                <a:srgbClr val="00FFFF"/>
              </a:highlight>
            </a:endParaRPr>
          </a:p>
        </p:txBody>
      </p:sp>
      <p:pic>
        <p:nvPicPr>
          <p:cNvPr id="2050" name="Picture 2" descr="お腹を出して寝る人のイラスト（男性）">
            <a:extLst>
              <a:ext uri="{FF2B5EF4-FFF2-40B4-BE49-F238E27FC236}">
                <a16:creationId xmlns:a16="http://schemas.microsoft.com/office/drawing/2014/main" id="{77A59761-5EB0-4B18-934F-0304DFF97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5462" y="1847672"/>
            <a:ext cx="3843588" cy="3843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4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arn(inVertical)">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dirty="0">
                <a:solidFill>
                  <a:srgbClr val="C00000"/>
                </a:solidFill>
              </a:rPr>
              <a:t>写真を見ながら、話して</a:t>
            </a:r>
            <a:endParaRPr lang="en-US" sz="3200" b="1" dirty="0">
              <a:solidFill>
                <a:srgbClr val="C0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5617028" y="1229075"/>
            <a:ext cx="5950777" cy="5171726"/>
          </a:xfrm>
          <a:solidFill>
            <a:schemeClr val="bg2">
              <a:lumMod val="75000"/>
            </a:schemeClr>
          </a:solidFill>
        </p:spPr>
        <p:txBody>
          <a:bodyPr>
            <a:normAutofit/>
          </a:bodyPr>
          <a:lstStyle/>
          <a:p>
            <a:pPr marL="0" indent="0">
              <a:buNone/>
            </a:pPr>
            <a:r>
              <a:rPr lang="ja-JP" altLang="en-US" sz="2800" dirty="0"/>
              <a:t> </a:t>
            </a:r>
            <a:endParaRPr lang="en-US" altLang="ja-JP" sz="2800" dirty="0"/>
          </a:p>
          <a:p>
            <a:pPr marL="0" indent="0">
              <a:buNone/>
            </a:pPr>
            <a:r>
              <a:rPr lang="ja-JP" altLang="en-US" sz="2800" dirty="0"/>
              <a:t> </a:t>
            </a:r>
            <a:r>
              <a:rPr lang="ja-JP" altLang="en-US" sz="3200" dirty="0"/>
              <a:t>りんごは</a:t>
            </a:r>
            <a:r>
              <a:rPr lang="ja-JP" altLang="en-US" sz="3200" dirty="0">
                <a:highlight>
                  <a:srgbClr val="FFFF00"/>
                </a:highlight>
              </a:rPr>
              <a:t>皮のまま</a:t>
            </a:r>
            <a:r>
              <a:rPr lang="ja-JP" altLang="en-US" sz="3200" dirty="0"/>
              <a:t>食べます。 </a:t>
            </a:r>
            <a:endParaRPr lang="en-US" altLang="ja-JP" sz="3200" dirty="0"/>
          </a:p>
          <a:p>
            <a:pPr marL="0" indent="0">
              <a:buNone/>
            </a:pPr>
            <a:endParaRPr lang="en-US" altLang="ja-JP" sz="3200" dirty="0"/>
          </a:p>
          <a:p>
            <a:pPr marL="0" indent="0">
              <a:buNone/>
            </a:pPr>
            <a:endParaRPr lang="en-US" altLang="ja-JP" sz="3200" dirty="0"/>
          </a:p>
          <a:p>
            <a:pPr marL="0" indent="0">
              <a:buNone/>
            </a:pPr>
            <a:endParaRPr lang="en-US" altLang="ja-JP" sz="3200" dirty="0"/>
          </a:p>
          <a:p>
            <a:pPr marL="0" indent="0">
              <a:buNone/>
            </a:pPr>
            <a:r>
              <a:rPr lang="ja-JP" altLang="en-US" sz="3200" dirty="0"/>
              <a:t>さしみは</a:t>
            </a:r>
            <a:r>
              <a:rPr lang="ja-JP" altLang="en-US" sz="3200" dirty="0">
                <a:highlight>
                  <a:srgbClr val="FFFF00"/>
                </a:highlight>
              </a:rPr>
              <a:t>生のまま</a:t>
            </a:r>
            <a:r>
              <a:rPr lang="ja-JP" altLang="en-US" sz="3200" dirty="0"/>
              <a:t>で食べる日本料理です。</a:t>
            </a:r>
            <a:endParaRPr lang="en-US" altLang="ja-JP" sz="3200" dirty="0"/>
          </a:p>
        </p:txBody>
      </p:sp>
      <p:pic>
        <p:nvPicPr>
          <p:cNvPr id="3078" name="Picture 6" descr="果物や野菜、皮ごと食べるのは人体に危険？そもそも実も農薬まみれで食べるのNG？">
            <a:extLst>
              <a:ext uri="{FF2B5EF4-FFF2-40B4-BE49-F238E27FC236}">
                <a16:creationId xmlns:a16="http://schemas.microsoft.com/office/drawing/2014/main" id="{78722108-B133-4A58-ACFE-FE49585B5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346" y="1229074"/>
            <a:ext cx="3599959" cy="247082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日本人は魚を「生のまま食べて寄生虫が怖くないのか？」＝中国メディア (2018年12月22日) - エキサイトニュース">
            <a:extLst>
              <a:ext uri="{FF2B5EF4-FFF2-40B4-BE49-F238E27FC236}">
                <a16:creationId xmlns:a16="http://schemas.microsoft.com/office/drawing/2014/main" id="{8595C65F-3245-41F2-A2E0-27A66C05D2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346" y="4225438"/>
            <a:ext cx="3746959" cy="2470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32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animEffect transition="in" filter="fade">
                                      <p:cBhvr>
                                        <p:cTn id="7" dur="1000"/>
                                        <p:tgtEl>
                                          <p:spTgt spid="3078"/>
                                        </p:tgtEl>
                                      </p:cBhvr>
                                    </p:animEffect>
                                    <p:anim calcmode="lin" valueType="num">
                                      <p:cBhvr>
                                        <p:cTn id="8" dur="1000" fill="hold"/>
                                        <p:tgtEl>
                                          <p:spTgt spid="3078"/>
                                        </p:tgtEl>
                                        <p:attrNameLst>
                                          <p:attrName>ppt_x</p:attrName>
                                        </p:attrNameLst>
                                      </p:cBhvr>
                                      <p:tavLst>
                                        <p:tav tm="0">
                                          <p:val>
                                            <p:strVal val="#ppt_x"/>
                                          </p:val>
                                        </p:tav>
                                        <p:tav tm="100000">
                                          <p:val>
                                            <p:strVal val="#ppt_x"/>
                                          </p:val>
                                        </p:tav>
                                      </p:tavLst>
                                    </p:anim>
                                    <p:anim calcmode="lin" valueType="num">
                                      <p:cBhvr>
                                        <p:cTn id="9" dur="1000" fill="hold"/>
                                        <p:tgtEl>
                                          <p:spTgt spid="307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wipe(down)">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080"/>
                                        </p:tgtEl>
                                        <p:attrNameLst>
                                          <p:attrName>style.visibility</p:attrName>
                                        </p:attrNameLst>
                                      </p:cBhvr>
                                      <p:to>
                                        <p:strVal val="visible"/>
                                      </p:to>
                                    </p:set>
                                    <p:animEffect transition="in" filter="fade">
                                      <p:cBhvr>
                                        <p:cTn id="19" dur="1000"/>
                                        <p:tgtEl>
                                          <p:spTgt spid="3080"/>
                                        </p:tgtEl>
                                      </p:cBhvr>
                                    </p:animEffect>
                                    <p:anim calcmode="lin" valueType="num">
                                      <p:cBhvr>
                                        <p:cTn id="20" dur="1000" fill="hold"/>
                                        <p:tgtEl>
                                          <p:spTgt spid="3080"/>
                                        </p:tgtEl>
                                        <p:attrNameLst>
                                          <p:attrName>ppt_x</p:attrName>
                                        </p:attrNameLst>
                                      </p:cBhvr>
                                      <p:tavLst>
                                        <p:tav tm="0">
                                          <p:val>
                                            <p:strVal val="#ppt_x"/>
                                          </p:val>
                                        </p:tav>
                                        <p:tav tm="100000">
                                          <p:val>
                                            <p:strVal val="#ppt_x"/>
                                          </p:val>
                                        </p:tav>
                                      </p:tavLst>
                                    </p:anim>
                                    <p:anim calcmode="lin" valueType="num">
                                      <p:cBhvr>
                                        <p:cTn id="21" dur="1000" fill="hold"/>
                                        <p:tgtEl>
                                          <p:spTgt spid="308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barn(inVertical)">
                                      <p:cBhvr>
                                        <p:cTn id="26"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solidFill>
            <a:srgbClr val="D9910B"/>
          </a:solidFill>
        </p:spPr>
        <p:txBody>
          <a:bodyPr>
            <a:normAutofit/>
          </a:bodyPr>
          <a:lstStyle/>
          <a:p>
            <a:pPr algn="ctr"/>
            <a:r>
              <a:rPr lang="ja-JP" altLang="en-US" sz="4800" b="1" dirty="0">
                <a:solidFill>
                  <a:srgbClr val="C00000"/>
                </a:solidFill>
              </a:rPr>
              <a:t>～</a:t>
            </a:r>
            <a:r>
              <a:rPr lang="ja-JP" altLang="en-US" sz="2000" dirty="0"/>
              <a:t> </a:t>
            </a:r>
            <a:r>
              <a:rPr lang="ja-JP" altLang="en-US" sz="4400" b="1" dirty="0">
                <a:solidFill>
                  <a:srgbClr val="C00000"/>
                </a:solidFill>
              </a:rPr>
              <a:t>だらけ</a:t>
            </a:r>
            <a:endParaRPr lang="en-US" sz="4800" b="1" dirty="0">
              <a:solidFill>
                <a:srgbClr val="C0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6294049" cy="4284617"/>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endParaRPr lang="en-US" altLang="ja-JP" sz="3200" b="1" dirty="0">
              <a:solidFill>
                <a:srgbClr val="A11D2B"/>
              </a:solidFill>
            </a:endParaRPr>
          </a:p>
          <a:p>
            <a:pPr marL="0" indent="0">
              <a:buNone/>
            </a:pPr>
            <a:r>
              <a:rPr lang="ja-JP" altLang="en-US" sz="2800" dirty="0"/>
              <a:t>～がたくさんある，～がたくさんついている </a:t>
            </a:r>
            <a:endParaRPr lang="en-US" altLang="ja-JP" sz="2800" dirty="0"/>
          </a:p>
          <a:p>
            <a:pPr marL="0" indent="0">
              <a:buNone/>
            </a:pPr>
            <a:r>
              <a:rPr lang="ja-JP" altLang="en-US" sz="2800" dirty="0"/>
              <a:t>＊ 汚 いもの、いやなものがたくさんあったり、 表 面 についていたりしている</a:t>
            </a:r>
            <a:endParaRPr lang="vi-VN" altLang="ja-JP" sz="2800" dirty="0"/>
          </a:p>
          <a:p>
            <a:pPr marL="0" indent="0">
              <a:buNone/>
            </a:pPr>
            <a:r>
              <a:rPr lang="vi-VN" altLang="ja-JP" sz="2800" dirty="0"/>
              <a:t>Có nhiều (toàn là)</a:t>
            </a:r>
            <a:endParaRPr lang="en-US" altLang="ja-JP" sz="2800" dirty="0"/>
          </a:p>
          <a:p>
            <a:pPr marL="0" indent="0" algn="ctr">
              <a:buNone/>
            </a:pPr>
            <a:endParaRPr lang="en-US" altLang="ja-JP" sz="3200" dirty="0"/>
          </a:p>
          <a:p>
            <a:pPr marL="0" indent="0" algn="ctr">
              <a:buNone/>
            </a:pPr>
            <a:endParaRPr lang="en-US" altLang="ja-JP" sz="3200" b="1" dirty="0">
              <a:solidFill>
                <a:srgbClr val="A11D2B"/>
              </a:solidFill>
            </a:endParaRPr>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7576457" y="1828800"/>
            <a:ext cx="3894038" cy="4284617"/>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en-US" altLang="ja-JP" sz="2400" dirty="0"/>
          </a:p>
          <a:p>
            <a:pPr marL="0" indent="0" algn="ctr">
              <a:buNone/>
            </a:pPr>
            <a:r>
              <a:rPr lang="en-US" sz="3200" dirty="0"/>
              <a:t>Ｎ＋</a:t>
            </a:r>
            <a:r>
              <a:rPr lang="ja-JP" altLang="en-US" sz="3200" dirty="0"/>
              <a:t>だらけ</a:t>
            </a:r>
            <a:endParaRPr lang="en-US" altLang="ja-JP" sz="4800" b="1" dirty="0">
              <a:solidFill>
                <a:srgbClr val="A11D2B"/>
              </a:solidFill>
            </a:endParaRPr>
          </a:p>
        </p:txBody>
      </p:sp>
    </p:spTree>
    <p:extLst>
      <p:ext uri="{BB962C8B-B14F-4D97-AF65-F5344CB8AC3E}">
        <p14:creationId xmlns:p14="http://schemas.microsoft.com/office/powerpoint/2010/main" val="1447244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en-US" altLang="ja-JP" dirty="0">
                <a:highlight>
                  <a:srgbClr val="FFFF00"/>
                </a:highlight>
              </a:rPr>
              <a:t>P71</a:t>
            </a:r>
            <a:r>
              <a:rPr lang="ja-JP" altLang="en-US" dirty="0">
                <a:highlight>
                  <a:srgbClr val="FFFF00"/>
                </a:highlight>
              </a:rPr>
              <a:t>）</a:t>
            </a:r>
            <a:endParaRPr lang="en-US" dirty="0">
              <a:highlight>
                <a:srgbClr val="FFFF00"/>
              </a:highlight>
            </a:endParaRPr>
          </a:p>
        </p:txBody>
      </p:sp>
      <p:pic>
        <p:nvPicPr>
          <p:cNvPr id="6" name="Content Placeholder 5" descr="Text&#10;&#10;Description automatically generated">
            <a:extLst>
              <a:ext uri="{FF2B5EF4-FFF2-40B4-BE49-F238E27FC236}">
                <a16:creationId xmlns:a16="http://schemas.microsoft.com/office/drawing/2014/main" id="{566D717E-0092-4C72-A63C-E87AFED02F84}"/>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56667" y="2063363"/>
            <a:ext cx="11416208" cy="2234315"/>
          </a:xfrm>
        </p:spPr>
      </p:pic>
    </p:spTree>
    <p:extLst>
      <p:ext uri="{BB962C8B-B14F-4D97-AF65-F5344CB8AC3E}">
        <p14:creationId xmlns:p14="http://schemas.microsoft.com/office/powerpoint/2010/main" val="2233315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6600" b="1" dirty="0">
                <a:solidFill>
                  <a:srgbClr val="C00000"/>
                </a:solidFill>
              </a:rPr>
              <a:t>～</a:t>
            </a:r>
            <a:r>
              <a:rPr lang="ja-JP" altLang="en-US" sz="3200" dirty="0"/>
              <a:t> </a:t>
            </a:r>
            <a:r>
              <a:rPr lang="ja-JP" altLang="en-US" sz="6000" b="1" dirty="0">
                <a:solidFill>
                  <a:srgbClr val="C00000"/>
                </a:solidFill>
              </a:rPr>
              <a:t>だらけ</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621458"/>
            <a:ext cx="7043702" cy="4923034"/>
          </a:xfrm>
          <a:solidFill>
            <a:schemeClr val="accent5">
              <a:lumMod val="40000"/>
              <a:lumOff val="60000"/>
            </a:schemeClr>
          </a:solidFill>
        </p:spPr>
        <p:txBody>
          <a:bodyPr>
            <a:normAutofit/>
          </a:bodyPr>
          <a:lstStyle/>
          <a:p>
            <a:pPr marL="0" indent="0">
              <a:buNone/>
            </a:pPr>
            <a:r>
              <a:rPr lang="ja-JP" altLang="en-US" sz="2800" dirty="0"/>
              <a:t> </a:t>
            </a:r>
            <a:endParaRPr lang="en-US" altLang="ja-JP" sz="2800" dirty="0"/>
          </a:p>
          <a:p>
            <a:pPr marL="0" indent="0">
              <a:buNone/>
            </a:pPr>
            <a:endParaRPr lang="vi-VN" altLang="ja-JP" sz="2800" dirty="0"/>
          </a:p>
          <a:p>
            <a:pPr marL="0" indent="0">
              <a:buNone/>
            </a:pPr>
            <a:r>
              <a:rPr lang="ja-JP" altLang="en-US" sz="2800" dirty="0"/>
              <a:t> </a:t>
            </a:r>
            <a:r>
              <a:rPr lang="ja-JP" altLang="en-US" sz="2800" dirty="0">
                <a:highlight>
                  <a:srgbClr val="FFFF00"/>
                </a:highlight>
              </a:rPr>
              <a:t>Ａ</a:t>
            </a:r>
            <a:r>
              <a:rPr lang="ja-JP" altLang="en-US" sz="2800" dirty="0"/>
              <a:t>：どうしたの？その</a:t>
            </a:r>
            <a:r>
              <a:rPr lang="vi-VN" altLang="ja-JP" sz="2800" dirty="0"/>
              <a:t>_________</a:t>
            </a:r>
            <a:r>
              <a:rPr lang="ja-JP" altLang="en-US" sz="2800" dirty="0"/>
              <a:t>だらけの足？大丈夫？</a:t>
            </a:r>
            <a:endParaRPr lang="en-US" altLang="ja-JP" sz="2800" dirty="0"/>
          </a:p>
          <a:p>
            <a:pPr marL="0" indent="0">
              <a:buNone/>
            </a:pPr>
            <a:endParaRPr lang="vi-VN" altLang="ja-JP" sz="2800" dirty="0"/>
          </a:p>
          <a:p>
            <a:pPr marL="0" indent="0">
              <a:buNone/>
            </a:pPr>
            <a:r>
              <a:rPr lang="ja-JP" altLang="en-US" sz="2800" dirty="0"/>
              <a:t> </a:t>
            </a:r>
            <a:r>
              <a:rPr lang="ja-JP" altLang="en-US" sz="2800" dirty="0">
                <a:highlight>
                  <a:srgbClr val="FFFF00"/>
                </a:highlight>
              </a:rPr>
              <a:t>Ｂ</a:t>
            </a:r>
            <a:r>
              <a:rPr lang="ja-JP" altLang="en-US" sz="2800" dirty="0"/>
              <a:t>：ここに来る途 中 で、駅の階 段 で転 んじゃったんだ。それでこんなになっちゃった。 。</a:t>
            </a:r>
            <a:endParaRPr lang="en-US" altLang="ja-JP" sz="2800" dirty="0"/>
          </a:p>
        </p:txBody>
      </p:sp>
      <p:pic>
        <p:nvPicPr>
          <p:cNvPr id="4102" name="Picture 6" descr="2ページ目 | 傷イラスト／無料イラストなら「イラストAC」">
            <a:extLst>
              <a:ext uri="{FF2B5EF4-FFF2-40B4-BE49-F238E27FC236}">
                <a16:creationId xmlns:a16="http://schemas.microsoft.com/office/drawing/2014/main" id="{D38B8224-527E-4A2C-8F72-91A6C3AC2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3285" y="2064886"/>
            <a:ext cx="3081413" cy="411384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76C299E-E9A1-4AD3-87F3-6FBD030647C4}"/>
              </a:ext>
            </a:extLst>
          </p:cNvPr>
          <p:cNvSpPr txBox="1"/>
          <p:nvPr/>
        </p:nvSpPr>
        <p:spPr>
          <a:xfrm>
            <a:off x="4480560" y="2214313"/>
            <a:ext cx="1515292" cy="463573"/>
          </a:xfrm>
          <a:prstGeom prst="rect">
            <a:avLst/>
          </a:prstGeom>
          <a:solidFill>
            <a:srgbClr val="00B050"/>
          </a:solidFill>
        </p:spPr>
        <p:txBody>
          <a:bodyPr wrap="square" rtlCol="0">
            <a:spAutoFit/>
          </a:bodyPr>
          <a:lstStyle/>
          <a:p>
            <a:pPr algn="ctr"/>
            <a:r>
              <a:rPr lang="ja-JP" altLang="en-US" sz="2400" b="1" dirty="0">
                <a:highlight>
                  <a:srgbClr val="00FFFF"/>
                </a:highlight>
              </a:rPr>
              <a:t>傷だらけ</a:t>
            </a:r>
            <a:endParaRPr lang="en-US" sz="2400" b="1" dirty="0">
              <a:highlight>
                <a:srgbClr val="00FFFF"/>
              </a:highlight>
            </a:endParaRPr>
          </a:p>
        </p:txBody>
      </p:sp>
    </p:spTree>
    <p:extLst>
      <p:ext uri="{BB962C8B-B14F-4D97-AF65-F5344CB8AC3E}">
        <p14:creationId xmlns:p14="http://schemas.microsoft.com/office/powerpoint/2010/main" val="270040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6600" b="1" dirty="0">
                <a:solidFill>
                  <a:srgbClr val="C00000"/>
                </a:solidFill>
              </a:rPr>
              <a:t>～</a:t>
            </a:r>
            <a:r>
              <a:rPr lang="ja-JP" altLang="en-US" sz="3200" dirty="0"/>
              <a:t> </a:t>
            </a:r>
            <a:r>
              <a:rPr lang="ja-JP" altLang="en-US" sz="6000" b="1" dirty="0">
                <a:solidFill>
                  <a:srgbClr val="C00000"/>
                </a:solidFill>
              </a:rPr>
              <a:t>だらけ</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621458"/>
            <a:ext cx="6155428" cy="4857719"/>
          </a:xfrm>
          <a:solidFill>
            <a:schemeClr val="accent5">
              <a:lumMod val="40000"/>
              <a:lumOff val="60000"/>
            </a:schemeClr>
          </a:solidFill>
        </p:spPr>
        <p:txBody>
          <a:bodyPr>
            <a:normAutofit/>
          </a:bodyPr>
          <a:lstStyle/>
          <a:p>
            <a:pPr marL="0" indent="0">
              <a:buNone/>
            </a:pPr>
            <a:r>
              <a:rPr lang="ja-JP" altLang="en-US" sz="2800" dirty="0"/>
              <a:t> </a:t>
            </a:r>
            <a:endParaRPr lang="en-US" altLang="ja-JP" sz="2800" dirty="0"/>
          </a:p>
          <a:p>
            <a:pPr marL="0" indent="0">
              <a:buNone/>
            </a:pPr>
            <a:r>
              <a:rPr lang="ja-JP" altLang="en-US" sz="2800" dirty="0"/>
              <a:t> </a:t>
            </a:r>
            <a:r>
              <a:rPr lang="ja-JP" altLang="en-US" sz="2800" dirty="0">
                <a:highlight>
                  <a:srgbClr val="FFFF00"/>
                </a:highlight>
              </a:rPr>
              <a:t>母</a:t>
            </a:r>
            <a:r>
              <a:rPr lang="ja-JP" altLang="en-US" sz="2800" dirty="0"/>
              <a:t>：何ですか、この部屋 は！！</a:t>
            </a:r>
            <a:endParaRPr lang="en-US" altLang="ja-JP" sz="2800" dirty="0"/>
          </a:p>
          <a:p>
            <a:pPr marL="0" indent="0">
              <a:buNone/>
            </a:pPr>
            <a:endParaRPr lang="en-US" altLang="ja-JP" sz="2800" dirty="0"/>
          </a:p>
          <a:p>
            <a:pPr marL="0" indent="0">
              <a:buNone/>
            </a:pPr>
            <a:r>
              <a:rPr lang="ja-JP" altLang="en-US" sz="2800" dirty="0"/>
              <a:t>＿＿＿＿＿　だらけじゃない！少しくらい掃除しなさい！！ </a:t>
            </a:r>
            <a:endParaRPr lang="en-US" altLang="ja-JP" sz="2800" dirty="0"/>
          </a:p>
          <a:p>
            <a:pPr marL="0" indent="0">
              <a:buNone/>
            </a:pPr>
            <a:endParaRPr lang="en-US" altLang="ja-JP" sz="2800" dirty="0"/>
          </a:p>
          <a:p>
            <a:pPr marL="0" indent="0">
              <a:buNone/>
            </a:pPr>
            <a:r>
              <a:rPr lang="ja-JP" altLang="en-US" sz="2800" dirty="0">
                <a:solidFill>
                  <a:srgbClr val="C00000"/>
                </a:solidFill>
                <a:highlight>
                  <a:srgbClr val="FFFF00"/>
                </a:highlight>
              </a:rPr>
              <a:t>子</a:t>
            </a:r>
            <a:r>
              <a:rPr lang="ja-JP" altLang="en-US" sz="2800" dirty="0"/>
              <a:t>：わかったよ。すぐ片付 けるよ。。</a:t>
            </a:r>
            <a:endParaRPr lang="en-US" altLang="ja-JP" sz="2800" dirty="0"/>
          </a:p>
        </p:txBody>
      </p:sp>
      <p:sp>
        <p:nvSpPr>
          <p:cNvPr id="9" name="TextBox 8">
            <a:extLst>
              <a:ext uri="{FF2B5EF4-FFF2-40B4-BE49-F238E27FC236}">
                <a16:creationId xmlns:a16="http://schemas.microsoft.com/office/drawing/2014/main" id="{576C299E-E9A1-4AD3-87F3-6FBD030647C4}"/>
              </a:ext>
            </a:extLst>
          </p:cNvPr>
          <p:cNvSpPr txBox="1"/>
          <p:nvPr/>
        </p:nvSpPr>
        <p:spPr>
          <a:xfrm>
            <a:off x="624195" y="2967335"/>
            <a:ext cx="1998617" cy="461665"/>
          </a:xfrm>
          <a:prstGeom prst="rect">
            <a:avLst/>
          </a:prstGeom>
          <a:solidFill>
            <a:srgbClr val="00B050"/>
          </a:solidFill>
        </p:spPr>
        <p:txBody>
          <a:bodyPr wrap="square" rtlCol="0">
            <a:spAutoFit/>
          </a:bodyPr>
          <a:lstStyle/>
          <a:p>
            <a:pPr algn="ctr"/>
            <a:r>
              <a:rPr lang="ja-JP" altLang="en-US" sz="2400" b="1" dirty="0">
                <a:highlight>
                  <a:srgbClr val="00FFFF"/>
                </a:highlight>
              </a:rPr>
              <a:t>ゴミだらけ</a:t>
            </a:r>
            <a:endParaRPr lang="en-US" sz="2400" b="1" dirty="0">
              <a:highlight>
                <a:srgbClr val="00FFFF"/>
              </a:highlight>
            </a:endParaRPr>
          </a:p>
        </p:txBody>
      </p:sp>
      <p:pic>
        <p:nvPicPr>
          <p:cNvPr id="5122" name="Picture 2" descr="ゴミの部分が散らばってまとまりのない部屋のイラスト の写真素材・画像素材. Image 35416204.">
            <a:extLst>
              <a:ext uri="{FF2B5EF4-FFF2-40B4-BE49-F238E27FC236}">
                <a16:creationId xmlns:a16="http://schemas.microsoft.com/office/drawing/2014/main" id="{2003735D-B3B1-4314-9169-3889EDD24A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2035" y="2011680"/>
            <a:ext cx="4895081" cy="3971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07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dirty="0">
                <a:solidFill>
                  <a:srgbClr val="A11D2B"/>
                </a:solidFill>
              </a:rPr>
              <a:t>どちらがいい</a:t>
            </a:r>
            <a:r>
              <a:rPr lang="vi-VN" altLang="ja-JP" sz="4400" b="1" dirty="0">
                <a:solidFill>
                  <a:srgbClr val="A11D2B"/>
                </a:solidFill>
              </a:rPr>
              <a:t>?</a:t>
            </a:r>
            <a:endParaRPr lang="en-US" sz="6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6" y="1375040"/>
            <a:ext cx="10701302" cy="5143326"/>
          </a:xfrm>
          <a:solidFill>
            <a:schemeClr val="accent6">
              <a:lumMod val="60000"/>
              <a:lumOff val="40000"/>
            </a:schemeClr>
          </a:solidFill>
        </p:spPr>
        <p:txBody>
          <a:bodyPr>
            <a:normAutofit/>
          </a:bodyPr>
          <a:lstStyle/>
          <a:p>
            <a:pPr marL="0" indent="0">
              <a:buNone/>
            </a:pPr>
            <a:endParaRPr lang="en-US" altLang="ja-JP" sz="2400" dirty="0"/>
          </a:p>
          <a:p>
            <a:pPr marL="0" indent="0">
              <a:buNone/>
            </a:pPr>
            <a:r>
              <a:rPr lang="ja-JP" altLang="en-US" sz="3200" dirty="0"/>
              <a:t>① 日本では靴 を </a:t>
            </a:r>
            <a:r>
              <a:rPr lang="en-US" altLang="ja-JP" sz="3200" dirty="0">
                <a:highlight>
                  <a:srgbClr val="FFFF00"/>
                </a:highlight>
              </a:rPr>
              <a:t>[ </a:t>
            </a:r>
            <a:r>
              <a:rPr lang="ja-JP" altLang="en-US" sz="3200" dirty="0">
                <a:highlight>
                  <a:srgbClr val="FFFF00"/>
                </a:highlight>
              </a:rPr>
              <a:t>はいた ・ はく </a:t>
            </a:r>
            <a:r>
              <a:rPr lang="en-US" altLang="ja-JP" sz="3200" dirty="0">
                <a:highlight>
                  <a:srgbClr val="FFFF00"/>
                </a:highlight>
              </a:rPr>
              <a:t>] </a:t>
            </a:r>
            <a:r>
              <a:rPr lang="ja-JP" altLang="en-US" sz="3200" dirty="0"/>
              <a:t>まま、家に入ってはいけません。</a:t>
            </a:r>
            <a:endParaRPr lang="en-US" altLang="ja-JP" sz="3200" dirty="0"/>
          </a:p>
          <a:p>
            <a:pPr marL="0" indent="0">
              <a:buNone/>
            </a:pPr>
            <a:r>
              <a:rPr lang="ja-JP" altLang="en-US" sz="3200" dirty="0"/>
              <a:t> </a:t>
            </a:r>
            <a:endParaRPr lang="en-US" altLang="ja-JP" sz="3200" dirty="0"/>
          </a:p>
          <a:p>
            <a:pPr marL="0" indent="0">
              <a:buNone/>
            </a:pPr>
            <a:r>
              <a:rPr lang="ja-JP" altLang="en-US" sz="3200" dirty="0"/>
              <a:t>② 窓を</a:t>
            </a:r>
            <a:r>
              <a:rPr lang="en-US" altLang="ja-JP" sz="3200" dirty="0">
                <a:highlight>
                  <a:srgbClr val="FFFF00"/>
                </a:highlight>
              </a:rPr>
              <a:t>[ </a:t>
            </a:r>
            <a:r>
              <a:rPr lang="ja-JP" altLang="en-US" sz="3200" dirty="0">
                <a:highlight>
                  <a:srgbClr val="FFFF00"/>
                </a:highlight>
              </a:rPr>
              <a:t>開けたまま ・ 開けながら</a:t>
            </a:r>
            <a:r>
              <a:rPr lang="ja-JP" altLang="en-US" sz="3200" dirty="0"/>
              <a:t> </a:t>
            </a:r>
            <a:r>
              <a:rPr lang="en-US" altLang="ja-JP" sz="3200" dirty="0"/>
              <a:t>] </a:t>
            </a:r>
            <a:r>
              <a:rPr lang="ja-JP" altLang="en-US" sz="3200" dirty="0"/>
              <a:t>寝 たので、風邪 を引いてしまった。</a:t>
            </a:r>
            <a:endParaRPr lang="en-US" altLang="ja-JP" sz="3200" dirty="0"/>
          </a:p>
          <a:p>
            <a:pPr marL="0" indent="0">
              <a:buNone/>
            </a:pPr>
            <a:endParaRPr lang="en-US" altLang="ja-JP" sz="3200" dirty="0"/>
          </a:p>
          <a:p>
            <a:pPr marL="0" indent="0">
              <a:buNone/>
            </a:pPr>
            <a:r>
              <a:rPr lang="ja-JP" altLang="en-US" sz="3200" dirty="0"/>
              <a:t> ③ そうじしないので、彼の部屋 は</a:t>
            </a:r>
            <a:r>
              <a:rPr lang="en-US" altLang="ja-JP" sz="3200" dirty="0">
                <a:highlight>
                  <a:srgbClr val="FFFF00"/>
                </a:highlight>
              </a:rPr>
              <a:t>[ </a:t>
            </a:r>
            <a:r>
              <a:rPr lang="ja-JP" altLang="en-US" sz="3200" dirty="0">
                <a:highlight>
                  <a:srgbClr val="FFFF00"/>
                </a:highlight>
              </a:rPr>
              <a:t>汚 きたな い ・ ゴミ </a:t>
            </a:r>
            <a:r>
              <a:rPr lang="en-US" altLang="ja-JP" sz="3200" dirty="0"/>
              <a:t>] </a:t>
            </a:r>
            <a:r>
              <a:rPr lang="ja-JP" altLang="en-US" sz="3200" dirty="0"/>
              <a:t>だらけです。 </a:t>
            </a:r>
            <a:endParaRPr lang="en-US" altLang="ja-JP" sz="3200" dirty="0"/>
          </a:p>
        </p:txBody>
      </p:sp>
      <p:sp>
        <p:nvSpPr>
          <p:cNvPr id="11" name="TextBox 10">
            <a:extLst>
              <a:ext uri="{FF2B5EF4-FFF2-40B4-BE49-F238E27FC236}">
                <a16:creationId xmlns:a16="http://schemas.microsoft.com/office/drawing/2014/main" id="{F2FE7CB2-B7AB-4D2D-84A1-FD6B4BBD999C}"/>
              </a:ext>
            </a:extLst>
          </p:cNvPr>
          <p:cNvSpPr txBox="1"/>
          <p:nvPr/>
        </p:nvSpPr>
        <p:spPr>
          <a:xfrm>
            <a:off x="5974847" y="1790200"/>
            <a:ext cx="914400" cy="584775"/>
          </a:xfrm>
          <a:prstGeom prst="rect">
            <a:avLst/>
          </a:prstGeom>
          <a:noFill/>
        </p:spPr>
        <p:txBody>
          <a:bodyPr wrap="square" rtlCol="0">
            <a:spAutoFit/>
          </a:bodyPr>
          <a:lstStyle/>
          <a:p>
            <a:r>
              <a:rPr lang="vi-VN" sz="3200" dirty="0">
                <a:highlight>
                  <a:srgbClr val="FF0000"/>
                </a:highlight>
              </a:rPr>
              <a:t>X</a:t>
            </a:r>
            <a:endParaRPr lang="en-US" sz="3200" dirty="0">
              <a:highlight>
                <a:srgbClr val="FF0000"/>
              </a:highlight>
            </a:endParaRPr>
          </a:p>
        </p:txBody>
      </p:sp>
      <p:sp>
        <p:nvSpPr>
          <p:cNvPr id="12" name="TextBox 11">
            <a:extLst>
              <a:ext uri="{FF2B5EF4-FFF2-40B4-BE49-F238E27FC236}">
                <a16:creationId xmlns:a16="http://schemas.microsoft.com/office/drawing/2014/main" id="{B659A300-28CA-4554-933B-E08AF22CFF45}"/>
              </a:ext>
            </a:extLst>
          </p:cNvPr>
          <p:cNvSpPr txBox="1"/>
          <p:nvPr/>
        </p:nvSpPr>
        <p:spPr>
          <a:xfrm>
            <a:off x="7955280" y="4898185"/>
            <a:ext cx="825137" cy="584775"/>
          </a:xfrm>
          <a:prstGeom prst="rect">
            <a:avLst/>
          </a:prstGeom>
          <a:noFill/>
        </p:spPr>
        <p:txBody>
          <a:bodyPr wrap="square" rtlCol="0">
            <a:spAutoFit/>
          </a:bodyPr>
          <a:lstStyle/>
          <a:p>
            <a:r>
              <a:rPr lang="vi-VN" sz="3200" dirty="0">
                <a:highlight>
                  <a:srgbClr val="FF0000"/>
                </a:highlight>
              </a:rPr>
              <a:t>X</a:t>
            </a:r>
            <a:endParaRPr lang="en-US" sz="3200" dirty="0">
              <a:highlight>
                <a:srgbClr val="FF0000"/>
              </a:highlight>
            </a:endParaRPr>
          </a:p>
        </p:txBody>
      </p:sp>
      <p:sp>
        <p:nvSpPr>
          <p:cNvPr id="13" name="TextBox 12">
            <a:extLst>
              <a:ext uri="{FF2B5EF4-FFF2-40B4-BE49-F238E27FC236}">
                <a16:creationId xmlns:a16="http://schemas.microsoft.com/office/drawing/2014/main" id="{D880FF4A-D452-4B2B-9BE9-99085E4D51F2}"/>
              </a:ext>
            </a:extLst>
          </p:cNvPr>
          <p:cNvSpPr txBox="1"/>
          <p:nvPr/>
        </p:nvSpPr>
        <p:spPr>
          <a:xfrm>
            <a:off x="5394960" y="3361928"/>
            <a:ext cx="825137" cy="584775"/>
          </a:xfrm>
          <a:prstGeom prst="rect">
            <a:avLst/>
          </a:prstGeom>
          <a:noFill/>
        </p:spPr>
        <p:txBody>
          <a:bodyPr wrap="square" rtlCol="0">
            <a:spAutoFit/>
          </a:bodyPr>
          <a:lstStyle/>
          <a:p>
            <a:r>
              <a:rPr lang="vi-VN" sz="3200" dirty="0">
                <a:highlight>
                  <a:srgbClr val="FF0000"/>
                </a:highlight>
              </a:rPr>
              <a:t>X</a:t>
            </a:r>
            <a:endParaRPr lang="en-US" sz="3200" dirty="0">
              <a:highlight>
                <a:srgbClr val="FF0000"/>
              </a:highlight>
            </a:endParaRPr>
          </a:p>
        </p:txBody>
      </p:sp>
    </p:spTree>
    <p:extLst>
      <p:ext uri="{BB962C8B-B14F-4D97-AF65-F5344CB8AC3E}">
        <p14:creationId xmlns:p14="http://schemas.microsoft.com/office/powerpoint/2010/main" val="903742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1000"/>
                                        <p:tgtEl>
                                          <p:spTgt spid="5">
                                            <p:txEl>
                                              <p:pRg st="3" end="3"/>
                                            </p:txEl>
                                          </p:spTgt>
                                        </p:tgtEl>
                                      </p:cBhvr>
                                    </p:animEffect>
                                    <p:anim calcmode="lin" valueType="num">
                                      <p:cBhvr>
                                        <p:cTn id="20"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1000"/>
                                        <p:tgtEl>
                                          <p:spTgt spid="5">
                                            <p:txEl>
                                              <p:pRg st="5" end="5"/>
                                            </p:txEl>
                                          </p:spTgt>
                                        </p:tgtEl>
                                      </p:cBhvr>
                                    </p:animEffect>
                                    <p:anim calcmode="lin" valueType="num">
                                      <p:cBhvr>
                                        <p:cTn id="32"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Effect transition="in" filter="barn(inVertical)">
                                      <p:cBhvr>
                                        <p:cTn id="38"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5E9C53"/>
          </a:solidFill>
        </p:spPr>
        <p:txBody>
          <a:bodyPr>
            <a:normAutofit/>
          </a:bodyPr>
          <a:lstStyle/>
          <a:p>
            <a:pPr algn="ctr"/>
            <a:r>
              <a:rPr lang="ja-JP" altLang="en-US" sz="4000" b="1" dirty="0">
                <a:solidFill>
                  <a:srgbClr val="A11D2B"/>
                </a:solidFill>
              </a:rPr>
              <a:t>やってみよう（</a:t>
            </a:r>
            <a:r>
              <a:rPr lang="en-US" altLang="ja-JP" sz="4000" b="1" dirty="0">
                <a:solidFill>
                  <a:srgbClr val="A11D2B"/>
                </a:solidFill>
              </a:rPr>
              <a:t>71</a:t>
            </a:r>
            <a:r>
              <a:rPr lang="ja-JP" altLang="en-US" sz="4000" b="1" dirty="0">
                <a:solidFill>
                  <a:srgbClr val="A11D2B"/>
                </a:solidFill>
              </a:rPr>
              <a:t>）</a:t>
            </a:r>
            <a:br>
              <a:rPr lang="en-US" altLang="ja-JP" sz="4000" b="1" dirty="0">
                <a:solidFill>
                  <a:srgbClr val="A11D2B"/>
                </a:solidFill>
              </a:rPr>
            </a:br>
            <a:br>
              <a:rPr lang="en-US" altLang="ja-JP" sz="4000" b="1" dirty="0">
                <a:solidFill>
                  <a:srgbClr val="A11D2B"/>
                </a:solidFill>
              </a:rPr>
            </a:br>
            <a:r>
              <a:rPr lang="ja-JP" altLang="en-US" sz="4000" b="1" dirty="0">
                <a:solidFill>
                  <a:srgbClr val="A11D2B"/>
                </a:solidFill>
              </a:rPr>
              <a:t>周りの人と経験を共有しましょう</a:t>
            </a:r>
            <a:br>
              <a:rPr lang="en-US" altLang="ja-JP" sz="4000" b="1" dirty="0">
                <a:solidFill>
                  <a:srgbClr val="A11D2B"/>
                </a:solidFill>
              </a:rPr>
            </a:br>
            <a:endParaRPr lang="en-US" sz="4000" b="1" dirty="0">
              <a:solidFill>
                <a:srgbClr val="A11D2B"/>
              </a:solidFill>
            </a:endParaRPr>
          </a:p>
        </p:txBody>
      </p:sp>
    </p:spTree>
    <p:extLst>
      <p:ext uri="{BB962C8B-B14F-4D97-AF65-F5344CB8AC3E}">
        <p14:creationId xmlns:p14="http://schemas.microsoft.com/office/powerpoint/2010/main" val="234230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9" y="1621971"/>
            <a:ext cx="9534740" cy="3071425"/>
          </a:xfrm>
          <a:solidFill>
            <a:srgbClr val="D9910B"/>
          </a:solidFill>
        </p:spPr>
        <p:txBody>
          <a:bodyPr>
            <a:normAutofit/>
          </a:bodyPr>
          <a:lstStyle/>
          <a:p>
            <a:pPr algn="ctr"/>
            <a:r>
              <a:rPr lang="ja-JP" altLang="en-US" sz="4000" b="1" dirty="0">
                <a:solidFill>
                  <a:srgbClr val="A11D2B"/>
                </a:solidFill>
              </a:rPr>
              <a:t>けがや急病に関係がある言葉・表現</a:t>
            </a:r>
            <a:br>
              <a:rPr lang="en-US" altLang="ja-JP" sz="4000" b="1" dirty="0">
                <a:solidFill>
                  <a:srgbClr val="A11D2B"/>
                </a:solidFill>
              </a:rPr>
            </a:br>
            <a:r>
              <a:rPr lang="ja-JP" altLang="en-US" sz="4000" b="1" dirty="0">
                <a:solidFill>
                  <a:srgbClr val="A11D2B"/>
                </a:solidFill>
              </a:rPr>
              <a:t>　</a:t>
            </a:r>
            <a:r>
              <a:rPr lang="ja-JP" altLang="en-US" sz="2800" b="1" dirty="0">
                <a:solidFill>
                  <a:srgbClr val="A11D2B"/>
                </a:solidFill>
              </a:rPr>
              <a:t>（ワ</a:t>
            </a:r>
            <a:r>
              <a:rPr lang="vi-VN" altLang="ja-JP" sz="2800" b="1" dirty="0">
                <a:solidFill>
                  <a:srgbClr val="A11D2B"/>
                </a:solidFill>
              </a:rPr>
              <a:t>-</a:t>
            </a:r>
            <a:r>
              <a:rPr lang="ja-JP" altLang="en-US" sz="2800" b="1" dirty="0">
                <a:solidFill>
                  <a:srgbClr val="A11D2B"/>
                </a:solidFill>
              </a:rPr>
              <a:t>クブック</a:t>
            </a:r>
            <a:r>
              <a:rPr lang="en-US" altLang="ja-JP" sz="2800" b="1" dirty="0">
                <a:solidFill>
                  <a:srgbClr val="A11D2B"/>
                </a:solidFill>
              </a:rPr>
              <a:t>―</a:t>
            </a:r>
            <a:r>
              <a:rPr lang="vi-VN" altLang="ja-JP" sz="2800" b="1" dirty="0">
                <a:solidFill>
                  <a:srgbClr val="A11D2B"/>
                </a:solidFill>
              </a:rPr>
              <a:t>43&amp;43</a:t>
            </a:r>
            <a:r>
              <a:rPr lang="ja-JP" altLang="en-US" sz="2800" b="1" dirty="0">
                <a:solidFill>
                  <a:srgbClr val="A11D2B"/>
                </a:solidFill>
              </a:rPr>
              <a:t>ページ）　</a:t>
            </a:r>
            <a:endParaRPr lang="en-US" sz="4000" b="1" dirty="0">
              <a:solidFill>
                <a:srgbClr val="A11D2B"/>
              </a:solidFill>
            </a:endParaRPr>
          </a:p>
        </p:txBody>
      </p:sp>
    </p:spTree>
    <p:extLst>
      <p:ext uri="{BB962C8B-B14F-4D97-AF65-F5344CB8AC3E}">
        <p14:creationId xmlns:p14="http://schemas.microsoft.com/office/powerpoint/2010/main" val="3715108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7214</TotalTime>
  <Words>1226</Words>
  <Application>Microsoft Office PowerPoint</Application>
  <PresentationFormat>Widescreen</PresentationFormat>
  <Paragraphs>152</Paragraphs>
  <Slides>21</Slides>
  <Notes>19</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第5課</vt:lpstr>
      <vt:lpstr>PowerPoint Presentation</vt:lpstr>
      <vt:lpstr> 伝えてみよう(P.65)</vt:lpstr>
      <vt:lpstr> 伝えてみよう(65)</vt:lpstr>
      <vt:lpstr> 伝えてみよう(65)</vt:lpstr>
      <vt:lpstr> 伝えてみよう(65)</vt:lpstr>
      <vt:lpstr>使ってみよう5（58） 文法1＆2</vt:lpstr>
      <vt:lpstr>～ まま</vt:lpstr>
      <vt:lpstr>例文（P71）</vt:lpstr>
      <vt:lpstr>～ まま</vt:lpstr>
      <vt:lpstr>～ まま</vt:lpstr>
      <vt:lpstr>～ まま</vt:lpstr>
      <vt:lpstr>～ まま</vt:lpstr>
      <vt:lpstr>写真を見ながら、話して</vt:lpstr>
      <vt:lpstr>～ だらけ</vt:lpstr>
      <vt:lpstr>例文（P71）</vt:lpstr>
      <vt:lpstr>～ だらけ</vt:lpstr>
      <vt:lpstr>～ だらけ</vt:lpstr>
      <vt:lpstr>どちらがいい?</vt:lpstr>
      <vt:lpstr>やってみよう（71）  周りの人と経験を共有しましょう </vt:lpstr>
      <vt:lpstr>けがや急病に関係がある言葉・表現 　（ワ-クブック―43&amp;43ページ）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Oanh Le</dc:creator>
  <cp:lastModifiedBy>Le Thi Kim Oanh (FE FPTU CT)</cp:lastModifiedBy>
  <cp:revision>19</cp:revision>
  <dcterms:created xsi:type="dcterms:W3CDTF">2021-07-16T02:45:36Z</dcterms:created>
  <dcterms:modified xsi:type="dcterms:W3CDTF">2021-09-14T04:34:40Z</dcterms:modified>
</cp:coreProperties>
</file>