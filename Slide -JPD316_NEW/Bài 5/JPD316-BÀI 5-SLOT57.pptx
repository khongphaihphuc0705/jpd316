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520" r:id="rId3"/>
    <p:sldId id="335" r:id="rId4"/>
    <p:sldId id="363" r:id="rId5"/>
    <p:sldId id="461" r:id="rId6"/>
    <p:sldId id="521" r:id="rId7"/>
    <p:sldId id="536" r:id="rId8"/>
    <p:sldId id="522" r:id="rId9"/>
    <p:sldId id="523" r:id="rId10"/>
    <p:sldId id="524" r:id="rId11"/>
    <p:sldId id="525" r:id="rId12"/>
    <p:sldId id="359" r:id="rId13"/>
    <p:sldId id="535" r:id="rId14"/>
    <p:sldId id="526" r:id="rId15"/>
    <p:sldId id="527" r:id="rId16"/>
    <p:sldId id="528" r:id="rId17"/>
    <p:sldId id="533" r:id="rId18"/>
    <p:sldId id="534" r:id="rId19"/>
    <p:sldId id="537" r:id="rId20"/>
    <p:sldId id="538"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11D2B"/>
    <a:srgbClr val="5E9C53"/>
    <a:srgbClr val="D9910B"/>
    <a:srgbClr val="256766"/>
    <a:srgbClr val="1A1E3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27EDB00-E2CC-468A-89A4-41068FD3B8A8}" v="866" dt="2021-09-15T13:33:40.69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77025" autoAdjust="0"/>
  </p:normalViewPr>
  <p:slideViewPr>
    <p:cSldViewPr snapToGrid="0" showGuides="1">
      <p:cViewPr varScale="1">
        <p:scale>
          <a:sx n="49" d="100"/>
          <a:sy n="49" d="100"/>
        </p:scale>
        <p:origin x="1260" y="4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e Thi Kim Oanh (FE FPTU CT)" userId="33772939-cd87-45c1-be61-e0648bc25a53" providerId="ADAL" clId="{027EDB00-E2CC-468A-89A4-41068FD3B8A8}"/>
    <pc:docChg chg="undo custSel addSld delSld modSld sldOrd">
      <pc:chgData name="Le Thi Kim Oanh (FE FPTU CT)" userId="33772939-cd87-45c1-be61-e0648bc25a53" providerId="ADAL" clId="{027EDB00-E2CC-468A-89A4-41068FD3B8A8}" dt="2021-09-15T13:33:40.689" v="1463" actId="20577"/>
      <pc:docMkLst>
        <pc:docMk/>
      </pc:docMkLst>
      <pc:sldChg chg="modSp add">
        <pc:chgData name="Le Thi Kim Oanh (FE FPTU CT)" userId="33772939-cd87-45c1-be61-e0648bc25a53" providerId="ADAL" clId="{027EDB00-E2CC-468A-89A4-41068FD3B8A8}" dt="2021-09-14T04:36:12.545" v="37" actId="20577"/>
        <pc:sldMkLst>
          <pc:docMk/>
          <pc:sldMk cId="2002009058" sldId="335"/>
        </pc:sldMkLst>
        <pc:spChg chg="mod">
          <ac:chgData name="Le Thi Kim Oanh (FE FPTU CT)" userId="33772939-cd87-45c1-be61-e0648bc25a53" providerId="ADAL" clId="{027EDB00-E2CC-468A-89A4-41068FD3B8A8}" dt="2021-09-14T04:36:12.545" v="37" actId="20577"/>
          <ac:spMkLst>
            <pc:docMk/>
            <pc:sldMk cId="2002009058" sldId="335"/>
            <ac:spMk id="8" creationId="{886FE98E-F50F-4D70-9056-58B30A09147C}"/>
          </ac:spMkLst>
        </pc:spChg>
        <pc:spChg chg="mod">
          <ac:chgData name="Le Thi Kim Oanh (FE FPTU CT)" userId="33772939-cd87-45c1-be61-e0648bc25a53" providerId="ADAL" clId="{027EDB00-E2CC-468A-89A4-41068FD3B8A8}" dt="2021-09-14T04:35:36.814" v="18" actId="20577"/>
          <ac:spMkLst>
            <pc:docMk/>
            <pc:sldMk cId="2002009058" sldId="335"/>
            <ac:spMk id="12" creationId="{D445F4E3-AD2B-4AE0-86B9-BBD810A0A3D3}"/>
          </ac:spMkLst>
        </pc:spChg>
      </pc:sldChg>
      <pc:sldChg chg="delSp modSp add mod">
        <pc:chgData name="Le Thi Kim Oanh (FE FPTU CT)" userId="33772939-cd87-45c1-be61-e0648bc25a53" providerId="ADAL" clId="{027EDB00-E2CC-468A-89A4-41068FD3B8A8}" dt="2021-09-14T06:59:53.785" v="1088" actId="20577"/>
        <pc:sldMkLst>
          <pc:docMk/>
          <pc:sldMk cId="2251449390" sldId="359"/>
        </pc:sldMkLst>
        <pc:spChg chg="mod">
          <ac:chgData name="Le Thi Kim Oanh (FE FPTU CT)" userId="33772939-cd87-45c1-be61-e0648bc25a53" providerId="ADAL" clId="{027EDB00-E2CC-468A-89A4-41068FD3B8A8}" dt="2021-09-14T06:56:36.027" v="815" actId="20577"/>
          <ac:spMkLst>
            <pc:docMk/>
            <pc:sldMk cId="2251449390" sldId="359"/>
            <ac:spMk id="3" creationId="{D63A84A6-4BEB-42CF-B9ED-DCC404042875}"/>
          </ac:spMkLst>
        </pc:spChg>
        <pc:spChg chg="mod">
          <ac:chgData name="Le Thi Kim Oanh (FE FPTU CT)" userId="33772939-cd87-45c1-be61-e0648bc25a53" providerId="ADAL" clId="{027EDB00-E2CC-468A-89A4-41068FD3B8A8}" dt="2021-09-14T06:59:53.785" v="1088" actId="20577"/>
          <ac:spMkLst>
            <pc:docMk/>
            <pc:sldMk cId="2251449390" sldId="359"/>
            <ac:spMk id="8" creationId="{886FE98E-F50F-4D70-9056-58B30A09147C}"/>
          </ac:spMkLst>
        </pc:spChg>
        <pc:spChg chg="mod">
          <ac:chgData name="Le Thi Kim Oanh (FE FPTU CT)" userId="33772939-cd87-45c1-be61-e0648bc25a53" providerId="ADAL" clId="{027EDB00-E2CC-468A-89A4-41068FD3B8A8}" dt="2021-09-14T05:15:03.279" v="633" actId="20577"/>
          <ac:spMkLst>
            <pc:docMk/>
            <pc:sldMk cId="2251449390" sldId="359"/>
            <ac:spMk id="12" creationId="{D445F4E3-AD2B-4AE0-86B9-BBD810A0A3D3}"/>
          </ac:spMkLst>
        </pc:spChg>
        <pc:spChg chg="del">
          <ac:chgData name="Le Thi Kim Oanh (FE FPTU CT)" userId="33772939-cd87-45c1-be61-e0648bc25a53" providerId="ADAL" clId="{027EDB00-E2CC-468A-89A4-41068FD3B8A8}" dt="2021-09-14T06:59:28.337" v="1070" actId="478"/>
          <ac:spMkLst>
            <pc:docMk/>
            <pc:sldMk cId="2251449390" sldId="359"/>
            <ac:spMk id="16" creationId="{A579B8B8-D585-4527-B99D-627C3114C10C}"/>
          </ac:spMkLst>
        </pc:spChg>
      </pc:sldChg>
      <pc:sldChg chg="modSp add mod ord">
        <pc:chgData name="Le Thi Kim Oanh (FE FPTU CT)" userId="33772939-cd87-45c1-be61-e0648bc25a53" providerId="ADAL" clId="{027EDB00-E2CC-468A-89A4-41068FD3B8A8}" dt="2021-09-14T04:38:05.451" v="189"/>
        <pc:sldMkLst>
          <pc:docMk/>
          <pc:sldMk cId="1255160623" sldId="363"/>
        </pc:sldMkLst>
        <pc:graphicFrameChg chg="mod modGraphic">
          <ac:chgData name="Le Thi Kim Oanh (FE FPTU CT)" userId="33772939-cd87-45c1-be61-e0648bc25a53" providerId="ADAL" clId="{027EDB00-E2CC-468A-89A4-41068FD3B8A8}" dt="2021-09-14T04:38:04.441" v="187"/>
          <ac:graphicFrameMkLst>
            <pc:docMk/>
            <pc:sldMk cId="1255160623" sldId="363"/>
            <ac:graphicFrameMk id="3" creationId="{75932E45-BF81-43F0-8C80-F62E61CAFCB4}"/>
          </ac:graphicFrameMkLst>
        </pc:graphicFrameChg>
      </pc:sldChg>
      <pc:sldChg chg="del">
        <pc:chgData name="Le Thi Kim Oanh (FE FPTU CT)" userId="33772939-cd87-45c1-be61-e0648bc25a53" providerId="ADAL" clId="{027EDB00-E2CC-468A-89A4-41068FD3B8A8}" dt="2021-09-13T13:43:34.484" v="0" actId="47"/>
        <pc:sldMkLst>
          <pc:docMk/>
          <pc:sldMk cId="2705303052" sldId="370"/>
        </pc:sldMkLst>
      </pc:sldChg>
      <pc:sldChg chg="del">
        <pc:chgData name="Le Thi Kim Oanh (FE FPTU CT)" userId="33772939-cd87-45c1-be61-e0648bc25a53" providerId="ADAL" clId="{027EDB00-E2CC-468A-89A4-41068FD3B8A8}" dt="2021-09-13T13:43:34.484" v="0" actId="47"/>
        <pc:sldMkLst>
          <pc:docMk/>
          <pc:sldMk cId="2104607827" sldId="371"/>
        </pc:sldMkLst>
      </pc:sldChg>
      <pc:sldChg chg="del">
        <pc:chgData name="Le Thi Kim Oanh (FE FPTU CT)" userId="33772939-cd87-45c1-be61-e0648bc25a53" providerId="ADAL" clId="{027EDB00-E2CC-468A-89A4-41068FD3B8A8}" dt="2021-09-13T13:43:34.484" v="0" actId="47"/>
        <pc:sldMkLst>
          <pc:docMk/>
          <pc:sldMk cId="608496223" sldId="428"/>
        </pc:sldMkLst>
      </pc:sldChg>
      <pc:sldChg chg="del">
        <pc:chgData name="Le Thi Kim Oanh (FE FPTU CT)" userId="33772939-cd87-45c1-be61-e0648bc25a53" providerId="ADAL" clId="{027EDB00-E2CC-468A-89A4-41068FD3B8A8}" dt="2021-09-13T13:43:34.484" v="0" actId="47"/>
        <pc:sldMkLst>
          <pc:docMk/>
          <pc:sldMk cId="88392919" sldId="429"/>
        </pc:sldMkLst>
      </pc:sldChg>
      <pc:sldChg chg="del">
        <pc:chgData name="Le Thi Kim Oanh (FE FPTU CT)" userId="33772939-cd87-45c1-be61-e0648bc25a53" providerId="ADAL" clId="{027EDB00-E2CC-468A-89A4-41068FD3B8A8}" dt="2021-09-13T13:43:34.484" v="0" actId="47"/>
        <pc:sldMkLst>
          <pc:docMk/>
          <pc:sldMk cId="886559900" sldId="430"/>
        </pc:sldMkLst>
      </pc:sldChg>
      <pc:sldChg chg="modSp add mod">
        <pc:chgData name="Le Thi Kim Oanh (FE FPTU CT)" userId="33772939-cd87-45c1-be61-e0648bc25a53" providerId="ADAL" clId="{027EDB00-E2CC-468A-89A4-41068FD3B8A8}" dt="2021-09-14T04:39:59.172" v="367"/>
        <pc:sldMkLst>
          <pc:docMk/>
          <pc:sldMk cId="2161086321" sldId="461"/>
        </pc:sldMkLst>
        <pc:graphicFrameChg chg="mod modGraphic">
          <ac:chgData name="Le Thi Kim Oanh (FE FPTU CT)" userId="33772939-cd87-45c1-be61-e0648bc25a53" providerId="ADAL" clId="{027EDB00-E2CC-468A-89A4-41068FD3B8A8}" dt="2021-09-14T04:39:59.172" v="367"/>
          <ac:graphicFrameMkLst>
            <pc:docMk/>
            <pc:sldMk cId="2161086321" sldId="461"/>
            <ac:graphicFrameMk id="3" creationId="{75932E45-BF81-43F0-8C80-F62E61CAFCB4}"/>
          </ac:graphicFrameMkLst>
        </pc:graphicFrameChg>
      </pc:sldChg>
      <pc:sldChg chg="del">
        <pc:chgData name="Le Thi Kim Oanh (FE FPTU CT)" userId="33772939-cd87-45c1-be61-e0648bc25a53" providerId="ADAL" clId="{027EDB00-E2CC-468A-89A4-41068FD3B8A8}" dt="2021-09-13T13:43:34.484" v="0" actId="47"/>
        <pc:sldMkLst>
          <pc:docMk/>
          <pc:sldMk cId="639745509" sldId="468"/>
        </pc:sldMkLst>
      </pc:sldChg>
      <pc:sldChg chg="del">
        <pc:chgData name="Le Thi Kim Oanh (FE FPTU CT)" userId="33772939-cd87-45c1-be61-e0648bc25a53" providerId="ADAL" clId="{027EDB00-E2CC-468A-89A4-41068FD3B8A8}" dt="2021-09-13T13:43:34.484" v="0" actId="47"/>
        <pc:sldMkLst>
          <pc:docMk/>
          <pc:sldMk cId="1761823914" sldId="470"/>
        </pc:sldMkLst>
      </pc:sldChg>
      <pc:sldChg chg="modSp mod">
        <pc:chgData name="Le Thi Kim Oanh (FE FPTU CT)" userId="33772939-cd87-45c1-be61-e0648bc25a53" providerId="ADAL" clId="{027EDB00-E2CC-468A-89A4-41068FD3B8A8}" dt="2021-09-13T13:43:56.407" v="13" actId="404"/>
        <pc:sldMkLst>
          <pc:docMk/>
          <pc:sldMk cId="1153816822" sldId="520"/>
        </pc:sldMkLst>
        <pc:spChg chg="mod">
          <ac:chgData name="Le Thi Kim Oanh (FE FPTU CT)" userId="33772939-cd87-45c1-be61-e0648bc25a53" providerId="ADAL" clId="{027EDB00-E2CC-468A-89A4-41068FD3B8A8}" dt="2021-09-13T13:43:56.407" v="13" actId="404"/>
          <ac:spMkLst>
            <pc:docMk/>
            <pc:sldMk cId="1153816822" sldId="520"/>
            <ac:spMk id="34" creationId="{01D98E79-DCBD-40D8-91C0-33E95A32483A}"/>
          </ac:spMkLst>
        </pc:spChg>
        <pc:spChg chg="mod">
          <ac:chgData name="Le Thi Kim Oanh (FE FPTU CT)" userId="33772939-cd87-45c1-be61-e0648bc25a53" providerId="ADAL" clId="{027EDB00-E2CC-468A-89A4-41068FD3B8A8}" dt="2021-09-13T13:43:51.023" v="11" actId="403"/>
          <ac:spMkLst>
            <pc:docMk/>
            <pc:sldMk cId="1153816822" sldId="520"/>
            <ac:spMk id="76" creationId="{5488B2A3-09E1-4ED9-8CB5-A06EA337ED44}"/>
          </ac:spMkLst>
        </pc:spChg>
      </pc:sldChg>
      <pc:sldChg chg="modSp add mod">
        <pc:chgData name="Le Thi Kim Oanh (FE FPTU CT)" userId="33772939-cd87-45c1-be61-e0648bc25a53" providerId="ADAL" clId="{027EDB00-E2CC-468A-89A4-41068FD3B8A8}" dt="2021-09-14T04:42:40.063" v="603" actId="20577"/>
        <pc:sldMkLst>
          <pc:docMk/>
          <pc:sldMk cId="2386093012" sldId="521"/>
        </pc:sldMkLst>
        <pc:graphicFrameChg chg="mod modGraphic">
          <ac:chgData name="Le Thi Kim Oanh (FE FPTU CT)" userId="33772939-cd87-45c1-be61-e0648bc25a53" providerId="ADAL" clId="{027EDB00-E2CC-468A-89A4-41068FD3B8A8}" dt="2021-09-14T04:42:40.063" v="603" actId="20577"/>
          <ac:graphicFrameMkLst>
            <pc:docMk/>
            <pc:sldMk cId="2386093012" sldId="521"/>
            <ac:graphicFrameMk id="3" creationId="{75932E45-BF81-43F0-8C80-F62E61CAFCB4}"/>
          </ac:graphicFrameMkLst>
        </pc:graphicFrameChg>
      </pc:sldChg>
      <pc:sldChg chg="addSp modSp new mod setBg">
        <pc:chgData name="Le Thi Kim Oanh (FE FPTU CT)" userId="33772939-cd87-45c1-be61-e0648bc25a53" providerId="ADAL" clId="{027EDB00-E2CC-468A-89A4-41068FD3B8A8}" dt="2021-09-14T05:13:26.424" v="610" actId="26606"/>
        <pc:sldMkLst>
          <pc:docMk/>
          <pc:sldMk cId="2853868327" sldId="522"/>
        </pc:sldMkLst>
        <pc:spChg chg="add">
          <ac:chgData name="Le Thi Kim Oanh (FE FPTU CT)" userId="33772939-cd87-45c1-be61-e0648bc25a53" providerId="ADAL" clId="{027EDB00-E2CC-468A-89A4-41068FD3B8A8}" dt="2021-09-14T05:13:26.424" v="610" actId="26606"/>
          <ac:spMkLst>
            <pc:docMk/>
            <pc:sldMk cId="2853868327" sldId="522"/>
            <ac:spMk id="8" creationId="{86FF76B9-219D-4469-AF87-0236D29032F1}"/>
          </ac:spMkLst>
        </pc:spChg>
        <pc:spChg chg="add">
          <ac:chgData name="Le Thi Kim Oanh (FE FPTU CT)" userId="33772939-cd87-45c1-be61-e0648bc25a53" providerId="ADAL" clId="{027EDB00-E2CC-468A-89A4-41068FD3B8A8}" dt="2021-09-14T05:13:26.424" v="610" actId="26606"/>
          <ac:spMkLst>
            <pc:docMk/>
            <pc:sldMk cId="2853868327" sldId="522"/>
            <ac:spMk id="14" creationId="{2E80C965-DB6D-4F81-9E9E-B027384D0BD6}"/>
          </ac:spMkLst>
        </pc:spChg>
        <pc:spChg chg="add">
          <ac:chgData name="Le Thi Kim Oanh (FE FPTU CT)" userId="33772939-cd87-45c1-be61-e0648bc25a53" providerId="ADAL" clId="{027EDB00-E2CC-468A-89A4-41068FD3B8A8}" dt="2021-09-14T05:13:26.424" v="610" actId="26606"/>
          <ac:spMkLst>
            <pc:docMk/>
            <pc:sldMk cId="2853868327" sldId="522"/>
            <ac:spMk id="16" creationId="{633C5E46-DAC5-4661-9C87-22B08E2A512F}"/>
          </ac:spMkLst>
        </pc:spChg>
        <pc:grpChg chg="add">
          <ac:chgData name="Le Thi Kim Oanh (FE FPTU CT)" userId="33772939-cd87-45c1-be61-e0648bc25a53" providerId="ADAL" clId="{027EDB00-E2CC-468A-89A4-41068FD3B8A8}" dt="2021-09-14T05:13:26.424" v="610" actId="26606"/>
          <ac:grpSpMkLst>
            <pc:docMk/>
            <pc:sldMk cId="2853868327" sldId="522"/>
            <ac:grpSpMk id="10" creationId="{DB88BD78-87E1-424D-B479-C37D8E41B12E}"/>
          </ac:grpSpMkLst>
        </pc:grpChg>
        <pc:picChg chg="add mod">
          <ac:chgData name="Le Thi Kim Oanh (FE FPTU CT)" userId="33772939-cd87-45c1-be61-e0648bc25a53" providerId="ADAL" clId="{027EDB00-E2CC-468A-89A4-41068FD3B8A8}" dt="2021-09-14T05:13:26.424" v="610" actId="26606"/>
          <ac:picMkLst>
            <pc:docMk/>
            <pc:sldMk cId="2853868327" sldId="522"/>
            <ac:picMk id="3" creationId="{961DC5E6-6065-4854-8383-5E2725A846DF}"/>
          </ac:picMkLst>
        </pc:picChg>
      </pc:sldChg>
      <pc:sldChg chg="addSp delSp modSp add mod">
        <pc:chgData name="Le Thi Kim Oanh (FE FPTU CT)" userId="33772939-cd87-45c1-be61-e0648bc25a53" providerId="ADAL" clId="{027EDB00-E2CC-468A-89A4-41068FD3B8A8}" dt="2021-09-14T05:13:42.220" v="616" actId="26606"/>
        <pc:sldMkLst>
          <pc:docMk/>
          <pc:sldMk cId="4122115983" sldId="523"/>
        </pc:sldMkLst>
        <pc:spChg chg="del">
          <ac:chgData name="Le Thi Kim Oanh (FE FPTU CT)" userId="33772939-cd87-45c1-be61-e0648bc25a53" providerId="ADAL" clId="{027EDB00-E2CC-468A-89A4-41068FD3B8A8}" dt="2021-09-14T05:13:42.220" v="616" actId="26606"/>
          <ac:spMkLst>
            <pc:docMk/>
            <pc:sldMk cId="4122115983" sldId="523"/>
            <ac:spMk id="8" creationId="{86FF76B9-219D-4469-AF87-0236D29032F1}"/>
          </ac:spMkLst>
        </pc:spChg>
        <pc:spChg chg="del">
          <ac:chgData name="Le Thi Kim Oanh (FE FPTU CT)" userId="33772939-cd87-45c1-be61-e0648bc25a53" providerId="ADAL" clId="{027EDB00-E2CC-468A-89A4-41068FD3B8A8}" dt="2021-09-14T05:13:42.220" v="616" actId="26606"/>
          <ac:spMkLst>
            <pc:docMk/>
            <pc:sldMk cId="4122115983" sldId="523"/>
            <ac:spMk id="14" creationId="{2E80C965-DB6D-4F81-9E9E-B027384D0BD6}"/>
          </ac:spMkLst>
        </pc:spChg>
        <pc:spChg chg="del">
          <ac:chgData name="Le Thi Kim Oanh (FE FPTU CT)" userId="33772939-cd87-45c1-be61-e0648bc25a53" providerId="ADAL" clId="{027EDB00-E2CC-468A-89A4-41068FD3B8A8}" dt="2021-09-14T05:13:42.220" v="616" actId="26606"/>
          <ac:spMkLst>
            <pc:docMk/>
            <pc:sldMk cId="4122115983" sldId="523"/>
            <ac:spMk id="16" creationId="{633C5E46-DAC5-4661-9C87-22B08E2A512F}"/>
          </ac:spMkLst>
        </pc:spChg>
        <pc:spChg chg="add">
          <ac:chgData name="Le Thi Kim Oanh (FE FPTU CT)" userId="33772939-cd87-45c1-be61-e0648bc25a53" providerId="ADAL" clId="{027EDB00-E2CC-468A-89A4-41068FD3B8A8}" dt="2021-09-14T05:13:42.220" v="616" actId="26606"/>
          <ac:spMkLst>
            <pc:docMk/>
            <pc:sldMk cId="4122115983" sldId="523"/>
            <ac:spMk id="21" creationId="{86FF76B9-219D-4469-AF87-0236D29032F1}"/>
          </ac:spMkLst>
        </pc:spChg>
        <pc:spChg chg="add">
          <ac:chgData name="Le Thi Kim Oanh (FE FPTU CT)" userId="33772939-cd87-45c1-be61-e0648bc25a53" providerId="ADAL" clId="{027EDB00-E2CC-468A-89A4-41068FD3B8A8}" dt="2021-09-14T05:13:42.220" v="616" actId="26606"/>
          <ac:spMkLst>
            <pc:docMk/>
            <pc:sldMk cId="4122115983" sldId="523"/>
            <ac:spMk id="27" creationId="{2E80C965-DB6D-4F81-9E9E-B027384D0BD6}"/>
          </ac:spMkLst>
        </pc:spChg>
        <pc:spChg chg="add">
          <ac:chgData name="Le Thi Kim Oanh (FE FPTU CT)" userId="33772939-cd87-45c1-be61-e0648bc25a53" providerId="ADAL" clId="{027EDB00-E2CC-468A-89A4-41068FD3B8A8}" dt="2021-09-14T05:13:42.220" v="616" actId="26606"/>
          <ac:spMkLst>
            <pc:docMk/>
            <pc:sldMk cId="4122115983" sldId="523"/>
            <ac:spMk id="29" creationId="{633C5E46-DAC5-4661-9C87-22B08E2A512F}"/>
          </ac:spMkLst>
        </pc:spChg>
        <pc:grpChg chg="del">
          <ac:chgData name="Le Thi Kim Oanh (FE FPTU CT)" userId="33772939-cd87-45c1-be61-e0648bc25a53" providerId="ADAL" clId="{027EDB00-E2CC-468A-89A4-41068FD3B8A8}" dt="2021-09-14T05:13:42.220" v="616" actId="26606"/>
          <ac:grpSpMkLst>
            <pc:docMk/>
            <pc:sldMk cId="4122115983" sldId="523"/>
            <ac:grpSpMk id="10" creationId="{DB88BD78-87E1-424D-B479-C37D8E41B12E}"/>
          </ac:grpSpMkLst>
        </pc:grpChg>
        <pc:grpChg chg="add">
          <ac:chgData name="Le Thi Kim Oanh (FE FPTU CT)" userId="33772939-cd87-45c1-be61-e0648bc25a53" providerId="ADAL" clId="{027EDB00-E2CC-468A-89A4-41068FD3B8A8}" dt="2021-09-14T05:13:42.220" v="616" actId="26606"/>
          <ac:grpSpMkLst>
            <pc:docMk/>
            <pc:sldMk cId="4122115983" sldId="523"/>
            <ac:grpSpMk id="23" creationId="{DB88BD78-87E1-424D-B479-C37D8E41B12E}"/>
          </ac:grpSpMkLst>
        </pc:grpChg>
        <pc:picChg chg="del">
          <ac:chgData name="Le Thi Kim Oanh (FE FPTU CT)" userId="33772939-cd87-45c1-be61-e0648bc25a53" providerId="ADAL" clId="{027EDB00-E2CC-468A-89A4-41068FD3B8A8}" dt="2021-09-14T05:13:33.399" v="612" actId="478"/>
          <ac:picMkLst>
            <pc:docMk/>
            <pc:sldMk cId="4122115983" sldId="523"/>
            <ac:picMk id="3" creationId="{961DC5E6-6065-4854-8383-5E2725A846DF}"/>
          </ac:picMkLst>
        </pc:picChg>
        <pc:picChg chg="add mod">
          <ac:chgData name="Le Thi Kim Oanh (FE FPTU CT)" userId="33772939-cd87-45c1-be61-e0648bc25a53" providerId="ADAL" clId="{027EDB00-E2CC-468A-89A4-41068FD3B8A8}" dt="2021-09-14T05:13:42.220" v="616" actId="26606"/>
          <ac:picMkLst>
            <pc:docMk/>
            <pc:sldMk cId="4122115983" sldId="523"/>
            <ac:picMk id="4" creationId="{F1E03472-E378-44DF-9819-C2258A49588D}"/>
          </ac:picMkLst>
        </pc:picChg>
      </pc:sldChg>
      <pc:sldChg chg="addSp delSp modSp add mod">
        <pc:chgData name="Le Thi Kim Oanh (FE FPTU CT)" userId="33772939-cd87-45c1-be61-e0648bc25a53" providerId="ADAL" clId="{027EDB00-E2CC-468A-89A4-41068FD3B8A8}" dt="2021-09-14T05:13:58.190" v="622" actId="26606"/>
        <pc:sldMkLst>
          <pc:docMk/>
          <pc:sldMk cId="865848874" sldId="524"/>
        </pc:sldMkLst>
        <pc:spChg chg="del">
          <ac:chgData name="Le Thi Kim Oanh (FE FPTU CT)" userId="33772939-cd87-45c1-be61-e0648bc25a53" providerId="ADAL" clId="{027EDB00-E2CC-468A-89A4-41068FD3B8A8}" dt="2021-09-14T05:13:58.190" v="622" actId="26606"/>
          <ac:spMkLst>
            <pc:docMk/>
            <pc:sldMk cId="865848874" sldId="524"/>
            <ac:spMk id="21" creationId="{86FF76B9-219D-4469-AF87-0236D29032F1}"/>
          </ac:spMkLst>
        </pc:spChg>
        <pc:spChg chg="del">
          <ac:chgData name="Le Thi Kim Oanh (FE FPTU CT)" userId="33772939-cd87-45c1-be61-e0648bc25a53" providerId="ADAL" clId="{027EDB00-E2CC-468A-89A4-41068FD3B8A8}" dt="2021-09-14T05:13:58.190" v="622" actId="26606"/>
          <ac:spMkLst>
            <pc:docMk/>
            <pc:sldMk cId="865848874" sldId="524"/>
            <ac:spMk id="27" creationId="{2E80C965-DB6D-4F81-9E9E-B027384D0BD6}"/>
          </ac:spMkLst>
        </pc:spChg>
        <pc:spChg chg="del">
          <ac:chgData name="Le Thi Kim Oanh (FE FPTU CT)" userId="33772939-cd87-45c1-be61-e0648bc25a53" providerId="ADAL" clId="{027EDB00-E2CC-468A-89A4-41068FD3B8A8}" dt="2021-09-14T05:13:58.190" v="622" actId="26606"/>
          <ac:spMkLst>
            <pc:docMk/>
            <pc:sldMk cId="865848874" sldId="524"/>
            <ac:spMk id="29" creationId="{633C5E46-DAC5-4661-9C87-22B08E2A512F}"/>
          </ac:spMkLst>
        </pc:spChg>
        <pc:spChg chg="add">
          <ac:chgData name="Le Thi Kim Oanh (FE FPTU CT)" userId="33772939-cd87-45c1-be61-e0648bc25a53" providerId="ADAL" clId="{027EDB00-E2CC-468A-89A4-41068FD3B8A8}" dt="2021-09-14T05:13:58.190" v="622" actId="26606"/>
          <ac:spMkLst>
            <pc:docMk/>
            <pc:sldMk cId="865848874" sldId="524"/>
            <ac:spMk id="34" creationId="{86FF76B9-219D-4469-AF87-0236D29032F1}"/>
          </ac:spMkLst>
        </pc:spChg>
        <pc:spChg chg="add">
          <ac:chgData name="Le Thi Kim Oanh (FE FPTU CT)" userId="33772939-cd87-45c1-be61-e0648bc25a53" providerId="ADAL" clId="{027EDB00-E2CC-468A-89A4-41068FD3B8A8}" dt="2021-09-14T05:13:58.190" v="622" actId="26606"/>
          <ac:spMkLst>
            <pc:docMk/>
            <pc:sldMk cId="865848874" sldId="524"/>
            <ac:spMk id="40" creationId="{2E80C965-DB6D-4F81-9E9E-B027384D0BD6}"/>
          </ac:spMkLst>
        </pc:spChg>
        <pc:spChg chg="add">
          <ac:chgData name="Le Thi Kim Oanh (FE FPTU CT)" userId="33772939-cd87-45c1-be61-e0648bc25a53" providerId="ADAL" clId="{027EDB00-E2CC-468A-89A4-41068FD3B8A8}" dt="2021-09-14T05:13:58.190" v="622" actId="26606"/>
          <ac:spMkLst>
            <pc:docMk/>
            <pc:sldMk cId="865848874" sldId="524"/>
            <ac:spMk id="42" creationId="{633C5E46-DAC5-4661-9C87-22B08E2A512F}"/>
          </ac:spMkLst>
        </pc:spChg>
        <pc:grpChg chg="del">
          <ac:chgData name="Le Thi Kim Oanh (FE FPTU CT)" userId="33772939-cd87-45c1-be61-e0648bc25a53" providerId="ADAL" clId="{027EDB00-E2CC-468A-89A4-41068FD3B8A8}" dt="2021-09-14T05:13:58.190" v="622" actId="26606"/>
          <ac:grpSpMkLst>
            <pc:docMk/>
            <pc:sldMk cId="865848874" sldId="524"/>
            <ac:grpSpMk id="23" creationId="{DB88BD78-87E1-424D-B479-C37D8E41B12E}"/>
          </ac:grpSpMkLst>
        </pc:grpChg>
        <pc:grpChg chg="add">
          <ac:chgData name="Le Thi Kim Oanh (FE FPTU CT)" userId="33772939-cd87-45c1-be61-e0648bc25a53" providerId="ADAL" clId="{027EDB00-E2CC-468A-89A4-41068FD3B8A8}" dt="2021-09-14T05:13:58.190" v="622" actId="26606"/>
          <ac:grpSpMkLst>
            <pc:docMk/>
            <pc:sldMk cId="865848874" sldId="524"/>
            <ac:grpSpMk id="36" creationId="{DB88BD78-87E1-424D-B479-C37D8E41B12E}"/>
          </ac:grpSpMkLst>
        </pc:grpChg>
        <pc:picChg chg="add mod">
          <ac:chgData name="Le Thi Kim Oanh (FE FPTU CT)" userId="33772939-cd87-45c1-be61-e0648bc25a53" providerId="ADAL" clId="{027EDB00-E2CC-468A-89A4-41068FD3B8A8}" dt="2021-09-14T05:13:58.190" v="622" actId="26606"/>
          <ac:picMkLst>
            <pc:docMk/>
            <pc:sldMk cId="865848874" sldId="524"/>
            <ac:picMk id="3" creationId="{83D91A2E-9FCF-4F33-AAC1-8C08B947627A}"/>
          </ac:picMkLst>
        </pc:picChg>
        <pc:picChg chg="del">
          <ac:chgData name="Le Thi Kim Oanh (FE FPTU CT)" userId="33772939-cd87-45c1-be61-e0648bc25a53" providerId="ADAL" clId="{027EDB00-E2CC-468A-89A4-41068FD3B8A8}" dt="2021-09-14T05:13:46.690" v="618" actId="478"/>
          <ac:picMkLst>
            <pc:docMk/>
            <pc:sldMk cId="865848874" sldId="524"/>
            <ac:picMk id="4" creationId="{F1E03472-E378-44DF-9819-C2258A49588D}"/>
          </ac:picMkLst>
        </pc:picChg>
      </pc:sldChg>
      <pc:sldChg chg="addSp delSp modSp add mod">
        <pc:chgData name="Le Thi Kim Oanh (FE FPTU CT)" userId="33772939-cd87-45c1-be61-e0648bc25a53" providerId="ADAL" clId="{027EDB00-E2CC-468A-89A4-41068FD3B8A8}" dt="2021-09-14T05:14:13.390" v="628" actId="26606"/>
        <pc:sldMkLst>
          <pc:docMk/>
          <pc:sldMk cId="4175404560" sldId="525"/>
        </pc:sldMkLst>
        <pc:spChg chg="del">
          <ac:chgData name="Le Thi Kim Oanh (FE FPTU CT)" userId="33772939-cd87-45c1-be61-e0648bc25a53" providerId="ADAL" clId="{027EDB00-E2CC-468A-89A4-41068FD3B8A8}" dt="2021-09-14T05:14:13.390" v="628" actId="26606"/>
          <ac:spMkLst>
            <pc:docMk/>
            <pc:sldMk cId="4175404560" sldId="525"/>
            <ac:spMk id="34" creationId="{86FF76B9-219D-4469-AF87-0236D29032F1}"/>
          </ac:spMkLst>
        </pc:spChg>
        <pc:spChg chg="del">
          <ac:chgData name="Le Thi Kim Oanh (FE FPTU CT)" userId="33772939-cd87-45c1-be61-e0648bc25a53" providerId="ADAL" clId="{027EDB00-E2CC-468A-89A4-41068FD3B8A8}" dt="2021-09-14T05:14:13.390" v="628" actId="26606"/>
          <ac:spMkLst>
            <pc:docMk/>
            <pc:sldMk cId="4175404560" sldId="525"/>
            <ac:spMk id="40" creationId="{2E80C965-DB6D-4F81-9E9E-B027384D0BD6}"/>
          </ac:spMkLst>
        </pc:spChg>
        <pc:spChg chg="del">
          <ac:chgData name="Le Thi Kim Oanh (FE FPTU CT)" userId="33772939-cd87-45c1-be61-e0648bc25a53" providerId="ADAL" clId="{027EDB00-E2CC-468A-89A4-41068FD3B8A8}" dt="2021-09-14T05:14:13.390" v="628" actId="26606"/>
          <ac:spMkLst>
            <pc:docMk/>
            <pc:sldMk cId="4175404560" sldId="525"/>
            <ac:spMk id="42" creationId="{633C5E46-DAC5-4661-9C87-22B08E2A512F}"/>
          </ac:spMkLst>
        </pc:spChg>
        <pc:spChg chg="add">
          <ac:chgData name="Le Thi Kim Oanh (FE FPTU CT)" userId="33772939-cd87-45c1-be61-e0648bc25a53" providerId="ADAL" clId="{027EDB00-E2CC-468A-89A4-41068FD3B8A8}" dt="2021-09-14T05:14:13.390" v="628" actId="26606"/>
          <ac:spMkLst>
            <pc:docMk/>
            <pc:sldMk cId="4175404560" sldId="525"/>
            <ac:spMk id="47" creationId="{86FF76B9-219D-4469-AF87-0236D29032F1}"/>
          </ac:spMkLst>
        </pc:spChg>
        <pc:spChg chg="add">
          <ac:chgData name="Le Thi Kim Oanh (FE FPTU CT)" userId="33772939-cd87-45c1-be61-e0648bc25a53" providerId="ADAL" clId="{027EDB00-E2CC-468A-89A4-41068FD3B8A8}" dt="2021-09-14T05:14:13.390" v="628" actId="26606"/>
          <ac:spMkLst>
            <pc:docMk/>
            <pc:sldMk cId="4175404560" sldId="525"/>
            <ac:spMk id="53" creationId="{2E80C965-DB6D-4F81-9E9E-B027384D0BD6}"/>
          </ac:spMkLst>
        </pc:spChg>
        <pc:spChg chg="add">
          <ac:chgData name="Le Thi Kim Oanh (FE FPTU CT)" userId="33772939-cd87-45c1-be61-e0648bc25a53" providerId="ADAL" clId="{027EDB00-E2CC-468A-89A4-41068FD3B8A8}" dt="2021-09-14T05:14:13.390" v="628" actId="26606"/>
          <ac:spMkLst>
            <pc:docMk/>
            <pc:sldMk cId="4175404560" sldId="525"/>
            <ac:spMk id="55" creationId="{633C5E46-DAC5-4661-9C87-22B08E2A512F}"/>
          </ac:spMkLst>
        </pc:spChg>
        <pc:grpChg chg="del">
          <ac:chgData name="Le Thi Kim Oanh (FE FPTU CT)" userId="33772939-cd87-45c1-be61-e0648bc25a53" providerId="ADAL" clId="{027EDB00-E2CC-468A-89A4-41068FD3B8A8}" dt="2021-09-14T05:14:13.390" v="628" actId="26606"/>
          <ac:grpSpMkLst>
            <pc:docMk/>
            <pc:sldMk cId="4175404560" sldId="525"/>
            <ac:grpSpMk id="36" creationId="{DB88BD78-87E1-424D-B479-C37D8E41B12E}"/>
          </ac:grpSpMkLst>
        </pc:grpChg>
        <pc:grpChg chg="add">
          <ac:chgData name="Le Thi Kim Oanh (FE FPTU CT)" userId="33772939-cd87-45c1-be61-e0648bc25a53" providerId="ADAL" clId="{027EDB00-E2CC-468A-89A4-41068FD3B8A8}" dt="2021-09-14T05:14:13.390" v="628" actId="26606"/>
          <ac:grpSpMkLst>
            <pc:docMk/>
            <pc:sldMk cId="4175404560" sldId="525"/>
            <ac:grpSpMk id="49" creationId="{DB88BD78-87E1-424D-B479-C37D8E41B12E}"/>
          </ac:grpSpMkLst>
        </pc:grpChg>
        <pc:picChg chg="del">
          <ac:chgData name="Le Thi Kim Oanh (FE FPTU CT)" userId="33772939-cd87-45c1-be61-e0648bc25a53" providerId="ADAL" clId="{027EDB00-E2CC-468A-89A4-41068FD3B8A8}" dt="2021-09-14T05:14:05.839" v="624" actId="478"/>
          <ac:picMkLst>
            <pc:docMk/>
            <pc:sldMk cId="4175404560" sldId="525"/>
            <ac:picMk id="3" creationId="{83D91A2E-9FCF-4F33-AAC1-8C08B947627A}"/>
          </ac:picMkLst>
        </pc:picChg>
        <pc:picChg chg="add mod">
          <ac:chgData name="Le Thi Kim Oanh (FE FPTU CT)" userId="33772939-cd87-45c1-be61-e0648bc25a53" providerId="ADAL" clId="{027EDB00-E2CC-468A-89A4-41068FD3B8A8}" dt="2021-09-14T05:14:13.390" v="628" actId="26606"/>
          <ac:picMkLst>
            <pc:docMk/>
            <pc:sldMk cId="4175404560" sldId="525"/>
            <ac:picMk id="4" creationId="{C9BF7E21-D13F-4F6F-ACCF-08FB2D41BAF0}"/>
          </ac:picMkLst>
        </pc:picChg>
      </pc:sldChg>
      <pc:sldChg chg="modSp add mod">
        <pc:chgData name="Le Thi Kim Oanh (FE FPTU CT)" userId="33772939-cd87-45c1-be61-e0648bc25a53" providerId="ADAL" clId="{027EDB00-E2CC-468A-89A4-41068FD3B8A8}" dt="2021-09-14T07:05:25.809" v="1210" actId="14100"/>
        <pc:sldMkLst>
          <pc:docMk/>
          <pc:sldMk cId="2762624565" sldId="526"/>
        </pc:sldMkLst>
        <pc:spChg chg="mod">
          <ac:chgData name="Le Thi Kim Oanh (FE FPTU CT)" userId="33772939-cd87-45c1-be61-e0648bc25a53" providerId="ADAL" clId="{027EDB00-E2CC-468A-89A4-41068FD3B8A8}" dt="2021-09-14T07:05:25.809" v="1210" actId="14100"/>
          <ac:spMkLst>
            <pc:docMk/>
            <pc:sldMk cId="2762624565" sldId="526"/>
            <ac:spMk id="3" creationId="{D63A84A6-4BEB-42CF-B9ED-DCC404042875}"/>
          </ac:spMkLst>
        </pc:spChg>
      </pc:sldChg>
      <pc:sldChg chg="add">
        <pc:chgData name="Le Thi Kim Oanh (FE FPTU CT)" userId="33772939-cd87-45c1-be61-e0648bc25a53" providerId="ADAL" clId="{027EDB00-E2CC-468A-89A4-41068FD3B8A8}" dt="2021-09-14T05:14:46.188" v="629"/>
        <pc:sldMkLst>
          <pc:docMk/>
          <pc:sldMk cId="2260760781" sldId="527"/>
        </pc:sldMkLst>
      </pc:sldChg>
      <pc:sldChg chg="addSp delSp modSp add mod">
        <pc:chgData name="Le Thi Kim Oanh (FE FPTU CT)" userId="33772939-cd87-45c1-be61-e0648bc25a53" providerId="ADAL" clId="{027EDB00-E2CC-468A-89A4-41068FD3B8A8}" dt="2021-09-14T07:05:30.608" v="1211" actId="14100"/>
        <pc:sldMkLst>
          <pc:docMk/>
          <pc:sldMk cId="3284802974" sldId="528"/>
        </pc:sldMkLst>
        <pc:spChg chg="add del mod">
          <ac:chgData name="Le Thi Kim Oanh (FE FPTU CT)" userId="33772939-cd87-45c1-be61-e0648bc25a53" providerId="ADAL" clId="{027EDB00-E2CC-468A-89A4-41068FD3B8A8}" dt="2021-09-14T05:21:12.653" v="801" actId="931"/>
          <ac:spMkLst>
            <pc:docMk/>
            <pc:sldMk cId="3284802974" sldId="528"/>
            <ac:spMk id="3" creationId="{60FA3E8F-C741-4904-8EA7-FBD0F4B52B5E}"/>
          </ac:spMkLst>
        </pc:spChg>
        <pc:picChg chg="del mod">
          <ac:chgData name="Le Thi Kim Oanh (FE FPTU CT)" userId="33772939-cd87-45c1-be61-e0648bc25a53" providerId="ADAL" clId="{027EDB00-E2CC-468A-89A4-41068FD3B8A8}" dt="2021-09-14T05:18:05.918" v="788" actId="478"/>
          <ac:picMkLst>
            <pc:docMk/>
            <pc:sldMk cId="3284802974" sldId="528"/>
            <ac:picMk id="5" creationId="{CFEC27D3-9562-4487-8C8B-849E82B5917D}"/>
          </ac:picMkLst>
        </pc:picChg>
        <pc:picChg chg="add mod">
          <ac:chgData name="Le Thi Kim Oanh (FE FPTU CT)" userId="33772939-cd87-45c1-be61-e0648bc25a53" providerId="ADAL" clId="{027EDB00-E2CC-468A-89A4-41068FD3B8A8}" dt="2021-09-14T07:05:30.608" v="1211" actId="14100"/>
          <ac:picMkLst>
            <pc:docMk/>
            <pc:sldMk cId="3284802974" sldId="528"/>
            <ac:picMk id="7" creationId="{32FFAE4F-4852-4864-8670-9047040AC7C0}"/>
          </ac:picMkLst>
        </pc:picChg>
      </pc:sldChg>
      <pc:sldChg chg="addSp delSp modSp add del mod">
        <pc:chgData name="Le Thi Kim Oanh (FE FPTU CT)" userId="33772939-cd87-45c1-be61-e0648bc25a53" providerId="ADAL" clId="{027EDB00-E2CC-468A-89A4-41068FD3B8A8}" dt="2021-09-14T05:21:24.385" v="807" actId="47"/>
        <pc:sldMkLst>
          <pc:docMk/>
          <pc:sldMk cId="2912388319" sldId="532"/>
        </pc:sldMkLst>
        <pc:spChg chg="add mod">
          <ac:chgData name="Le Thi Kim Oanh (FE FPTU CT)" userId="33772939-cd87-45c1-be61-e0648bc25a53" providerId="ADAL" clId="{027EDB00-E2CC-468A-89A4-41068FD3B8A8}" dt="2021-09-14T05:18:15.010" v="789" actId="478"/>
          <ac:spMkLst>
            <pc:docMk/>
            <pc:sldMk cId="2912388319" sldId="532"/>
            <ac:spMk id="3" creationId="{D77F37F5-AF53-4BEB-8318-BDC2B6CD477C}"/>
          </ac:spMkLst>
        </pc:spChg>
        <pc:picChg chg="del">
          <ac:chgData name="Le Thi Kim Oanh (FE FPTU CT)" userId="33772939-cd87-45c1-be61-e0648bc25a53" providerId="ADAL" clId="{027EDB00-E2CC-468A-89A4-41068FD3B8A8}" dt="2021-09-14T05:18:15.010" v="789" actId="478"/>
          <ac:picMkLst>
            <pc:docMk/>
            <pc:sldMk cId="2912388319" sldId="532"/>
            <ac:picMk id="7" creationId="{97FCF050-0050-40D2-A920-86F2B8621E12}"/>
          </ac:picMkLst>
        </pc:picChg>
      </pc:sldChg>
      <pc:sldChg chg="addSp delSp modSp add mod">
        <pc:chgData name="Le Thi Kim Oanh (FE FPTU CT)" userId="33772939-cd87-45c1-be61-e0648bc25a53" providerId="ADAL" clId="{027EDB00-E2CC-468A-89A4-41068FD3B8A8}" dt="2021-09-14T05:21:40.417" v="813" actId="14100"/>
        <pc:sldMkLst>
          <pc:docMk/>
          <pc:sldMk cId="871476159" sldId="533"/>
        </pc:sldMkLst>
        <pc:spChg chg="add del mod">
          <ac:chgData name="Le Thi Kim Oanh (FE FPTU CT)" userId="33772939-cd87-45c1-be61-e0648bc25a53" providerId="ADAL" clId="{027EDB00-E2CC-468A-89A4-41068FD3B8A8}" dt="2021-09-14T05:21:34.267" v="808" actId="931"/>
          <ac:spMkLst>
            <pc:docMk/>
            <pc:sldMk cId="871476159" sldId="533"/>
            <ac:spMk id="4" creationId="{0A383A36-4A77-4009-A944-0CDD9DD47D60}"/>
          </ac:spMkLst>
        </pc:spChg>
        <pc:picChg chg="del">
          <ac:chgData name="Le Thi Kim Oanh (FE FPTU CT)" userId="33772939-cd87-45c1-be61-e0648bc25a53" providerId="ADAL" clId="{027EDB00-E2CC-468A-89A4-41068FD3B8A8}" dt="2021-09-14T05:18:17.879" v="790" actId="478"/>
          <ac:picMkLst>
            <pc:docMk/>
            <pc:sldMk cId="871476159" sldId="533"/>
            <ac:picMk id="6" creationId="{834AD2E7-876F-418C-A73B-9A3EAA17FF97}"/>
          </ac:picMkLst>
        </pc:picChg>
        <pc:picChg chg="add mod">
          <ac:chgData name="Le Thi Kim Oanh (FE FPTU CT)" userId="33772939-cd87-45c1-be61-e0648bc25a53" providerId="ADAL" clId="{027EDB00-E2CC-468A-89A4-41068FD3B8A8}" dt="2021-09-14T05:21:40.417" v="813" actId="14100"/>
          <ac:picMkLst>
            <pc:docMk/>
            <pc:sldMk cId="871476159" sldId="533"/>
            <ac:picMk id="7" creationId="{5A9E28CC-A62B-4F29-A005-74F2B9DA6EC3}"/>
          </ac:picMkLst>
        </pc:picChg>
      </pc:sldChg>
      <pc:sldChg chg="add">
        <pc:chgData name="Le Thi Kim Oanh (FE FPTU CT)" userId="33772939-cd87-45c1-be61-e0648bc25a53" providerId="ADAL" clId="{027EDB00-E2CC-468A-89A4-41068FD3B8A8}" dt="2021-09-14T05:14:46.188" v="629"/>
        <pc:sldMkLst>
          <pc:docMk/>
          <pc:sldMk cId="3483899470" sldId="534"/>
        </pc:sldMkLst>
      </pc:sldChg>
      <pc:sldChg chg="modSp add mod modAnim">
        <pc:chgData name="Le Thi Kim Oanh (FE FPTU CT)" userId="33772939-cd87-45c1-be61-e0648bc25a53" providerId="ADAL" clId="{027EDB00-E2CC-468A-89A4-41068FD3B8A8}" dt="2021-09-15T13:33:40.689" v="1463" actId="20577"/>
        <pc:sldMkLst>
          <pc:docMk/>
          <pc:sldMk cId="4172592350" sldId="535"/>
        </pc:sldMkLst>
        <pc:spChg chg="mod">
          <ac:chgData name="Le Thi Kim Oanh (FE FPTU CT)" userId="33772939-cd87-45c1-be61-e0648bc25a53" providerId="ADAL" clId="{027EDB00-E2CC-468A-89A4-41068FD3B8A8}" dt="2021-09-14T07:04:36.098" v="1194" actId="14100"/>
          <ac:spMkLst>
            <pc:docMk/>
            <pc:sldMk cId="4172592350" sldId="535"/>
            <ac:spMk id="3" creationId="{D63A84A6-4BEB-42CF-B9ED-DCC404042875}"/>
          </ac:spMkLst>
        </pc:spChg>
        <pc:spChg chg="mod">
          <ac:chgData name="Le Thi Kim Oanh (FE FPTU CT)" userId="33772939-cd87-45c1-be61-e0648bc25a53" providerId="ADAL" clId="{027EDB00-E2CC-468A-89A4-41068FD3B8A8}" dt="2021-09-15T13:33:40.689" v="1463" actId="20577"/>
          <ac:spMkLst>
            <pc:docMk/>
            <pc:sldMk cId="4172592350" sldId="535"/>
            <ac:spMk id="8" creationId="{886FE98E-F50F-4D70-9056-58B30A09147C}"/>
          </ac:spMkLst>
        </pc:spChg>
      </pc:sldChg>
      <pc:sldChg chg="addSp delSp modSp add mod">
        <pc:chgData name="Le Thi Kim Oanh (FE FPTU CT)" userId="33772939-cd87-45c1-be61-e0648bc25a53" providerId="ADAL" clId="{027EDB00-E2CC-468A-89A4-41068FD3B8A8}" dt="2021-09-14T05:20:51.817" v="800" actId="1076"/>
        <pc:sldMkLst>
          <pc:docMk/>
          <pc:sldMk cId="2539884337" sldId="536"/>
        </pc:sldMkLst>
        <pc:spChg chg="add del mod">
          <ac:chgData name="Le Thi Kim Oanh (FE FPTU CT)" userId="33772939-cd87-45c1-be61-e0648bc25a53" providerId="ADAL" clId="{027EDB00-E2CC-468A-89A4-41068FD3B8A8}" dt="2021-09-14T05:20:44.688" v="793" actId="931"/>
          <ac:spMkLst>
            <pc:docMk/>
            <pc:sldMk cId="2539884337" sldId="536"/>
            <ac:spMk id="4" creationId="{239EA1E3-6FE4-4208-A1ED-A02490784BE1}"/>
          </ac:spMkLst>
        </pc:spChg>
        <pc:picChg chg="add mod">
          <ac:chgData name="Le Thi Kim Oanh (FE FPTU CT)" userId="33772939-cd87-45c1-be61-e0648bc25a53" providerId="ADAL" clId="{027EDB00-E2CC-468A-89A4-41068FD3B8A8}" dt="2021-09-14T05:20:51.817" v="800" actId="1076"/>
          <ac:picMkLst>
            <pc:docMk/>
            <pc:sldMk cId="2539884337" sldId="536"/>
            <ac:picMk id="6" creationId="{A076D0C1-ABA0-4B4A-963F-396C12B73D04}"/>
          </ac:picMkLst>
        </pc:picChg>
        <pc:picChg chg="del">
          <ac:chgData name="Le Thi Kim Oanh (FE FPTU CT)" userId="33772939-cd87-45c1-be61-e0648bc25a53" providerId="ADAL" clId="{027EDB00-E2CC-468A-89A4-41068FD3B8A8}" dt="2021-09-14T05:20:37.299" v="792" actId="478"/>
          <ac:picMkLst>
            <pc:docMk/>
            <pc:sldMk cId="2539884337" sldId="536"/>
            <ac:picMk id="7" creationId="{0877F70D-E0F2-49A5-AB71-BA8EDC36CA79}"/>
          </ac:picMkLst>
        </pc:picChg>
      </pc:sldChg>
      <pc:sldChg chg="modSp add">
        <pc:chgData name="Le Thi Kim Oanh (FE FPTU CT)" userId="33772939-cd87-45c1-be61-e0648bc25a53" providerId="ADAL" clId="{027EDB00-E2CC-468A-89A4-41068FD3B8A8}" dt="2021-09-14T07:34:24.683" v="1237" actId="20577"/>
        <pc:sldMkLst>
          <pc:docMk/>
          <pc:sldMk cId="4263721596" sldId="537"/>
        </pc:sldMkLst>
        <pc:spChg chg="mod">
          <ac:chgData name="Le Thi Kim Oanh (FE FPTU CT)" userId="33772939-cd87-45c1-be61-e0648bc25a53" providerId="ADAL" clId="{027EDB00-E2CC-468A-89A4-41068FD3B8A8}" dt="2021-09-14T07:34:24.683" v="1237" actId="20577"/>
          <ac:spMkLst>
            <pc:docMk/>
            <pc:sldMk cId="4263721596" sldId="537"/>
            <ac:spMk id="12" creationId="{D445F4E3-AD2B-4AE0-86B9-BBD810A0A3D3}"/>
          </ac:spMkLst>
        </pc:spChg>
      </pc:sldChg>
      <pc:sldChg chg="addSp delSp modSp new mod setBg modClrScheme chgLayout">
        <pc:chgData name="Le Thi Kim Oanh (FE FPTU CT)" userId="33772939-cd87-45c1-be61-e0648bc25a53" providerId="ADAL" clId="{027EDB00-E2CC-468A-89A4-41068FD3B8A8}" dt="2021-09-14T07:35:16.544" v="1246" actId="26606"/>
        <pc:sldMkLst>
          <pc:docMk/>
          <pc:sldMk cId="2605272483" sldId="538"/>
        </pc:sldMkLst>
        <pc:spChg chg="del">
          <ac:chgData name="Le Thi Kim Oanh (FE FPTU CT)" userId="33772939-cd87-45c1-be61-e0648bc25a53" providerId="ADAL" clId="{027EDB00-E2CC-468A-89A4-41068FD3B8A8}" dt="2021-09-14T07:34:34.461" v="1239" actId="700"/>
          <ac:spMkLst>
            <pc:docMk/>
            <pc:sldMk cId="2605272483" sldId="538"/>
            <ac:spMk id="2" creationId="{C98924C8-28EB-4FC1-931F-88E5CEE5DAEC}"/>
          </ac:spMkLst>
        </pc:spChg>
        <pc:spChg chg="del">
          <ac:chgData name="Le Thi Kim Oanh (FE FPTU CT)" userId="33772939-cd87-45c1-be61-e0648bc25a53" providerId="ADAL" clId="{027EDB00-E2CC-468A-89A4-41068FD3B8A8}" dt="2021-09-14T07:34:34.461" v="1239" actId="700"/>
          <ac:spMkLst>
            <pc:docMk/>
            <pc:sldMk cId="2605272483" sldId="538"/>
            <ac:spMk id="3" creationId="{8D11BDE0-F2B8-4683-AFDB-6FD56A2F0828}"/>
          </ac:spMkLst>
        </pc:spChg>
        <pc:spChg chg="add">
          <ac:chgData name="Le Thi Kim Oanh (FE FPTU CT)" userId="33772939-cd87-45c1-be61-e0648bc25a53" providerId="ADAL" clId="{027EDB00-E2CC-468A-89A4-41068FD3B8A8}" dt="2021-09-14T07:35:16.544" v="1246" actId="26606"/>
          <ac:spMkLst>
            <pc:docMk/>
            <pc:sldMk cId="2605272483" sldId="538"/>
            <ac:spMk id="10" creationId="{F3060C83-F051-4F0E-ABAD-AA0DFC48B218}"/>
          </ac:spMkLst>
        </pc:spChg>
        <pc:spChg chg="add">
          <ac:chgData name="Le Thi Kim Oanh (FE FPTU CT)" userId="33772939-cd87-45c1-be61-e0648bc25a53" providerId="ADAL" clId="{027EDB00-E2CC-468A-89A4-41068FD3B8A8}" dt="2021-09-14T07:35:16.544" v="1246" actId="26606"/>
          <ac:spMkLst>
            <pc:docMk/>
            <pc:sldMk cId="2605272483" sldId="538"/>
            <ac:spMk id="12" creationId="{83C98ABE-055B-441F-B07E-44F97F083C39}"/>
          </ac:spMkLst>
        </pc:spChg>
        <pc:spChg chg="add">
          <ac:chgData name="Le Thi Kim Oanh (FE FPTU CT)" userId="33772939-cd87-45c1-be61-e0648bc25a53" providerId="ADAL" clId="{027EDB00-E2CC-468A-89A4-41068FD3B8A8}" dt="2021-09-14T07:35:16.544" v="1246" actId="26606"/>
          <ac:spMkLst>
            <pc:docMk/>
            <pc:sldMk cId="2605272483" sldId="538"/>
            <ac:spMk id="14" creationId="{29FDB030-9B49-4CED-8CCD-4D99382388AC}"/>
          </ac:spMkLst>
        </pc:spChg>
        <pc:spChg chg="add">
          <ac:chgData name="Le Thi Kim Oanh (FE FPTU CT)" userId="33772939-cd87-45c1-be61-e0648bc25a53" providerId="ADAL" clId="{027EDB00-E2CC-468A-89A4-41068FD3B8A8}" dt="2021-09-14T07:35:16.544" v="1246" actId="26606"/>
          <ac:spMkLst>
            <pc:docMk/>
            <pc:sldMk cId="2605272483" sldId="538"/>
            <ac:spMk id="16" creationId="{3783CA14-24A1-485C-8B30-D6A5D87987AD}"/>
          </ac:spMkLst>
        </pc:spChg>
        <pc:spChg chg="add">
          <ac:chgData name="Le Thi Kim Oanh (FE FPTU CT)" userId="33772939-cd87-45c1-be61-e0648bc25a53" providerId="ADAL" clId="{027EDB00-E2CC-468A-89A4-41068FD3B8A8}" dt="2021-09-14T07:35:16.544" v="1246" actId="26606"/>
          <ac:spMkLst>
            <pc:docMk/>
            <pc:sldMk cId="2605272483" sldId="538"/>
            <ac:spMk id="18" creationId="{9A97C86A-04D6-40F7-AE84-31AB43E6A846}"/>
          </ac:spMkLst>
        </pc:spChg>
        <pc:spChg chg="add">
          <ac:chgData name="Le Thi Kim Oanh (FE FPTU CT)" userId="33772939-cd87-45c1-be61-e0648bc25a53" providerId="ADAL" clId="{027EDB00-E2CC-468A-89A4-41068FD3B8A8}" dt="2021-09-14T07:35:16.544" v="1246" actId="26606"/>
          <ac:spMkLst>
            <pc:docMk/>
            <pc:sldMk cId="2605272483" sldId="538"/>
            <ac:spMk id="20" creationId="{FF9F2414-84E8-453E-B1F3-389FDE8192D9}"/>
          </ac:spMkLst>
        </pc:spChg>
        <pc:spChg chg="add">
          <ac:chgData name="Le Thi Kim Oanh (FE FPTU CT)" userId="33772939-cd87-45c1-be61-e0648bc25a53" providerId="ADAL" clId="{027EDB00-E2CC-468A-89A4-41068FD3B8A8}" dt="2021-09-14T07:35:16.544" v="1246" actId="26606"/>
          <ac:spMkLst>
            <pc:docMk/>
            <pc:sldMk cId="2605272483" sldId="538"/>
            <ac:spMk id="22" creationId="{3ECA69A1-7536-43AC-85EF-C7106179F5ED}"/>
          </ac:spMkLst>
        </pc:spChg>
        <pc:picChg chg="add mod">
          <ac:chgData name="Le Thi Kim Oanh (FE FPTU CT)" userId="33772939-cd87-45c1-be61-e0648bc25a53" providerId="ADAL" clId="{027EDB00-E2CC-468A-89A4-41068FD3B8A8}" dt="2021-09-14T07:35:16.544" v="1246" actId="26606"/>
          <ac:picMkLst>
            <pc:docMk/>
            <pc:sldMk cId="2605272483" sldId="538"/>
            <ac:picMk id="5" creationId="{FC4DD897-7E27-42F3-B5CC-A672F92570DF}"/>
          </ac:picMkLst>
        </pc:picChg>
      </pc:sldChg>
      <pc:sldChg chg="del">
        <pc:chgData name="Le Thi Kim Oanh (FE FPTU CT)" userId="33772939-cd87-45c1-be61-e0648bc25a53" providerId="ADAL" clId="{027EDB00-E2CC-468A-89A4-41068FD3B8A8}" dt="2021-09-13T13:43:34.484" v="0" actId="47"/>
        <pc:sldMkLst>
          <pc:docMk/>
          <pc:sldMk cId="3937232163" sldId="542"/>
        </pc:sldMkLst>
      </pc:sldChg>
      <pc:sldChg chg="del">
        <pc:chgData name="Le Thi Kim Oanh (FE FPTU CT)" userId="33772939-cd87-45c1-be61-e0648bc25a53" providerId="ADAL" clId="{027EDB00-E2CC-468A-89A4-41068FD3B8A8}" dt="2021-09-13T13:43:34.484" v="0" actId="47"/>
        <pc:sldMkLst>
          <pc:docMk/>
          <pc:sldMk cId="761691474" sldId="544"/>
        </pc:sldMkLst>
      </pc:sldChg>
      <pc:sldChg chg="del">
        <pc:chgData name="Le Thi Kim Oanh (FE FPTU CT)" userId="33772939-cd87-45c1-be61-e0648bc25a53" providerId="ADAL" clId="{027EDB00-E2CC-468A-89A4-41068FD3B8A8}" dt="2021-09-13T13:43:34.484" v="0" actId="47"/>
        <pc:sldMkLst>
          <pc:docMk/>
          <pc:sldMk cId="3493391816" sldId="545"/>
        </pc:sldMkLst>
      </pc:sldChg>
      <pc:sldChg chg="del">
        <pc:chgData name="Le Thi Kim Oanh (FE FPTU CT)" userId="33772939-cd87-45c1-be61-e0648bc25a53" providerId="ADAL" clId="{027EDB00-E2CC-468A-89A4-41068FD3B8A8}" dt="2021-09-13T13:43:34.484" v="0" actId="47"/>
        <pc:sldMkLst>
          <pc:docMk/>
          <pc:sldMk cId="2483994906" sldId="54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D4AC79-637E-4A71-B73B-6E806EDF51EE}" type="datetimeFigureOut">
              <a:rPr lang="en-US" smtClean="0"/>
              <a:t>9/15/2021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E8D07D-93F7-416F-A73A-05ECF16F3B14}" type="slidenum">
              <a:rPr lang="en-US" smtClean="0"/>
              <a:t>‹#›</a:t>
            </a:fld>
            <a:endParaRPr lang="en-US"/>
          </a:p>
        </p:txBody>
      </p:sp>
    </p:spTree>
    <p:extLst>
      <p:ext uri="{BB962C8B-B14F-4D97-AF65-F5344CB8AC3E}">
        <p14:creationId xmlns:p14="http://schemas.microsoft.com/office/powerpoint/2010/main" val="41850017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7CD11A-EED3-40CE-98A3-28FEE84867B3}" type="slidenum">
              <a:rPr lang="en-US" smtClean="0"/>
              <a:t>2</a:t>
            </a:fld>
            <a:endParaRPr lang="en-US"/>
          </a:p>
        </p:txBody>
      </p:sp>
    </p:spTree>
    <p:extLst>
      <p:ext uri="{BB962C8B-B14F-4D97-AF65-F5344CB8AC3E}">
        <p14:creationId xmlns:p14="http://schemas.microsoft.com/office/powerpoint/2010/main" val="37695048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27CD11A-EED3-40CE-98A3-28FEE84867B3}" type="slidenum">
              <a:rPr lang="en-US" smtClean="0"/>
              <a:t>3</a:t>
            </a:fld>
            <a:endParaRPr lang="en-US"/>
          </a:p>
        </p:txBody>
      </p:sp>
    </p:spTree>
    <p:extLst>
      <p:ext uri="{BB962C8B-B14F-4D97-AF65-F5344CB8AC3E}">
        <p14:creationId xmlns:p14="http://schemas.microsoft.com/office/powerpoint/2010/main" val="41367944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27CD11A-EED3-40CE-98A3-28FEE84867B3}" type="slidenum">
              <a:rPr lang="en-US" smtClean="0"/>
              <a:t>4</a:t>
            </a:fld>
            <a:endParaRPr lang="en-US"/>
          </a:p>
        </p:txBody>
      </p:sp>
    </p:spTree>
    <p:extLst>
      <p:ext uri="{BB962C8B-B14F-4D97-AF65-F5344CB8AC3E}">
        <p14:creationId xmlns:p14="http://schemas.microsoft.com/office/powerpoint/2010/main" val="2772662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27CD11A-EED3-40CE-98A3-28FEE84867B3}" type="slidenum">
              <a:rPr lang="en-US" smtClean="0"/>
              <a:t>5</a:t>
            </a:fld>
            <a:endParaRPr lang="en-US"/>
          </a:p>
        </p:txBody>
      </p:sp>
    </p:spTree>
    <p:extLst>
      <p:ext uri="{BB962C8B-B14F-4D97-AF65-F5344CB8AC3E}">
        <p14:creationId xmlns:p14="http://schemas.microsoft.com/office/powerpoint/2010/main" val="9568448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27CD11A-EED3-40CE-98A3-28FEE84867B3}" type="slidenum">
              <a:rPr lang="en-US" smtClean="0"/>
              <a:t>6</a:t>
            </a:fld>
            <a:endParaRPr lang="en-US"/>
          </a:p>
        </p:txBody>
      </p:sp>
    </p:spTree>
    <p:extLst>
      <p:ext uri="{BB962C8B-B14F-4D97-AF65-F5344CB8AC3E}">
        <p14:creationId xmlns:p14="http://schemas.microsoft.com/office/powerpoint/2010/main" val="11169910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r>
              <a:rPr lang="en-US" dirty="0" err="1"/>
              <a:t>Sinh</a:t>
            </a:r>
            <a:r>
              <a:rPr lang="en-US" dirty="0"/>
              <a:t> </a:t>
            </a:r>
            <a:r>
              <a:rPr lang="en-US" dirty="0" err="1"/>
              <a:t>viên</a:t>
            </a:r>
            <a:r>
              <a:rPr lang="en-US" dirty="0"/>
              <a:t> </a:t>
            </a:r>
            <a:r>
              <a:rPr lang="en-US" dirty="0" err="1"/>
              <a:t>đọc</a:t>
            </a:r>
            <a:r>
              <a:rPr lang="en-US" dirty="0"/>
              <a:t> </a:t>
            </a:r>
            <a:r>
              <a:rPr lang="en-US" dirty="0" err="1"/>
              <a:t>bài</a:t>
            </a:r>
            <a:r>
              <a:rPr lang="en-US" dirty="0"/>
              <a:t> </a:t>
            </a:r>
            <a:r>
              <a:rPr lang="en-US" dirty="0" err="1"/>
              <a:t>đọc</a:t>
            </a:r>
            <a:r>
              <a:rPr lang="en-US" dirty="0"/>
              <a:t> </a:t>
            </a:r>
            <a:r>
              <a:rPr lang="en-US" dirty="0" err="1"/>
              <a:t>và</a:t>
            </a:r>
            <a:r>
              <a:rPr lang="en-US" dirty="0"/>
              <a:t> </a:t>
            </a:r>
            <a:r>
              <a:rPr lang="en-US" dirty="0" err="1"/>
              <a:t>trả</a:t>
            </a:r>
            <a:r>
              <a:rPr lang="en-US" dirty="0"/>
              <a:t> </a:t>
            </a:r>
            <a:r>
              <a:rPr lang="en-US" dirty="0" err="1"/>
              <a:t>lời</a:t>
            </a:r>
            <a:r>
              <a:rPr lang="en-US" dirty="0"/>
              <a:t> </a:t>
            </a:r>
            <a:r>
              <a:rPr lang="en-US" dirty="0" err="1"/>
              <a:t>dựa</a:t>
            </a:r>
            <a:r>
              <a:rPr lang="en-US" dirty="0"/>
              <a:t> </a:t>
            </a:r>
            <a:r>
              <a:rPr lang="en-US" dirty="0" err="1"/>
              <a:t>theo</a:t>
            </a:r>
            <a:r>
              <a:rPr lang="en-US" dirty="0"/>
              <a:t> </a:t>
            </a:r>
            <a:r>
              <a:rPr lang="en-US" dirty="0" err="1"/>
              <a:t>đại</a:t>
            </a:r>
            <a:r>
              <a:rPr lang="en-US" dirty="0"/>
              <a:t> ý </a:t>
            </a:r>
            <a:r>
              <a:rPr lang="en-US" dirty="0" err="1"/>
              <a:t>trong</a:t>
            </a:r>
            <a:r>
              <a:rPr lang="en-US" dirty="0"/>
              <a:t> </a:t>
            </a:r>
            <a:r>
              <a:rPr lang="en-US" dirty="0" err="1"/>
              <a:t>bài</a:t>
            </a:r>
            <a:r>
              <a:rPr lang="en-US" dirty="0"/>
              <a:t>.</a:t>
            </a:r>
          </a:p>
        </p:txBody>
      </p:sp>
      <p:sp>
        <p:nvSpPr>
          <p:cNvPr id="4" name="Slide Number Placeholder 3"/>
          <p:cNvSpPr>
            <a:spLocks noGrp="1"/>
          </p:cNvSpPr>
          <p:nvPr>
            <p:ph type="sldNum" sz="quarter" idx="5"/>
          </p:nvPr>
        </p:nvSpPr>
        <p:spPr/>
        <p:txBody>
          <a:bodyPr/>
          <a:lstStyle/>
          <a:p>
            <a:fld id="{927CD11A-EED3-40CE-98A3-28FEE84867B3}" type="slidenum">
              <a:rPr lang="en-US" smtClean="0"/>
              <a:t>12</a:t>
            </a:fld>
            <a:endParaRPr lang="en-US"/>
          </a:p>
        </p:txBody>
      </p:sp>
    </p:spTree>
    <p:extLst>
      <p:ext uri="{BB962C8B-B14F-4D97-AF65-F5344CB8AC3E}">
        <p14:creationId xmlns:p14="http://schemas.microsoft.com/office/powerpoint/2010/main" val="42866009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r>
              <a:rPr lang="en-US" dirty="0" err="1"/>
              <a:t>Sinh</a:t>
            </a:r>
            <a:r>
              <a:rPr lang="en-US" dirty="0"/>
              <a:t> </a:t>
            </a:r>
            <a:r>
              <a:rPr lang="en-US" dirty="0" err="1"/>
              <a:t>viên</a:t>
            </a:r>
            <a:r>
              <a:rPr lang="en-US" dirty="0"/>
              <a:t> </a:t>
            </a:r>
            <a:r>
              <a:rPr lang="en-US" dirty="0" err="1"/>
              <a:t>đọc</a:t>
            </a:r>
            <a:r>
              <a:rPr lang="en-US" dirty="0"/>
              <a:t> </a:t>
            </a:r>
            <a:r>
              <a:rPr lang="en-US" dirty="0" err="1"/>
              <a:t>bài</a:t>
            </a:r>
            <a:r>
              <a:rPr lang="en-US" dirty="0"/>
              <a:t> </a:t>
            </a:r>
            <a:r>
              <a:rPr lang="en-US" dirty="0" err="1"/>
              <a:t>đọc</a:t>
            </a:r>
            <a:r>
              <a:rPr lang="en-US" dirty="0"/>
              <a:t> </a:t>
            </a:r>
            <a:r>
              <a:rPr lang="en-US" dirty="0" err="1"/>
              <a:t>và</a:t>
            </a:r>
            <a:r>
              <a:rPr lang="en-US" dirty="0"/>
              <a:t> </a:t>
            </a:r>
            <a:r>
              <a:rPr lang="en-US" dirty="0" err="1"/>
              <a:t>trả</a:t>
            </a:r>
            <a:r>
              <a:rPr lang="en-US" dirty="0"/>
              <a:t> </a:t>
            </a:r>
            <a:r>
              <a:rPr lang="en-US" dirty="0" err="1"/>
              <a:t>lời</a:t>
            </a:r>
            <a:r>
              <a:rPr lang="en-US" dirty="0"/>
              <a:t> </a:t>
            </a:r>
            <a:r>
              <a:rPr lang="en-US" dirty="0" err="1"/>
              <a:t>dựa</a:t>
            </a:r>
            <a:r>
              <a:rPr lang="en-US" dirty="0"/>
              <a:t> </a:t>
            </a:r>
            <a:r>
              <a:rPr lang="en-US" dirty="0" err="1"/>
              <a:t>theo</a:t>
            </a:r>
            <a:r>
              <a:rPr lang="en-US" dirty="0"/>
              <a:t> </a:t>
            </a:r>
            <a:r>
              <a:rPr lang="en-US" dirty="0" err="1"/>
              <a:t>đại</a:t>
            </a:r>
            <a:r>
              <a:rPr lang="en-US" dirty="0"/>
              <a:t> ý </a:t>
            </a:r>
            <a:r>
              <a:rPr lang="en-US" dirty="0" err="1"/>
              <a:t>trong</a:t>
            </a:r>
            <a:r>
              <a:rPr lang="en-US" dirty="0"/>
              <a:t> </a:t>
            </a:r>
            <a:r>
              <a:rPr lang="en-US" dirty="0" err="1"/>
              <a:t>bài</a:t>
            </a:r>
            <a:r>
              <a:rPr lang="en-US" dirty="0"/>
              <a:t>.</a:t>
            </a:r>
          </a:p>
        </p:txBody>
      </p:sp>
      <p:sp>
        <p:nvSpPr>
          <p:cNvPr id="4" name="Slide Number Placeholder 3"/>
          <p:cNvSpPr>
            <a:spLocks noGrp="1"/>
          </p:cNvSpPr>
          <p:nvPr>
            <p:ph type="sldNum" sz="quarter" idx="5"/>
          </p:nvPr>
        </p:nvSpPr>
        <p:spPr/>
        <p:txBody>
          <a:bodyPr/>
          <a:lstStyle/>
          <a:p>
            <a:fld id="{927CD11A-EED3-40CE-98A3-28FEE84867B3}" type="slidenum">
              <a:rPr lang="en-US" smtClean="0"/>
              <a:t>13</a:t>
            </a:fld>
            <a:endParaRPr lang="en-US"/>
          </a:p>
        </p:txBody>
      </p:sp>
    </p:spTree>
    <p:extLst>
      <p:ext uri="{BB962C8B-B14F-4D97-AF65-F5344CB8AC3E}">
        <p14:creationId xmlns:p14="http://schemas.microsoft.com/office/powerpoint/2010/main" val="24080479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7CD11A-EED3-40CE-98A3-28FEE84867B3}" type="slidenum">
              <a:rPr lang="en-US" smtClean="0"/>
              <a:t>14</a:t>
            </a:fld>
            <a:endParaRPr lang="en-US"/>
          </a:p>
        </p:txBody>
      </p:sp>
    </p:spTree>
    <p:extLst>
      <p:ext uri="{BB962C8B-B14F-4D97-AF65-F5344CB8AC3E}">
        <p14:creationId xmlns:p14="http://schemas.microsoft.com/office/powerpoint/2010/main" val="24426302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7CD11A-EED3-40CE-98A3-28FEE84867B3}" type="slidenum">
              <a:rPr lang="en-US" smtClean="0"/>
              <a:t>15</a:t>
            </a:fld>
            <a:endParaRPr lang="en-US"/>
          </a:p>
        </p:txBody>
      </p:sp>
    </p:spTree>
    <p:extLst>
      <p:ext uri="{BB962C8B-B14F-4D97-AF65-F5344CB8AC3E}">
        <p14:creationId xmlns:p14="http://schemas.microsoft.com/office/powerpoint/2010/main" val="39034381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4E8D07D-93F7-416F-A73A-05ECF16F3B14}" type="slidenum">
              <a:rPr lang="en-US" smtClean="0"/>
              <a:t>16</a:t>
            </a:fld>
            <a:endParaRPr lang="en-US"/>
          </a:p>
        </p:txBody>
      </p:sp>
    </p:spTree>
    <p:extLst>
      <p:ext uri="{BB962C8B-B14F-4D97-AF65-F5344CB8AC3E}">
        <p14:creationId xmlns:p14="http://schemas.microsoft.com/office/powerpoint/2010/main" val="41082038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4E8D07D-93F7-416F-A73A-05ECF16F3B14}" type="slidenum">
              <a:rPr lang="en-US" smtClean="0"/>
              <a:t>17</a:t>
            </a:fld>
            <a:endParaRPr lang="en-US"/>
          </a:p>
        </p:txBody>
      </p:sp>
    </p:spTree>
    <p:extLst>
      <p:ext uri="{BB962C8B-B14F-4D97-AF65-F5344CB8AC3E}">
        <p14:creationId xmlns:p14="http://schemas.microsoft.com/office/powerpoint/2010/main" val="31863906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Phần này GV phụ trách tự biên soạn.</a:t>
            </a:r>
            <a:endParaRPr lang="en-US" dirty="0"/>
          </a:p>
          <a:p>
            <a:endParaRPr lang="en-US" dirty="0"/>
          </a:p>
        </p:txBody>
      </p:sp>
      <p:sp>
        <p:nvSpPr>
          <p:cNvPr id="4" name="Slide Number Placeholder 3"/>
          <p:cNvSpPr>
            <a:spLocks noGrp="1"/>
          </p:cNvSpPr>
          <p:nvPr>
            <p:ph type="sldNum" sz="quarter" idx="5"/>
          </p:nvPr>
        </p:nvSpPr>
        <p:spPr/>
        <p:txBody>
          <a:bodyPr/>
          <a:lstStyle/>
          <a:p>
            <a:fld id="{927CD11A-EED3-40CE-98A3-28FEE84867B3}" type="slidenum">
              <a:rPr lang="en-US" smtClean="0"/>
              <a:t>18</a:t>
            </a:fld>
            <a:endParaRPr lang="en-US"/>
          </a:p>
        </p:txBody>
      </p:sp>
    </p:spTree>
    <p:extLst>
      <p:ext uri="{BB962C8B-B14F-4D97-AF65-F5344CB8AC3E}">
        <p14:creationId xmlns:p14="http://schemas.microsoft.com/office/powerpoint/2010/main" val="11620016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Phần này GV phụ trách tự biên soạn.</a:t>
            </a:r>
            <a:endParaRPr lang="en-US" dirty="0"/>
          </a:p>
          <a:p>
            <a:endParaRPr lang="en-US" dirty="0"/>
          </a:p>
        </p:txBody>
      </p:sp>
      <p:sp>
        <p:nvSpPr>
          <p:cNvPr id="4" name="Slide Number Placeholder 3"/>
          <p:cNvSpPr>
            <a:spLocks noGrp="1"/>
          </p:cNvSpPr>
          <p:nvPr>
            <p:ph type="sldNum" sz="quarter" idx="5"/>
          </p:nvPr>
        </p:nvSpPr>
        <p:spPr/>
        <p:txBody>
          <a:bodyPr/>
          <a:lstStyle/>
          <a:p>
            <a:fld id="{927CD11A-EED3-40CE-98A3-28FEE84867B3}" type="slidenum">
              <a:rPr lang="en-US" smtClean="0"/>
              <a:t>19</a:t>
            </a:fld>
            <a:endParaRPr lang="en-US"/>
          </a:p>
        </p:txBody>
      </p:sp>
    </p:spTree>
    <p:extLst>
      <p:ext uri="{BB962C8B-B14F-4D97-AF65-F5344CB8AC3E}">
        <p14:creationId xmlns:p14="http://schemas.microsoft.com/office/powerpoint/2010/main" val="33723908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4E8D07D-93F7-416F-A73A-05ECF16F3B14}" type="slidenum">
              <a:rPr lang="en-US" smtClean="0"/>
              <a:t>20</a:t>
            </a:fld>
            <a:endParaRPr lang="en-US"/>
          </a:p>
        </p:txBody>
      </p:sp>
    </p:spTree>
    <p:extLst>
      <p:ext uri="{BB962C8B-B14F-4D97-AF65-F5344CB8AC3E}">
        <p14:creationId xmlns:p14="http://schemas.microsoft.com/office/powerpoint/2010/main" val="20481965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8C7FB-2231-4C26-BB4A-5BA9894A69A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7818C77-A614-417B-BFC7-CBA53A8BB79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5771605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46F45-CA2A-4988-873F-0116AC8431F6}"/>
              </a:ext>
            </a:extLst>
          </p:cNvPr>
          <p:cNvSpPr>
            <a:spLocks noGrp="1"/>
          </p:cNvSpPr>
          <p:nvPr>
            <p:ph type="title"/>
          </p:nvPr>
        </p:nvSpPr>
        <p:spPr>
          <a:xfrm>
            <a:off x="629265" y="365126"/>
            <a:ext cx="10943610" cy="814745"/>
          </a:xfrm>
        </p:spPr>
        <p:txBody>
          <a:bodyPr>
            <a:normAutofit/>
          </a:bodyPr>
          <a:lstStyle>
            <a:lvl1pPr>
              <a:defRPr sz="3600"/>
            </a:lvl1pPr>
          </a:lstStyle>
          <a:p>
            <a:endParaRPr lang="en-US" dirty="0"/>
          </a:p>
        </p:txBody>
      </p:sp>
      <p:sp>
        <p:nvSpPr>
          <p:cNvPr id="7" name="Content Placeholder 6">
            <a:extLst>
              <a:ext uri="{FF2B5EF4-FFF2-40B4-BE49-F238E27FC236}">
                <a16:creationId xmlns:a16="http://schemas.microsoft.com/office/drawing/2014/main" id="{B525123F-A5C6-452C-853C-53235A48CAD6}"/>
              </a:ext>
            </a:extLst>
          </p:cNvPr>
          <p:cNvSpPr>
            <a:spLocks noGrp="1"/>
          </p:cNvSpPr>
          <p:nvPr>
            <p:ph sz="quarter" idx="13"/>
          </p:nvPr>
        </p:nvSpPr>
        <p:spPr>
          <a:xfrm>
            <a:off x="629265" y="1828800"/>
            <a:ext cx="5466735" cy="3480619"/>
          </a:xfrm>
        </p:spPr>
        <p:txBody>
          <a:bodyPr/>
          <a:lstStyle>
            <a:lvl1pPr>
              <a:defRPr sz="2000"/>
            </a:lvl1pPr>
            <a:lvl2pPr>
              <a:defRPr sz="2000"/>
            </a:lvl2pPr>
            <a:lvl3pPr>
              <a:defRPr sz="2000"/>
            </a:lvl3pPr>
            <a:lvl4pPr>
              <a:defRPr sz="2000"/>
            </a:lvl4pPr>
            <a:lvl5pPr>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Picture Placeholder 8">
            <a:extLst>
              <a:ext uri="{FF2B5EF4-FFF2-40B4-BE49-F238E27FC236}">
                <a16:creationId xmlns:a16="http://schemas.microsoft.com/office/drawing/2014/main" id="{60EA6298-9743-48B8-A25C-863BFFCB9144}"/>
              </a:ext>
            </a:extLst>
          </p:cNvPr>
          <p:cNvSpPr>
            <a:spLocks noGrp="1"/>
          </p:cNvSpPr>
          <p:nvPr>
            <p:ph type="pic" sz="quarter" idx="14"/>
          </p:nvPr>
        </p:nvSpPr>
        <p:spPr>
          <a:xfrm>
            <a:off x="7030065" y="1946275"/>
            <a:ext cx="4542810" cy="3097673"/>
          </a:xfrm>
        </p:spPr>
        <p:txBody>
          <a:bodyPr/>
          <a:lstStyle/>
          <a:p>
            <a:endParaRPr lang="en-US" dirty="0"/>
          </a:p>
        </p:txBody>
      </p:sp>
    </p:spTree>
    <p:extLst>
      <p:ext uri="{BB962C8B-B14F-4D97-AF65-F5344CB8AC3E}">
        <p14:creationId xmlns:p14="http://schemas.microsoft.com/office/powerpoint/2010/main" val="14563291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3F0BCD-32CE-47F3-8315-2473B8AF7D9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4C3059B-2D6C-42DF-8074-E72342B2948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C109A9-74C6-4023-9D79-7A19C6307D1C}"/>
              </a:ext>
            </a:extLst>
          </p:cNvPr>
          <p:cNvSpPr>
            <a:spLocks noGrp="1"/>
          </p:cNvSpPr>
          <p:nvPr>
            <p:ph type="dt" sz="half" idx="10"/>
          </p:nvPr>
        </p:nvSpPr>
        <p:spPr/>
        <p:txBody>
          <a:bodyPr/>
          <a:lstStyle/>
          <a:p>
            <a:fld id="{685A48F5-4720-4E72-9BE0-60A65680E518}" type="datetimeFigureOut">
              <a:rPr lang="en-US" smtClean="0"/>
              <a:t>9/15/2021</a:t>
            </a:fld>
            <a:endParaRPr lang="en-US"/>
          </a:p>
        </p:txBody>
      </p:sp>
      <p:sp>
        <p:nvSpPr>
          <p:cNvPr id="5" name="Footer Placeholder 4">
            <a:extLst>
              <a:ext uri="{FF2B5EF4-FFF2-40B4-BE49-F238E27FC236}">
                <a16:creationId xmlns:a16="http://schemas.microsoft.com/office/drawing/2014/main" id="{3FC4CFD5-90D6-432F-982A-07461275F1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35A442-C7AE-48C1-A3E8-4B6127CDFA46}"/>
              </a:ext>
            </a:extLst>
          </p:cNvPr>
          <p:cNvSpPr>
            <a:spLocks noGrp="1"/>
          </p:cNvSpPr>
          <p:nvPr>
            <p:ph type="sldNum" sz="quarter" idx="12"/>
          </p:nvPr>
        </p:nvSpPr>
        <p:spPr/>
        <p:txBody>
          <a:bodyPr/>
          <a:lstStyle/>
          <a:p>
            <a:fld id="{1E3A991B-FBDD-4339-A602-F29DCEBE7F2E}" type="slidenum">
              <a:rPr lang="en-US" smtClean="0"/>
              <a:t>‹#›</a:t>
            </a:fld>
            <a:endParaRPr lang="en-US"/>
          </a:p>
        </p:txBody>
      </p:sp>
    </p:spTree>
    <p:extLst>
      <p:ext uri="{BB962C8B-B14F-4D97-AF65-F5344CB8AC3E}">
        <p14:creationId xmlns:p14="http://schemas.microsoft.com/office/powerpoint/2010/main" val="830334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2EE63-C26E-421A-9CD1-766899CBB17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4148466-D14C-4196-A871-13A00CE1555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BA42D23-2217-473F-B4F1-927F290E1AC2}"/>
              </a:ext>
            </a:extLst>
          </p:cNvPr>
          <p:cNvSpPr>
            <a:spLocks noGrp="1"/>
          </p:cNvSpPr>
          <p:nvPr>
            <p:ph type="dt" sz="half" idx="10"/>
          </p:nvPr>
        </p:nvSpPr>
        <p:spPr/>
        <p:txBody>
          <a:bodyPr/>
          <a:lstStyle/>
          <a:p>
            <a:fld id="{685A48F5-4720-4E72-9BE0-60A65680E518}" type="datetimeFigureOut">
              <a:rPr lang="en-US" smtClean="0"/>
              <a:t>9/15/2021</a:t>
            </a:fld>
            <a:endParaRPr lang="en-US"/>
          </a:p>
        </p:txBody>
      </p:sp>
      <p:sp>
        <p:nvSpPr>
          <p:cNvPr id="5" name="Footer Placeholder 4">
            <a:extLst>
              <a:ext uri="{FF2B5EF4-FFF2-40B4-BE49-F238E27FC236}">
                <a16:creationId xmlns:a16="http://schemas.microsoft.com/office/drawing/2014/main" id="{2E424888-79E9-4FC9-982B-6C9DB38691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337D11-5F5D-4098-A402-1EEE154AE52B}"/>
              </a:ext>
            </a:extLst>
          </p:cNvPr>
          <p:cNvSpPr>
            <a:spLocks noGrp="1"/>
          </p:cNvSpPr>
          <p:nvPr>
            <p:ph type="sldNum" sz="quarter" idx="12"/>
          </p:nvPr>
        </p:nvSpPr>
        <p:spPr/>
        <p:txBody>
          <a:bodyPr/>
          <a:lstStyle/>
          <a:p>
            <a:fld id="{1E3A991B-FBDD-4339-A602-F29DCEBE7F2E}" type="slidenum">
              <a:rPr lang="en-US" smtClean="0"/>
              <a:t>‹#›</a:t>
            </a:fld>
            <a:endParaRPr lang="en-US"/>
          </a:p>
        </p:txBody>
      </p:sp>
    </p:spTree>
    <p:extLst>
      <p:ext uri="{BB962C8B-B14F-4D97-AF65-F5344CB8AC3E}">
        <p14:creationId xmlns:p14="http://schemas.microsoft.com/office/powerpoint/2010/main" val="18136312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38151-881E-45F1-B5A1-3486E147F0F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6D9466A-EF98-4CBB-A36A-A5D67930949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B1B4661-4C1D-4729-97C4-09C1E14E8EF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F54AE64-DDF8-4823-8895-A51D00245C72}"/>
              </a:ext>
            </a:extLst>
          </p:cNvPr>
          <p:cNvSpPr>
            <a:spLocks noGrp="1"/>
          </p:cNvSpPr>
          <p:nvPr>
            <p:ph type="dt" sz="half" idx="10"/>
          </p:nvPr>
        </p:nvSpPr>
        <p:spPr/>
        <p:txBody>
          <a:bodyPr/>
          <a:lstStyle/>
          <a:p>
            <a:fld id="{685A48F5-4720-4E72-9BE0-60A65680E518}" type="datetimeFigureOut">
              <a:rPr lang="en-US" smtClean="0"/>
              <a:t>9/15/2021</a:t>
            </a:fld>
            <a:endParaRPr lang="en-US"/>
          </a:p>
        </p:txBody>
      </p:sp>
      <p:sp>
        <p:nvSpPr>
          <p:cNvPr id="6" name="Footer Placeholder 5">
            <a:extLst>
              <a:ext uri="{FF2B5EF4-FFF2-40B4-BE49-F238E27FC236}">
                <a16:creationId xmlns:a16="http://schemas.microsoft.com/office/drawing/2014/main" id="{9EE416DA-647E-4533-AC1E-34BAB737B63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AD3EB35-FFDF-424A-9F11-1EA3BD27C9A6}"/>
              </a:ext>
            </a:extLst>
          </p:cNvPr>
          <p:cNvSpPr>
            <a:spLocks noGrp="1"/>
          </p:cNvSpPr>
          <p:nvPr>
            <p:ph type="sldNum" sz="quarter" idx="12"/>
          </p:nvPr>
        </p:nvSpPr>
        <p:spPr/>
        <p:txBody>
          <a:bodyPr/>
          <a:lstStyle/>
          <a:p>
            <a:fld id="{1E3A991B-FBDD-4339-A602-F29DCEBE7F2E}" type="slidenum">
              <a:rPr lang="en-US" smtClean="0"/>
              <a:t>‹#›</a:t>
            </a:fld>
            <a:endParaRPr lang="en-US"/>
          </a:p>
        </p:txBody>
      </p:sp>
    </p:spTree>
    <p:extLst>
      <p:ext uri="{BB962C8B-B14F-4D97-AF65-F5344CB8AC3E}">
        <p14:creationId xmlns:p14="http://schemas.microsoft.com/office/powerpoint/2010/main" val="38644994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D358B-1377-48AB-832D-43003170784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12A7963-751E-45AC-8609-D56E81E28EF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98B208A-D174-4295-B7E2-24EE8E954F2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B517FF0-5F6E-4193-B326-0659B6B0611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2B28880-116C-42E4-AC92-D5BB5A644EF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98204A1-F53A-4EE0-9CDA-CC556A2FA99A}"/>
              </a:ext>
            </a:extLst>
          </p:cNvPr>
          <p:cNvSpPr>
            <a:spLocks noGrp="1"/>
          </p:cNvSpPr>
          <p:nvPr>
            <p:ph type="dt" sz="half" idx="10"/>
          </p:nvPr>
        </p:nvSpPr>
        <p:spPr/>
        <p:txBody>
          <a:bodyPr/>
          <a:lstStyle/>
          <a:p>
            <a:fld id="{685A48F5-4720-4E72-9BE0-60A65680E518}" type="datetimeFigureOut">
              <a:rPr lang="en-US" smtClean="0"/>
              <a:t>9/15/2021</a:t>
            </a:fld>
            <a:endParaRPr lang="en-US"/>
          </a:p>
        </p:txBody>
      </p:sp>
      <p:sp>
        <p:nvSpPr>
          <p:cNvPr id="8" name="Footer Placeholder 7">
            <a:extLst>
              <a:ext uri="{FF2B5EF4-FFF2-40B4-BE49-F238E27FC236}">
                <a16:creationId xmlns:a16="http://schemas.microsoft.com/office/drawing/2014/main" id="{62FC743E-65FF-4520-BEFB-283E61A8768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A248EE8-1196-4741-B910-F79F488CE358}"/>
              </a:ext>
            </a:extLst>
          </p:cNvPr>
          <p:cNvSpPr>
            <a:spLocks noGrp="1"/>
          </p:cNvSpPr>
          <p:nvPr>
            <p:ph type="sldNum" sz="quarter" idx="12"/>
          </p:nvPr>
        </p:nvSpPr>
        <p:spPr/>
        <p:txBody>
          <a:bodyPr/>
          <a:lstStyle/>
          <a:p>
            <a:fld id="{1E3A991B-FBDD-4339-A602-F29DCEBE7F2E}" type="slidenum">
              <a:rPr lang="en-US" smtClean="0"/>
              <a:t>‹#›</a:t>
            </a:fld>
            <a:endParaRPr lang="en-US"/>
          </a:p>
        </p:txBody>
      </p:sp>
    </p:spTree>
    <p:extLst>
      <p:ext uri="{BB962C8B-B14F-4D97-AF65-F5344CB8AC3E}">
        <p14:creationId xmlns:p14="http://schemas.microsoft.com/office/powerpoint/2010/main" val="28123968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54CBB-8EA5-4786-9A6E-6AD78DC24FA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740D110-F6DD-48CB-B86A-DCD389BF4B0E}"/>
              </a:ext>
            </a:extLst>
          </p:cNvPr>
          <p:cNvSpPr>
            <a:spLocks noGrp="1"/>
          </p:cNvSpPr>
          <p:nvPr>
            <p:ph type="dt" sz="half" idx="10"/>
          </p:nvPr>
        </p:nvSpPr>
        <p:spPr/>
        <p:txBody>
          <a:bodyPr/>
          <a:lstStyle/>
          <a:p>
            <a:fld id="{685A48F5-4720-4E72-9BE0-60A65680E518}" type="datetimeFigureOut">
              <a:rPr lang="en-US" smtClean="0"/>
              <a:t>9/15/2021</a:t>
            </a:fld>
            <a:endParaRPr lang="en-US"/>
          </a:p>
        </p:txBody>
      </p:sp>
      <p:sp>
        <p:nvSpPr>
          <p:cNvPr id="4" name="Footer Placeholder 3">
            <a:extLst>
              <a:ext uri="{FF2B5EF4-FFF2-40B4-BE49-F238E27FC236}">
                <a16:creationId xmlns:a16="http://schemas.microsoft.com/office/drawing/2014/main" id="{E4196B01-C666-4C99-B6D5-0312A7D6AF8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832530F-F05A-4103-ACA3-8524E3952FDB}"/>
              </a:ext>
            </a:extLst>
          </p:cNvPr>
          <p:cNvSpPr>
            <a:spLocks noGrp="1"/>
          </p:cNvSpPr>
          <p:nvPr>
            <p:ph type="sldNum" sz="quarter" idx="12"/>
          </p:nvPr>
        </p:nvSpPr>
        <p:spPr/>
        <p:txBody>
          <a:bodyPr/>
          <a:lstStyle/>
          <a:p>
            <a:fld id="{1E3A991B-FBDD-4339-A602-F29DCEBE7F2E}" type="slidenum">
              <a:rPr lang="en-US" smtClean="0"/>
              <a:t>‹#›</a:t>
            </a:fld>
            <a:endParaRPr lang="en-US"/>
          </a:p>
        </p:txBody>
      </p:sp>
    </p:spTree>
    <p:extLst>
      <p:ext uri="{BB962C8B-B14F-4D97-AF65-F5344CB8AC3E}">
        <p14:creationId xmlns:p14="http://schemas.microsoft.com/office/powerpoint/2010/main" val="18739199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0774ECB-40C6-4E27-B12A-76765E06C047}"/>
              </a:ext>
            </a:extLst>
          </p:cNvPr>
          <p:cNvSpPr>
            <a:spLocks noGrp="1"/>
          </p:cNvSpPr>
          <p:nvPr>
            <p:ph type="dt" sz="half" idx="10"/>
          </p:nvPr>
        </p:nvSpPr>
        <p:spPr/>
        <p:txBody>
          <a:bodyPr/>
          <a:lstStyle/>
          <a:p>
            <a:fld id="{685A48F5-4720-4E72-9BE0-60A65680E518}" type="datetimeFigureOut">
              <a:rPr lang="en-US" smtClean="0"/>
              <a:t>9/15/2021</a:t>
            </a:fld>
            <a:endParaRPr lang="en-US"/>
          </a:p>
        </p:txBody>
      </p:sp>
      <p:sp>
        <p:nvSpPr>
          <p:cNvPr id="3" name="Footer Placeholder 2">
            <a:extLst>
              <a:ext uri="{FF2B5EF4-FFF2-40B4-BE49-F238E27FC236}">
                <a16:creationId xmlns:a16="http://schemas.microsoft.com/office/drawing/2014/main" id="{7348A493-46CF-4B48-9829-0B9348D9B13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4394916-4042-4D8E-892A-914EFC5C8468}"/>
              </a:ext>
            </a:extLst>
          </p:cNvPr>
          <p:cNvSpPr>
            <a:spLocks noGrp="1"/>
          </p:cNvSpPr>
          <p:nvPr>
            <p:ph type="sldNum" sz="quarter" idx="12"/>
          </p:nvPr>
        </p:nvSpPr>
        <p:spPr/>
        <p:txBody>
          <a:bodyPr/>
          <a:lstStyle/>
          <a:p>
            <a:fld id="{1E3A991B-FBDD-4339-A602-F29DCEBE7F2E}" type="slidenum">
              <a:rPr lang="en-US" smtClean="0"/>
              <a:t>‹#›</a:t>
            </a:fld>
            <a:endParaRPr lang="en-US"/>
          </a:p>
        </p:txBody>
      </p:sp>
    </p:spTree>
    <p:extLst>
      <p:ext uri="{BB962C8B-B14F-4D97-AF65-F5344CB8AC3E}">
        <p14:creationId xmlns:p14="http://schemas.microsoft.com/office/powerpoint/2010/main" val="14031582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6E9A22-F9BC-46DC-AEE7-154C4212FDF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7D0601E-00A8-49B9-A830-4F65C30C5C6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A2F4117-F189-49C1-B50B-A6E6F7D45C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4FDE5D-3801-4B6B-BB4E-8C13D3FA86F7}"/>
              </a:ext>
            </a:extLst>
          </p:cNvPr>
          <p:cNvSpPr>
            <a:spLocks noGrp="1"/>
          </p:cNvSpPr>
          <p:nvPr>
            <p:ph type="dt" sz="half" idx="10"/>
          </p:nvPr>
        </p:nvSpPr>
        <p:spPr/>
        <p:txBody>
          <a:bodyPr/>
          <a:lstStyle/>
          <a:p>
            <a:fld id="{685A48F5-4720-4E72-9BE0-60A65680E518}" type="datetimeFigureOut">
              <a:rPr lang="en-US" smtClean="0"/>
              <a:t>9/15/2021</a:t>
            </a:fld>
            <a:endParaRPr lang="en-US"/>
          </a:p>
        </p:txBody>
      </p:sp>
      <p:sp>
        <p:nvSpPr>
          <p:cNvPr id="6" name="Footer Placeholder 5">
            <a:extLst>
              <a:ext uri="{FF2B5EF4-FFF2-40B4-BE49-F238E27FC236}">
                <a16:creationId xmlns:a16="http://schemas.microsoft.com/office/drawing/2014/main" id="{A8B2F431-0B70-4957-8502-1C9D5ED2227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60A9ED5-091C-47EC-A349-9DDCAFB0C0E4}"/>
              </a:ext>
            </a:extLst>
          </p:cNvPr>
          <p:cNvSpPr>
            <a:spLocks noGrp="1"/>
          </p:cNvSpPr>
          <p:nvPr>
            <p:ph type="sldNum" sz="quarter" idx="12"/>
          </p:nvPr>
        </p:nvSpPr>
        <p:spPr/>
        <p:txBody>
          <a:bodyPr/>
          <a:lstStyle/>
          <a:p>
            <a:fld id="{1E3A991B-FBDD-4339-A602-F29DCEBE7F2E}" type="slidenum">
              <a:rPr lang="en-US" smtClean="0"/>
              <a:t>‹#›</a:t>
            </a:fld>
            <a:endParaRPr lang="en-US"/>
          </a:p>
        </p:txBody>
      </p:sp>
    </p:spTree>
    <p:extLst>
      <p:ext uri="{BB962C8B-B14F-4D97-AF65-F5344CB8AC3E}">
        <p14:creationId xmlns:p14="http://schemas.microsoft.com/office/powerpoint/2010/main" val="6951642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D373A-8FCB-4D17-8EAD-FFC347B841F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55F3061-C6B3-46FD-9AA6-647F375FF51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3B56BAD-90B9-4DDC-9323-CE6E7CA3CE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4DBCEDF-9268-40D0-8BD3-2F66ED598A99}"/>
              </a:ext>
            </a:extLst>
          </p:cNvPr>
          <p:cNvSpPr>
            <a:spLocks noGrp="1"/>
          </p:cNvSpPr>
          <p:nvPr>
            <p:ph type="dt" sz="half" idx="10"/>
          </p:nvPr>
        </p:nvSpPr>
        <p:spPr/>
        <p:txBody>
          <a:bodyPr/>
          <a:lstStyle/>
          <a:p>
            <a:fld id="{685A48F5-4720-4E72-9BE0-60A65680E518}" type="datetimeFigureOut">
              <a:rPr lang="en-US" smtClean="0"/>
              <a:t>9/15/2021</a:t>
            </a:fld>
            <a:endParaRPr lang="en-US"/>
          </a:p>
        </p:txBody>
      </p:sp>
      <p:sp>
        <p:nvSpPr>
          <p:cNvPr id="6" name="Footer Placeholder 5">
            <a:extLst>
              <a:ext uri="{FF2B5EF4-FFF2-40B4-BE49-F238E27FC236}">
                <a16:creationId xmlns:a16="http://schemas.microsoft.com/office/drawing/2014/main" id="{A0378D75-586A-435B-AEB3-3B663B057AF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A3D7D3-8D4E-4C0C-93BA-6805456BB9ED}"/>
              </a:ext>
            </a:extLst>
          </p:cNvPr>
          <p:cNvSpPr>
            <a:spLocks noGrp="1"/>
          </p:cNvSpPr>
          <p:nvPr>
            <p:ph type="sldNum" sz="quarter" idx="12"/>
          </p:nvPr>
        </p:nvSpPr>
        <p:spPr/>
        <p:txBody>
          <a:bodyPr/>
          <a:lstStyle/>
          <a:p>
            <a:fld id="{1E3A991B-FBDD-4339-A602-F29DCEBE7F2E}" type="slidenum">
              <a:rPr lang="en-US" smtClean="0"/>
              <a:t>‹#›</a:t>
            </a:fld>
            <a:endParaRPr lang="en-US"/>
          </a:p>
        </p:txBody>
      </p:sp>
    </p:spTree>
    <p:extLst>
      <p:ext uri="{BB962C8B-B14F-4D97-AF65-F5344CB8AC3E}">
        <p14:creationId xmlns:p14="http://schemas.microsoft.com/office/powerpoint/2010/main" val="41404451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86861-86FD-46D3-8C4A-BD8F8739CF2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48C41C9-0E4E-4630-AD3A-F9C01112463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479CB1-9562-4BE1-B3DF-73F80ED0F05D}"/>
              </a:ext>
            </a:extLst>
          </p:cNvPr>
          <p:cNvSpPr>
            <a:spLocks noGrp="1"/>
          </p:cNvSpPr>
          <p:nvPr>
            <p:ph type="dt" sz="half" idx="10"/>
          </p:nvPr>
        </p:nvSpPr>
        <p:spPr/>
        <p:txBody>
          <a:bodyPr/>
          <a:lstStyle/>
          <a:p>
            <a:fld id="{685A48F5-4720-4E72-9BE0-60A65680E518}" type="datetimeFigureOut">
              <a:rPr lang="en-US" smtClean="0"/>
              <a:t>9/15/2021</a:t>
            </a:fld>
            <a:endParaRPr lang="en-US"/>
          </a:p>
        </p:txBody>
      </p:sp>
      <p:sp>
        <p:nvSpPr>
          <p:cNvPr id="5" name="Footer Placeholder 4">
            <a:extLst>
              <a:ext uri="{FF2B5EF4-FFF2-40B4-BE49-F238E27FC236}">
                <a16:creationId xmlns:a16="http://schemas.microsoft.com/office/drawing/2014/main" id="{F63F8E2C-7661-4D7C-84B6-9613A552DE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B337A5-7C23-45ED-A420-AFC1BDEB366E}"/>
              </a:ext>
            </a:extLst>
          </p:cNvPr>
          <p:cNvSpPr>
            <a:spLocks noGrp="1"/>
          </p:cNvSpPr>
          <p:nvPr>
            <p:ph type="sldNum" sz="quarter" idx="12"/>
          </p:nvPr>
        </p:nvSpPr>
        <p:spPr/>
        <p:txBody>
          <a:bodyPr/>
          <a:lstStyle/>
          <a:p>
            <a:fld id="{1E3A991B-FBDD-4339-A602-F29DCEBE7F2E}" type="slidenum">
              <a:rPr lang="en-US" smtClean="0"/>
              <a:t>‹#›</a:t>
            </a:fld>
            <a:endParaRPr lang="en-US"/>
          </a:p>
        </p:txBody>
      </p:sp>
    </p:spTree>
    <p:extLst>
      <p:ext uri="{BB962C8B-B14F-4D97-AF65-F5344CB8AC3E}">
        <p14:creationId xmlns:p14="http://schemas.microsoft.com/office/powerpoint/2010/main" val="19181832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7581C5C-90C6-4213-9929-35460CC0E9E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B25DB24-352A-43EE-BF2B-4B92429C672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B6E31F-E745-417D-96CF-F813DB47BAA0}"/>
              </a:ext>
            </a:extLst>
          </p:cNvPr>
          <p:cNvSpPr>
            <a:spLocks noGrp="1"/>
          </p:cNvSpPr>
          <p:nvPr>
            <p:ph type="dt" sz="half" idx="10"/>
          </p:nvPr>
        </p:nvSpPr>
        <p:spPr/>
        <p:txBody>
          <a:bodyPr/>
          <a:lstStyle/>
          <a:p>
            <a:fld id="{685A48F5-4720-4E72-9BE0-60A65680E518}" type="datetimeFigureOut">
              <a:rPr lang="en-US" smtClean="0"/>
              <a:t>9/15/2021</a:t>
            </a:fld>
            <a:endParaRPr lang="en-US"/>
          </a:p>
        </p:txBody>
      </p:sp>
      <p:sp>
        <p:nvSpPr>
          <p:cNvPr id="5" name="Footer Placeholder 4">
            <a:extLst>
              <a:ext uri="{FF2B5EF4-FFF2-40B4-BE49-F238E27FC236}">
                <a16:creationId xmlns:a16="http://schemas.microsoft.com/office/drawing/2014/main" id="{3EE4D048-BFA9-4C3F-8E7F-5A04C24917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4F8832-E1F7-428C-9C5E-4EDA77C09F4A}"/>
              </a:ext>
            </a:extLst>
          </p:cNvPr>
          <p:cNvSpPr>
            <a:spLocks noGrp="1"/>
          </p:cNvSpPr>
          <p:nvPr>
            <p:ph type="sldNum" sz="quarter" idx="12"/>
          </p:nvPr>
        </p:nvSpPr>
        <p:spPr/>
        <p:txBody>
          <a:bodyPr/>
          <a:lstStyle/>
          <a:p>
            <a:fld id="{1E3A991B-FBDD-4339-A602-F29DCEBE7F2E}" type="slidenum">
              <a:rPr lang="en-US" smtClean="0"/>
              <a:t>‹#›</a:t>
            </a:fld>
            <a:endParaRPr lang="en-US"/>
          </a:p>
        </p:txBody>
      </p:sp>
    </p:spTree>
    <p:extLst>
      <p:ext uri="{BB962C8B-B14F-4D97-AF65-F5344CB8AC3E}">
        <p14:creationId xmlns:p14="http://schemas.microsoft.com/office/powerpoint/2010/main" val="31808220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Contents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24979964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E6D6F93-6FDF-4426-9952-14A26626E76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9F8CDEE-2564-4A48-A6AE-B4267AB94B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56B168-9AF9-46D3-A943-488DA535DEF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85A48F5-4720-4E72-9BE0-60A65680E518}" type="datetimeFigureOut">
              <a:rPr lang="en-US" smtClean="0"/>
              <a:t>9/15/2021</a:t>
            </a:fld>
            <a:endParaRPr lang="en-US"/>
          </a:p>
        </p:txBody>
      </p:sp>
      <p:sp>
        <p:nvSpPr>
          <p:cNvPr id="5" name="Footer Placeholder 4">
            <a:extLst>
              <a:ext uri="{FF2B5EF4-FFF2-40B4-BE49-F238E27FC236}">
                <a16:creationId xmlns:a16="http://schemas.microsoft.com/office/drawing/2014/main" id="{27CA7723-1DC3-4BA8-87A4-36C9907B358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BFB9CAE-CE0B-4F9B-AFE8-36EF8BF3DBD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E3A991B-FBDD-4339-A602-F29DCEBE7F2E}" type="slidenum">
              <a:rPr lang="en-US" smtClean="0"/>
              <a:t>‹#›</a:t>
            </a:fld>
            <a:endParaRPr lang="en-US"/>
          </a:p>
        </p:txBody>
      </p:sp>
    </p:spTree>
    <p:extLst>
      <p:ext uri="{BB962C8B-B14F-4D97-AF65-F5344CB8AC3E}">
        <p14:creationId xmlns:p14="http://schemas.microsoft.com/office/powerpoint/2010/main" val="3024305187"/>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AAF1E5F-AE49-4BFB-A904-4DB64475F41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1633" y="76169"/>
            <a:ext cx="5304739" cy="556996"/>
          </a:xfrm>
          <a:prstGeom prst="rect">
            <a:avLst/>
          </a:prstGeom>
        </p:spPr>
      </p:pic>
      <p:pic>
        <p:nvPicPr>
          <p:cNvPr id="2" name="Picture 2" descr="ペットと避難している人たちのイラスト">
            <a:extLst>
              <a:ext uri="{FF2B5EF4-FFF2-40B4-BE49-F238E27FC236}">
                <a16:creationId xmlns:a16="http://schemas.microsoft.com/office/drawing/2014/main" id="{A4E34955-B981-45EA-BD27-FB70B41411A5}"/>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27472" y="1282012"/>
            <a:ext cx="4614130" cy="4614130"/>
          </a:xfrm>
          <a:prstGeom prst="rect">
            <a:avLst/>
          </a:prstGeom>
          <a:noFill/>
          <a:extLst>
            <a:ext uri="{909E8E84-426E-40DD-AFC4-6F175D3DCCD1}">
              <a14:hiddenFill xmlns:a14="http://schemas.microsoft.com/office/drawing/2010/main">
                <a:solidFill>
                  <a:srgbClr val="FFFFFF"/>
                </a:solidFill>
              </a14:hiddenFill>
            </a:ext>
          </a:extLst>
        </p:spPr>
      </p:pic>
      <p:sp>
        <p:nvSpPr>
          <p:cNvPr id="7" name="Title 6">
            <a:extLst>
              <a:ext uri="{FF2B5EF4-FFF2-40B4-BE49-F238E27FC236}">
                <a16:creationId xmlns:a16="http://schemas.microsoft.com/office/drawing/2014/main" id="{CC93BCF8-1575-47FE-83D7-E49D028334FA}"/>
              </a:ext>
            </a:extLst>
          </p:cNvPr>
          <p:cNvSpPr>
            <a:spLocks noGrp="1"/>
          </p:cNvSpPr>
          <p:nvPr>
            <p:ph type="title"/>
          </p:nvPr>
        </p:nvSpPr>
        <p:spPr>
          <a:xfrm>
            <a:off x="6697928" y="1702959"/>
            <a:ext cx="4558191" cy="1283186"/>
          </a:xfrm>
          <a:solidFill>
            <a:srgbClr val="5E9C53"/>
          </a:solidFill>
        </p:spPr>
        <p:txBody>
          <a:bodyPr>
            <a:normAutofit/>
          </a:bodyPr>
          <a:lstStyle/>
          <a:p>
            <a:pPr algn="ctr"/>
            <a:r>
              <a:rPr lang="ja-JP" altLang="en-US" sz="6000" b="1" dirty="0">
                <a:solidFill>
                  <a:srgbClr val="FF0000"/>
                </a:solidFill>
              </a:rPr>
              <a:t>第</a:t>
            </a:r>
            <a:r>
              <a:rPr lang="vi-VN" altLang="ja-JP" sz="6000" b="1" dirty="0">
                <a:solidFill>
                  <a:srgbClr val="FF0000"/>
                </a:solidFill>
              </a:rPr>
              <a:t>5</a:t>
            </a:r>
            <a:r>
              <a:rPr lang="ja-JP" altLang="en-US" sz="6000" b="1" dirty="0">
                <a:solidFill>
                  <a:srgbClr val="FF0000"/>
                </a:solidFill>
              </a:rPr>
              <a:t>課</a:t>
            </a:r>
            <a:endParaRPr lang="en-US" sz="6000" b="1" dirty="0">
              <a:solidFill>
                <a:srgbClr val="FF0000"/>
              </a:solidFill>
            </a:endParaRPr>
          </a:p>
        </p:txBody>
      </p:sp>
      <p:sp>
        <p:nvSpPr>
          <p:cNvPr id="8" name="Content Placeholder 7">
            <a:extLst>
              <a:ext uri="{FF2B5EF4-FFF2-40B4-BE49-F238E27FC236}">
                <a16:creationId xmlns:a16="http://schemas.microsoft.com/office/drawing/2014/main" id="{1F42536D-8522-415B-8140-96FCF821CC3B}"/>
              </a:ext>
            </a:extLst>
          </p:cNvPr>
          <p:cNvSpPr>
            <a:spLocks noGrp="1"/>
          </p:cNvSpPr>
          <p:nvPr>
            <p:ph idx="1"/>
          </p:nvPr>
        </p:nvSpPr>
        <p:spPr>
          <a:xfrm>
            <a:off x="6691056" y="3234881"/>
            <a:ext cx="4558191" cy="2819365"/>
          </a:xfrm>
          <a:solidFill>
            <a:schemeClr val="accent2">
              <a:lumMod val="20000"/>
              <a:lumOff val="80000"/>
            </a:schemeClr>
          </a:solidFill>
        </p:spPr>
        <p:txBody>
          <a:bodyPr anchor="t">
            <a:normAutofit/>
          </a:bodyPr>
          <a:lstStyle/>
          <a:p>
            <a:pPr marL="0" indent="0">
              <a:buNone/>
            </a:pPr>
            <a:endParaRPr lang="en-US" altLang="ja-JP" sz="2400" b="1" dirty="0">
              <a:solidFill>
                <a:srgbClr val="FEFFFF"/>
              </a:solidFill>
            </a:endParaRPr>
          </a:p>
          <a:p>
            <a:pPr marL="0" indent="0" algn="ctr">
              <a:buNone/>
            </a:pPr>
            <a:r>
              <a:rPr lang="ja-JP" altLang="en-US" sz="6000" b="1" dirty="0">
                <a:solidFill>
                  <a:srgbClr val="FF0000"/>
                </a:solidFill>
              </a:rPr>
              <a:t>緊急事態</a:t>
            </a:r>
            <a:endParaRPr lang="en-US" sz="6000" b="1" dirty="0">
              <a:solidFill>
                <a:srgbClr val="FF0000"/>
              </a:solidFill>
            </a:endParaRPr>
          </a:p>
        </p:txBody>
      </p:sp>
    </p:spTree>
    <p:extLst>
      <p:ext uri="{BB962C8B-B14F-4D97-AF65-F5344CB8AC3E}">
        <p14:creationId xmlns:p14="http://schemas.microsoft.com/office/powerpoint/2010/main" val="18090377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Right Arrow 31">
            <a:extLst>
              <a:ext uri="{FF2B5EF4-FFF2-40B4-BE49-F238E27FC236}">
                <a16:creationId xmlns:a16="http://schemas.microsoft.com/office/drawing/2014/main" id="{AF13FB71-FB39-43DD-8C61-DD31CDAF2B18}"/>
              </a:ext>
            </a:extLst>
          </p:cNvPr>
          <p:cNvSpPr/>
          <p:nvPr/>
        </p:nvSpPr>
        <p:spPr>
          <a:xfrm>
            <a:off x="3456782" y="1448955"/>
            <a:ext cx="3588971" cy="941145"/>
          </a:xfrm>
          <a:prstGeom prst="rightArrow">
            <a:avLst>
              <a:gd name="adj1" fmla="val 70149"/>
              <a:gd name="adj2" fmla="val 6627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accent3"/>
              </a:solidFill>
            </a:endParaRPr>
          </a:p>
        </p:txBody>
      </p:sp>
      <p:sp>
        <p:nvSpPr>
          <p:cNvPr id="67" name="Right Arrow 50">
            <a:extLst>
              <a:ext uri="{FF2B5EF4-FFF2-40B4-BE49-F238E27FC236}">
                <a16:creationId xmlns:a16="http://schemas.microsoft.com/office/drawing/2014/main" id="{DA11F572-F2F7-4422-966B-B26E1FC9651E}"/>
              </a:ext>
            </a:extLst>
          </p:cNvPr>
          <p:cNvSpPr/>
          <p:nvPr/>
        </p:nvSpPr>
        <p:spPr>
          <a:xfrm>
            <a:off x="3479640" y="2744422"/>
            <a:ext cx="3566113" cy="941145"/>
          </a:xfrm>
          <a:prstGeom prst="rightArrow">
            <a:avLst>
              <a:gd name="adj1" fmla="val 70149"/>
              <a:gd name="adj2" fmla="val 66274"/>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accent2"/>
              </a:solidFill>
            </a:endParaRPr>
          </a:p>
        </p:txBody>
      </p:sp>
      <p:sp>
        <p:nvSpPr>
          <p:cNvPr id="69" name="Rectangle 68">
            <a:extLst>
              <a:ext uri="{FF2B5EF4-FFF2-40B4-BE49-F238E27FC236}">
                <a16:creationId xmlns:a16="http://schemas.microsoft.com/office/drawing/2014/main" id="{95BED15D-0C26-48BE-B68B-62AD18DD1C26}"/>
              </a:ext>
            </a:extLst>
          </p:cNvPr>
          <p:cNvSpPr/>
          <p:nvPr/>
        </p:nvSpPr>
        <p:spPr>
          <a:xfrm>
            <a:off x="3456780" y="247567"/>
            <a:ext cx="45719" cy="6876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70" name="TextBox 69">
            <a:extLst>
              <a:ext uri="{FF2B5EF4-FFF2-40B4-BE49-F238E27FC236}">
                <a16:creationId xmlns:a16="http://schemas.microsoft.com/office/drawing/2014/main" id="{50D9759D-D2A1-4776-9FE3-C180179E2D07}"/>
              </a:ext>
            </a:extLst>
          </p:cNvPr>
          <p:cNvSpPr txBox="1"/>
          <p:nvPr/>
        </p:nvSpPr>
        <p:spPr>
          <a:xfrm>
            <a:off x="1998813" y="1725035"/>
            <a:ext cx="1313180" cy="523220"/>
          </a:xfrm>
          <a:prstGeom prst="rect">
            <a:avLst/>
          </a:prstGeom>
          <a:noFill/>
        </p:spPr>
        <p:txBody>
          <a:bodyPr wrap="square" rtlCol="0" anchor="ctr">
            <a:spAutoFit/>
          </a:bodyPr>
          <a:lstStyle/>
          <a:p>
            <a:pPr algn="ctr"/>
            <a:r>
              <a:rPr lang="en-US" altLang="ko-KR" sz="2800" b="1">
                <a:solidFill>
                  <a:schemeClr val="bg1"/>
                </a:solidFill>
              </a:rPr>
              <a:t>1</a:t>
            </a:r>
            <a:endParaRPr lang="ko-KR" altLang="en-US" sz="2800" b="1" dirty="0">
              <a:solidFill>
                <a:schemeClr val="bg1"/>
              </a:solidFill>
            </a:endParaRPr>
          </a:p>
        </p:txBody>
      </p:sp>
      <p:sp>
        <p:nvSpPr>
          <p:cNvPr id="71" name="TextBox 70">
            <a:extLst>
              <a:ext uri="{FF2B5EF4-FFF2-40B4-BE49-F238E27FC236}">
                <a16:creationId xmlns:a16="http://schemas.microsoft.com/office/drawing/2014/main" id="{645780F6-BE70-4CDD-8B06-0F7CB32B539B}"/>
              </a:ext>
            </a:extLst>
          </p:cNvPr>
          <p:cNvSpPr txBox="1"/>
          <p:nvPr/>
        </p:nvSpPr>
        <p:spPr>
          <a:xfrm>
            <a:off x="1880987" y="2691775"/>
            <a:ext cx="1313180" cy="523220"/>
          </a:xfrm>
          <a:prstGeom prst="rect">
            <a:avLst/>
          </a:prstGeom>
          <a:noFill/>
        </p:spPr>
        <p:txBody>
          <a:bodyPr wrap="square" rtlCol="0" anchor="ctr">
            <a:spAutoFit/>
          </a:bodyPr>
          <a:lstStyle/>
          <a:p>
            <a:pPr algn="ctr"/>
            <a:r>
              <a:rPr lang="en-US" altLang="ko-KR" sz="2800" b="1">
                <a:solidFill>
                  <a:schemeClr val="bg1"/>
                </a:solidFill>
              </a:rPr>
              <a:t>2</a:t>
            </a:r>
            <a:endParaRPr lang="ko-KR" altLang="en-US" sz="2800" b="1" dirty="0">
              <a:solidFill>
                <a:schemeClr val="bg1"/>
              </a:solidFill>
            </a:endParaRPr>
          </a:p>
        </p:txBody>
      </p:sp>
      <p:sp>
        <p:nvSpPr>
          <p:cNvPr id="72" name="TextBox 71">
            <a:extLst>
              <a:ext uri="{FF2B5EF4-FFF2-40B4-BE49-F238E27FC236}">
                <a16:creationId xmlns:a16="http://schemas.microsoft.com/office/drawing/2014/main" id="{2813E2F9-8AD4-456C-8DAF-D78D64C46E53}"/>
              </a:ext>
            </a:extLst>
          </p:cNvPr>
          <p:cNvSpPr txBox="1"/>
          <p:nvPr/>
        </p:nvSpPr>
        <p:spPr>
          <a:xfrm>
            <a:off x="1880987" y="3658515"/>
            <a:ext cx="1313180" cy="523220"/>
          </a:xfrm>
          <a:prstGeom prst="rect">
            <a:avLst/>
          </a:prstGeom>
          <a:noFill/>
        </p:spPr>
        <p:txBody>
          <a:bodyPr wrap="square" rtlCol="0" anchor="ctr">
            <a:spAutoFit/>
          </a:bodyPr>
          <a:lstStyle/>
          <a:p>
            <a:pPr algn="ctr"/>
            <a:r>
              <a:rPr lang="en-US" altLang="ko-KR" sz="2800" b="1">
                <a:solidFill>
                  <a:schemeClr val="bg1"/>
                </a:solidFill>
              </a:rPr>
              <a:t>3</a:t>
            </a:r>
            <a:endParaRPr lang="ko-KR" altLang="en-US" sz="2800" b="1" dirty="0">
              <a:solidFill>
                <a:schemeClr val="bg1"/>
              </a:solidFill>
            </a:endParaRPr>
          </a:p>
        </p:txBody>
      </p:sp>
      <p:sp>
        <p:nvSpPr>
          <p:cNvPr id="73" name="TextBox 72">
            <a:extLst>
              <a:ext uri="{FF2B5EF4-FFF2-40B4-BE49-F238E27FC236}">
                <a16:creationId xmlns:a16="http://schemas.microsoft.com/office/drawing/2014/main" id="{BCCBE81C-AF3F-48C4-ABD1-0165CF397291}"/>
              </a:ext>
            </a:extLst>
          </p:cNvPr>
          <p:cNvSpPr txBox="1"/>
          <p:nvPr/>
        </p:nvSpPr>
        <p:spPr>
          <a:xfrm>
            <a:off x="1880987" y="4638405"/>
            <a:ext cx="1313180" cy="523220"/>
          </a:xfrm>
          <a:prstGeom prst="rect">
            <a:avLst/>
          </a:prstGeom>
          <a:noFill/>
        </p:spPr>
        <p:txBody>
          <a:bodyPr wrap="square" rtlCol="0" anchor="ctr">
            <a:spAutoFit/>
          </a:bodyPr>
          <a:lstStyle/>
          <a:p>
            <a:pPr algn="ctr"/>
            <a:r>
              <a:rPr lang="en-US" altLang="ko-KR" sz="2800" b="1">
                <a:solidFill>
                  <a:schemeClr val="bg1"/>
                </a:solidFill>
              </a:rPr>
              <a:t>4</a:t>
            </a:r>
            <a:endParaRPr lang="ko-KR" altLang="en-US" sz="2800" b="1" dirty="0">
              <a:solidFill>
                <a:schemeClr val="bg1"/>
              </a:solidFill>
            </a:endParaRPr>
          </a:p>
        </p:txBody>
      </p:sp>
      <p:sp>
        <p:nvSpPr>
          <p:cNvPr id="74" name="TextBox 73">
            <a:extLst>
              <a:ext uri="{FF2B5EF4-FFF2-40B4-BE49-F238E27FC236}">
                <a16:creationId xmlns:a16="http://schemas.microsoft.com/office/drawing/2014/main" id="{8282BA71-423F-4FAD-A715-7A62D8245FB8}"/>
              </a:ext>
            </a:extLst>
          </p:cNvPr>
          <p:cNvSpPr txBox="1"/>
          <p:nvPr/>
        </p:nvSpPr>
        <p:spPr>
          <a:xfrm>
            <a:off x="1880987" y="5591997"/>
            <a:ext cx="1313180" cy="523220"/>
          </a:xfrm>
          <a:prstGeom prst="rect">
            <a:avLst/>
          </a:prstGeom>
          <a:noFill/>
        </p:spPr>
        <p:txBody>
          <a:bodyPr wrap="square" rtlCol="0" anchor="ctr">
            <a:spAutoFit/>
          </a:bodyPr>
          <a:lstStyle/>
          <a:p>
            <a:pPr algn="ctr"/>
            <a:r>
              <a:rPr lang="en-US" altLang="ko-KR" sz="2800" b="1">
                <a:solidFill>
                  <a:schemeClr val="bg1"/>
                </a:solidFill>
              </a:rPr>
              <a:t>5</a:t>
            </a:r>
            <a:endParaRPr lang="ko-KR" altLang="en-US" sz="2800" b="1" dirty="0">
              <a:solidFill>
                <a:schemeClr val="bg1"/>
              </a:solidFill>
            </a:endParaRPr>
          </a:p>
        </p:txBody>
      </p:sp>
      <p:sp>
        <p:nvSpPr>
          <p:cNvPr id="76" name="TextBox 75">
            <a:extLst>
              <a:ext uri="{FF2B5EF4-FFF2-40B4-BE49-F238E27FC236}">
                <a16:creationId xmlns:a16="http://schemas.microsoft.com/office/drawing/2014/main" id="{5488B2A3-09E1-4ED9-8CB5-A06EA337ED44}"/>
              </a:ext>
            </a:extLst>
          </p:cNvPr>
          <p:cNvSpPr txBox="1"/>
          <p:nvPr/>
        </p:nvSpPr>
        <p:spPr>
          <a:xfrm>
            <a:off x="3584853" y="3001956"/>
            <a:ext cx="4021646" cy="584775"/>
          </a:xfrm>
          <a:prstGeom prst="rect">
            <a:avLst/>
          </a:prstGeom>
          <a:noFill/>
        </p:spPr>
        <p:txBody>
          <a:bodyPr wrap="square" rtlCol="0">
            <a:spAutoFit/>
          </a:bodyPr>
          <a:lstStyle/>
          <a:p>
            <a:r>
              <a:rPr lang="ja-JP" altLang="en-US" sz="3200" b="1" dirty="0">
                <a:solidFill>
                  <a:srgbClr val="5E9C53"/>
                </a:solidFill>
                <a:cs typeface="Arial" pitchFamily="34" charset="0"/>
              </a:rPr>
              <a:t>読解練習</a:t>
            </a:r>
            <a:endParaRPr lang="ko-KR" altLang="en-US" sz="3200" b="1" dirty="0">
              <a:solidFill>
                <a:srgbClr val="5E9C53"/>
              </a:solidFill>
              <a:cs typeface="Arial" pitchFamily="34" charset="0"/>
            </a:endParaRPr>
          </a:p>
        </p:txBody>
      </p:sp>
      <p:sp>
        <p:nvSpPr>
          <p:cNvPr id="90" name="Text Placeholder 1">
            <a:extLst>
              <a:ext uri="{FF2B5EF4-FFF2-40B4-BE49-F238E27FC236}">
                <a16:creationId xmlns:a16="http://schemas.microsoft.com/office/drawing/2014/main" id="{A5B4DECC-1281-46B0-9065-19B46646F737}"/>
              </a:ext>
            </a:extLst>
          </p:cNvPr>
          <p:cNvSpPr txBox="1">
            <a:spLocks/>
          </p:cNvSpPr>
          <p:nvPr/>
        </p:nvSpPr>
        <p:spPr>
          <a:xfrm>
            <a:off x="4063636" y="339509"/>
            <a:ext cx="7833090" cy="724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5400"/>
              <a:t>I</a:t>
            </a:r>
            <a:endParaRPr lang="en-US" sz="5400" dirty="0"/>
          </a:p>
        </p:txBody>
      </p:sp>
      <p:sp>
        <p:nvSpPr>
          <p:cNvPr id="2" name="TextBox 1">
            <a:extLst>
              <a:ext uri="{FF2B5EF4-FFF2-40B4-BE49-F238E27FC236}">
                <a16:creationId xmlns:a16="http://schemas.microsoft.com/office/drawing/2014/main" id="{5EF6DCCE-80F6-4D0D-97C7-067D35D1D426}"/>
              </a:ext>
            </a:extLst>
          </p:cNvPr>
          <p:cNvSpPr txBox="1"/>
          <p:nvPr/>
        </p:nvSpPr>
        <p:spPr>
          <a:xfrm>
            <a:off x="3765113" y="137201"/>
            <a:ext cx="3853157" cy="923330"/>
          </a:xfrm>
          <a:prstGeom prst="rect">
            <a:avLst/>
          </a:prstGeom>
          <a:solidFill>
            <a:srgbClr val="5E9C53"/>
          </a:solidFill>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vi-VN" altLang="ja-JP" sz="5400" dirty="0">
                <a:solidFill>
                  <a:srgbClr val="A11D2B"/>
                </a:solidFill>
              </a:rPr>
              <a:t>SLOT 57</a:t>
            </a:r>
            <a:endParaRPr lang="en-US" sz="4000" dirty="0">
              <a:solidFill>
                <a:srgbClr val="A11D2B"/>
              </a:solidFill>
            </a:endParaRPr>
          </a:p>
        </p:txBody>
      </p:sp>
      <p:sp>
        <p:nvSpPr>
          <p:cNvPr id="34" name="TextBox 33">
            <a:extLst>
              <a:ext uri="{FF2B5EF4-FFF2-40B4-BE49-F238E27FC236}">
                <a16:creationId xmlns:a16="http://schemas.microsoft.com/office/drawing/2014/main" id="{01D98E79-DCBD-40D8-91C0-33E95A32483A}"/>
              </a:ext>
            </a:extLst>
          </p:cNvPr>
          <p:cNvSpPr txBox="1"/>
          <p:nvPr/>
        </p:nvSpPr>
        <p:spPr>
          <a:xfrm>
            <a:off x="3616740" y="1675612"/>
            <a:ext cx="3566113" cy="523220"/>
          </a:xfrm>
          <a:prstGeom prst="rect">
            <a:avLst/>
          </a:prstGeom>
          <a:noFill/>
        </p:spPr>
        <p:txBody>
          <a:bodyPr wrap="square" rtlCol="0">
            <a:spAutoFit/>
          </a:bodyPr>
          <a:lstStyle/>
          <a:p>
            <a:r>
              <a:rPr lang="ja-JP" altLang="en-US" sz="2800" dirty="0">
                <a:solidFill>
                  <a:srgbClr val="1A1E3B"/>
                </a:solidFill>
                <a:cs typeface="Arial" pitchFamily="34" charset="0"/>
              </a:rPr>
              <a:t>知って楽しむ　</a:t>
            </a:r>
            <a:r>
              <a:rPr lang="vi-VN" altLang="ja-JP" sz="2800" dirty="0">
                <a:solidFill>
                  <a:srgbClr val="1A1E3B"/>
                </a:solidFill>
                <a:cs typeface="Arial" pitchFamily="34" charset="0"/>
              </a:rPr>
              <a:t>(72)</a:t>
            </a:r>
            <a:endParaRPr lang="ko-KR" altLang="en-US" sz="2800" dirty="0">
              <a:solidFill>
                <a:srgbClr val="1A1E3B"/>
              </a:solidFill>
              <a:cs typeface="Arial" pitchFamily="34" charset="0"/>
            </a:endParaRPr>
          </a:p>
        </p:txBody>
      </p:sp>
    </p:spTree>
    <p:extLst>
      <p:ext uri="{BB962C8B-B14F-4D97-AF65-F5344CB8AC3E}">
        <p14:creationId xmlns:p14="http://schemas.microsoft.com/office/powerpoint/2010/main" val="11538168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1D250FC1-744B-4E14-B388-E489C89F2C7C}"/>
              </a:ext>
            </a:extLst>
          </p:cNvPr>
          <p:cNvSpPr txBox="1"/>
          <p:nvPr/>
        </p:nvSpPr>
        <p:spPr>
          <a:xfrm>
            <a:off x="4620126" y="1990583"/>
            <a:ext cx="3473117" cy="769441"/>
          </a:xfrm>
          <a:prstGeom prst="rect">
            <a:avLst/>
          </a:prstGeom>
          <a:noFill/>
        </p:spPr>
        <p:txBody>
          <a:bodyPr wrap="square" rtlCol="0">
            <a:spAutoFit/>
          </a:bodyPr>
          <a:lstStyle/>
          <a:p>
            <a:pPr algn="ctr"/>
            <a:r>
              <a:rPr lang="ja-JP" altLang="en-US" sz="4400" b="1" dirty="0">
                <a:ln w="22225">
                  <a:solidFill>
                    <a:schemeClr val="accent2"/>
                  </a:solidFill>
                  <a:prstDash val="solid"/>
                </a:ln>
                <a:solidFill>
                  <a:schemeClr val="accent2">
                    <a:lumMod val="40000"/>
                    <a:lumOff val="60000"/>
                  </a:schemeClr>
                </a:solidFill>
              </a:rPr>
              <a:t>テーマ</a:t>
            </a:r>
            <a:endParaRPr lang="en-US" sz="4400" b="1" dirty="0">
              <a:ln w="22225">
                <a:solidFill>
                  <a:schemeClr val="accent2"/>
                </a:solidFill>
                <a:prstDash val="solid"/>
              </a:ln>
              <a:solidFill>
                <a:schemeClr val="accent2">
                  <a:lumMod val="40000"/>
                  <a:lumOff val="60000"/>
                </a:schemeClr>
              </a:solidFill>
            </a:endParaRPr>
          </a:p>
        </p:txBody>
      </p:sp>
      <p:sp>
        <p:nvSpPr>
          <p:cNvPr id="16" name="Slide Number Placeholder 15">
            <a:extLst>
              <a:ext uri="{FF2B5EF4-FFF2-40B4-BE49-F238E27FC236}">
                <a16:creationId xmlns:a16="http://schemas.microsoft.com/office/drawing/2014/main" id="{A579B8B8-D585-4527-B99D-627C3114C10C}"/>
              </a:ext>
            </a:extLst>
          </p:cNvPr>
          <p:cNvSpPr>
            <a:spLocks noGrp="1"/>
          </p:cNvSpPr>
          <p:nvPr>
            <p:ph type="sldNum" sz="quarter" idx="12"/>
          </p:nvPr>
        </p:nvSpPr>
        <p:spPr/>
        <p:txBody>
          <a:bodyPr/>
          <a:lstStyle/>
          <a:p>
            <a:fld id="{E5B29C50-D6F1-4DB6-9B68-F4CD3996E9CF}" type="slidenum">
              <a:rPr lang="en-US" smtClean="0"/>
              <a:t>3</a:t>
            </a:fld>
            <a:endParaRPr lang="en-US"/>
          </a:p>
        </p:txBody>
      </p:sp>
      <p:sp>
        <p:nvSpPr>
          <p:cNvPr id="8" name="Rectangle: Rounded Corners 7">
            <a:extLst>
              <a:ext uri="{FF2B5EF4-FFF2-40B4-BE49-F238E27FC236}">
                <a16:creationId xmlns:a16="http://schemas.microsoft.com/office/drawing/2014/main" id="{886FE98E-F50F-4D70-9056-58B30A09147C}"/>
              </a:ext>
            </a:extLst>
          </p:cNvPr>
          <p:cNvSpPr/>
          <p:nvPr/>
        </p:nvSpPr>
        <p:spPr>
          <a:xfrm>
            <a:off x="878305" y="3069971"/>
            <a:ext cx="10672011" cy="2813471"/>
          </a:xfrm>
          <a:prstGeom prst="round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00000"/>
              </a:lnSpc>
            </a:pPr>
            <a:r>
              <a:rPr lang="ja-JP" altLang="en-US" sz="5400" dirty="0">
                <a:solidFill>
                  <a:srgbClr val="FF0000"/>
                </a:solidFill>
              </a:rPr>
              <a:t>防 災 公園を知っていますか</a:t>
            </a:r>
            <a:endParaRPr lang="en-US" sz="5400" dirty="0">
              <a:solidFill>
                <a:srgbClr val="FF0000"/>
              </a:solidFill>
            </a:endParaRPr>
          </a:p>
        </p:txBody>
      </p:sp>
      <p:sp>
        <p:nvSpPr>
          <p:cNvPr id="12" name="Scroll: Horizontal 11">
            <a:extLst>
              <a:ext uri="{FF2B5EF4-FFF2-40B4-BE49-F238E27FC236}">
                <a16:creationId xmlns:a16="http://schemas.microsoft.com/office/drawing/2014/main" id="{D445F4E3-AD2B-4AE0-86B9-BBD810A0A3D3}"/>
              </a:ext>
            </a:extLst>
          </p:cNvPr>
          <p:cNvSpPr/>
          <p:nvPr/>
        </p:nvSpPr>
        <p:spPr>
          <a:xfrm>
            <a:off x="3868801" y="7995"/>
            <a:ext cx="5101680" cy="1611086"/>
          </a:xfrm>
          <a:prstGeom prst="horizontalScroll">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4400" b="1" spc="50" dirty="0">
                <a:ln w="0"/>
                <a:solidFill>
                  <a:srgbClr val="FF0000"/>
                </a:solidFill>
                <a:effectLst>
                  <a:innerShdw blurRad="63500" dist="50800" dir="13500000">
                    <a:srgbClr val="000000">
                      <a:alpha val="50000"/>
                    </a:srgbClr>
                  </a:innerShdw>
                </a:effectLst>
              </a:rPr>
              <a:t>知って楽しむ</a:t>
            </a:r>
            <a:endParaRPr lang="en-US" altLang="ja-JP" sz="4400" b="1" spc="50" dirty="0">
              <a:ln w="0"/>
              <a:solidFill>
                <a:srgbClr val="FF0000"/>
              </a:solidFill>
              <a:effectLst>
                <a:innerShdw blurRad="63500" dist="50800" dir="13500000">
                  <a:srgbClr val="000000">
                    <a:alpha val="50000"/>
                  </a:srgbClr>
                </a:innerShdw>
              </a:effectLst>
            </a:endParaRPr>
          </a:p>
          <a:p>
            <a:pPr algn="ctr"/>
            <a:r>
              <a:rPr lang="ja-JP" altLang="en-US" b="1" spc="50" dirty="0">
                <a:ln w="0"/>
                <a:solidFill>
                  <a:schemeClr val="bg2"/>
                </a:solidFill>
                <a:effectLst>
                  <a:innerShdw blurRad="63500" dist="50800" dir="13500000">
                    <a:srgbClr val="000000">
                      <a:alpha val="50000"/>
                    </a:srgbClr>
                  </a:innerShdw>
                </a:effectLst>
              </a:rPr>
              <a:t>（</a:t>
            </a:r>
            <a:r>
              <a:rPr lang="en-US" altLang="ja-JP" b="1" spc="50" dirty="0">
                <a:ln w="0"/>
                <a:solidFill>
                  <a:srgbClr val="FF0000"/>
                </a:solidFill>
                <a:effectLst>
                  <a:innerShdw blurRad="63500" dist="50800" dir="13500000">
                    <a:srgbClr val="000000">
                      <a:alpha val="50000"/>
                    </a:srgbClr>
                  </a:innerShdw>
                </a:effectLst>
              </a:rPr>
              <a:t>72</a:t>
            </a:r>
            <a:r>
              <a:rPr lang="ja-JP" altLang="en-US" b="1" spc="50" dirty="0">
                <a:ln w="0"/>
                <a:solidFill>
                  <a:schemeClr val="bg2"/>
                </a:solidFill>
                <a:effectLst>
                  <a:innerShdw blurRad="63500" dist="50800" dir="13500000">
                    <a:srgbClr val="000000">
                      <a:alpha val="50000"/>
                    </a:srgbClr>
                  </a:innerShdw>
                </a:effectLst>
              </a:rPr>
              <a:t>）</a:t>
            </a:r>
            <a:endParaRPr lang="en-US" b="1" spc="50" dirty="0">
              <a:ln w="0"/>
              <a:solidFill>
                <a:schemeClr val="bg2"/>
              </a:solidFill>
              <a:effectLst>
                <a:innerShdw blurRad="63500" dist="50800" dir="13500000">
                  <a:srgbClr val="000000">
                    <a:alpha val="50000"/>
                  </a:srgbClr>
                </a:innerShdw>
              </a:effectLst>
            </a:endParaRPr>
          </a:p>
        </p:txBody>
      </p:sp>
    </p:spTree>
    <p:extLst>
      <p:ext uri="{BB962C8B-B14F-4D97-AF65-F5344CB8AC3E}">
        <p14:creationId xmlns:p14="http://schemas.microsoft.com/office/powerpoint/2010/main" val="2002009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down)">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arn(inVertical)">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down)">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8" grpId="0" animBg="1"/>
      <p:bldP spid="1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croll: Horizontal 11">
            <a:extLst>
              <a:ext uri="{FF2B5EF4-FFF2-40B4-BE49-F238E27FC236}">
                <a16:creationId xmlns:a16="http://schemas.microsoft.com/office/drawing/2014/main" id="{D445F4E3-AD2B-4AE0-86B9-BBD810A0A3D3}"/>
              </a:ext>
            </a:extLst>
          </p:cNvPr>
          <p:cNvSpPr/>
          <p:nvPr/>
        </p:nvSpPr>
        <p:spPr>
          <a:xfrm>
            <a:off x="464457" y="0"/>
            <a:ext cx="2669423" cy="1314041"/>
          </a:xfrm>
          <a:prstGeom prst="horizontalScroll">
            <a:avLst/>
          </a:prstGeom>
          <a:solidFill>
            <a:srgbClr val="A11D2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3600" b="1" spc="50" dirty="0">
                <a:ln w="0"/>
                <a:solidFill>
                  <a:schemeClr val="bg2"/>
                </a:solidFill>
                <a:effectLst>
                  <a:innerShdw blurRad="63500" dist="50800" dir="13500000">
                    <a:srgbClr val="000000">
                      <a:alpha val="50000"/>
                    </a:srgbClr>
                  </a:innerShdw>
                </a:effectLst>
              </a:rPr>
              <a:t>ことば</a:t>
            </a:r>
            <a:endParaRPr lang="en-US" altLang="ja-JP" sz="3600" b="1" spc="50" dirty="0">
              <a:ln w="0"/>
              <a:solidFill>
                <a:schemeClr val="bg2"/>
              </a:solidFill>
              <a:effectLst>
                <a:innerShdw blurRad="63500" dist="50800" dir="13500000">
                  <a:srgbClr val="000000">
                    <a:alpha val="50000"/>
                  </a:srgbClr>
                </a:innerShdw>
              </a:effectLst>
            </a:endParaRPr>
          </a:p>
        </p:txBody>
      </p:sp>
      <p:graphicFrame>
        <p:nvGraphicFramePr>
          <p:cNvPr id="3" name="Table 3">
            <a:extLst>
              <a:ext uri="{FF2B5EF4-FFF2-40B4-BE49-F238E27FC236}">
                <a16:creationId xmlns:a16="http://schemas.microsoft.com/office/drawing/2014/main" id="{75932E45-BF81-43F0-8C80-F62E61CAFCB4}"/>
              </a:ext>
            </a:extLst>
          </p:cNvPr>
          <p:cNvGraphicFramePr>
            <a:graphicFrameLocks noGrp="1"/>
          </p:cNvGraphicFramePr>
          <p:nvPr>
            <p:extLst>
              <p:ext uri="{D42A27DB-BD31-4B8C-83A1-F6EECF244321}">
                <p14:modId xmlns:p14="http://schemas.microsoft.com/office/powerpoint/2010/main" val="21309588"/>
              </p:ext>
            </p:extLst>
          </p:nvPr>
        </p:nvGraphicFramePr>
        <p:xfrm>
          <a:off x="637674" y="1617057"/>
          <a:ext cx="11044988" cy="4579204"/>
        </p:xfrm>
        <a:graphic>
          <a:graphicData uri="http://schemas.openxmlformats.org/drawingml/2006/table">
            <a:tbl>
              <a:tblPr firstRow="1" bandRow="1">
                <a:tableStyleId>{22838BEF-8BB2-4498-84A7-C5851F593DF1}</a:tableStyleId>
              </a:tblPr>
              <a:tblGrid>
                <a:gridCol w="3212431">
                  <a:extLst>
                    <a:ext uri="{9D8B030D-6E8A-4147-A177-3AD203B41FA5}">
                      <a16:colId xmlns:a16="http://schemas.microsoft.com/office/drawing/2014/main" val="724316686"/>
                    </a:ext>
                  </a:extLst>
                </a:gridCol>
                <a:gridCol w="2228337">
                  <a:extLst>
                    <a:ext uri="{9D8B030D-6E8A-4147-A177-3AD203B41FA5}">
                      <a16:colId xmlns:a16="http://schemas.microsoft.com/office/drawing/2014/main" val="2899876989"/>
                    </a:ext>
                  </a:extLst>
                </a:gridCol>
                <a:gridCol w="2802110">
                  <a:extLst>
                    <a:ext uri="{9D8B030D-6E8A-4147-A177-3AD203B41FA5}">
                      <a16:colId xmlns:a16="http://schemas.microsoft.com/office/drawing/2014/main" val="471814206"/>
                    </a:ext>
                  </a:extLst>
                </a:gridCol>
                <a:gridCol w="2802110">
                  <a:extLst>
                    <a:ext uri="{9D8B030D-6E8A-4147-A177-3AD203B41FA5}">
                      <a16:colId xmlns:a16="http://schemas.microsoft.com/office/drawing/2014/main" val="3629544519"/>
                    </a:ext>
                  </a:extLst>
                </a:gridCol>
              </a:tblGrid>
              <a:tr h="654172">
                <a:tc>
                  <a:txBody>
                    <a:bodyPr/>
                    <a:lstStyle/>
                    <a:p>
                      <a:r>
                        <a:rPr lang="ja-JP" altLang="en-US" sz="3200" b="0" i="0" dirty="0"/>
                        <a:t>防災</a:t>
                      </a:r>
                      <a:endParaRPr lang="en-US" sz="3200" b="0" i="0" dirty="0"/>
                    </a:p>
                  </a:txBody>
                  <a:tcPr/>
                </a:tc>
                <a:tc>
                  <a:txBody>
                    <a:bodyPr/>
                    <a:lstStyle/>
                    <a:p>
                      <a:endParaRPr lang="en-US" sz="3200" dirty="0"/>
                    </a:p>
                  </a:txBody>
                  <a:tcPr/>
                </a:tc>
                <a:tc>
                  <a:txBody>
                    <a:bodyPr/>
                    <a:lstStyle/>
                    <a:p>
                      <a:r>
                        <a:rPr lang="ja-JP" altLang="en-US" sz="3200" b="0" dirty="0"/>
                        <a:t>国土</a:t>
                      </a:r>
                      <a:endParaRPr lang="en-US" sz="3200" b="0" dirty="0"/>
                    </a:p>
                  </a:txBody>
                  <a:tcPr/>
                </a:tc>
                <a:tc>
                  <a:txBody>
                    <a:bodyPr/>
                    <a:lstStyle/>
                    <a:p>
                      <a:endParaRPr lang="en-US" sz="3200"/>
                    </a:p>
                  </a:txBody>
                  <a:tcPr/>
                </a:tc>
                <a:extLst>
                  <a:ext uri="{0D108BD9-81ED-4DB2-BD59-A6C34878D82A}">
                    <a16:rowId xmlns:a16="http://schemas.microsoft.com/office/drawing/2014/main" val="3037963244"/>
                  </a:ext>
                </a:extLst>
              </a:tr>
              <a:tr h="654172">
                <a:tc>
                  <a:txBody>
                    <a:bodyPr/>
                    <a:lstStyle/>
                    <a:p>
                      <a:r>
                        <a:rPr lang="ja-JP" altLang="en-US" sz="3200" dirty="0"/>
                        <a:t>非情</a:t>
                      </a:r>
                      <a:endParaRPr lang="en-US" sz="3200" dirty="0"/>
                    </a:p>
                  </a:txBody>
                  <a:tcPr/>
                </a:tc>
                <a:tc>
                  <a:txBody>
                    <a:bodyPr/>
                    <a:lstStyle/>
                    <a:p>
                      <a:endParaRPr lang="en-US" sz="3200" dirty="0"/>
                    </a:p>
                  </a:txBody>
                  <a:tcPr/>
                </a:tc>
                <a:tc>
                  <a:txBody>
                    <a:bodyPr/>
                    <a:lstStyle/>
                    <a:p>
                      <a:r>
                        <a:rPr lang="ja-JP" altLang="en-US" sz="3200" dirty="0"/>
                        <a:t>持ち出す</a:t>
                      </a:r>
                      <a:endParaRPr lang="en-US" sz="3200" dirty="0"/>
                    </a:p>
                  </a:txBody>
                  <a:tcPr/>
                </a:tc>
                <a:tc>
                  <a:txBody>
                    <a:bodyPr/>
                    <a:lstStyle/>
                    <a:p>
                      <a:endParaRPr lang="en-US" sz="3200"/>
                    </a:p>
                  </a:txBody>
                  <a:tcPr/>
                </a:tc>
                <a:extLst>
                  <a:ext uri="{0D108BD9-81ED-4DB2-BD59-A6C34878D82A}">
                    <a16:rowId xmlns:a16="http://schemas.microsoft.com/office/drawing/2014/main" val="963151624"/>
                  </a:ext>
                </a:extLst>
              </a:tr>
              <a:tr h="654172">
                <a:tc>
                  <a:txBody>
                    <a:bodyPr/>
                    <a:lstStyle/>
                    <a:p>
                      <a:r>
                        <a:rPr lang="ja-JP" altLang="en-US" sz="3200" dirty="0"/>
                        <a:t>張る</a:t>
                      </a:r>
                      <a:endParaRPr lang="en-US" sz="3200" dirty="0"/>
                    </a:p>
                  </a:txBody>
                  <a:tcPr/>
                </a:tc>
                <a:tc>
                  <a:txBody>
                    <a:bodyPr/>
                    <a:lstStyle/>
                    <a:p>
                      <a:endParaRPr lang="en-US" sz="3200" dirty="0"/>
                    </a:p>
                  </a:txBody>
                  <a:tcPr/>
                </a:tc>
                <a:tc>
                  <a:txBody>
                    <a:bodyPr/>
                    <a:lstStyle/>
                    <a:p>
                      <a:r>
                        <a:rPr lang="ja-JP" altLang="en-US" sz="3200" dirty="0"/>
                        <a:t>数日</a:t>
                      </a:r>
                      <a:endParaRPr lang="en-US" sz="3200" dirty="0"/>
                    </a:p>
                  </a:txBody>
                  <a:tcPr/>
                </a:tc>
                <a:tc>
                  <a:txBody>
                    <a:bodyPr/>
                    <a:lstStyle/>
                    <a:p>
                      <a:endParaRPr lang="en-US" sz="3200"/>
                    </a:p>
                  </a:txBody>
                  <a:tcPr/>
                </a:tc>
                <a:extLst>
                  <a:ext uri="{0D108BD9-81ED-4DB2-BD59-A6C34878D82A}">
                    <a16:rowId xmlns:a16="http://schemas.microsoft.com/office/drawing/2014/main" val="2932679215"/>
                  </a:ext>
                </a:extLst>
              </a:tr>
              <a:tr h="654172">
                <a:tc>
                  <a:txBody>
                    <a:bodyPr/>
                    <a:lstStyle/>
                    <a:p>
                      <a:r>
                        <a:rPr lang="ja-JP" altLang="en-US" sz="3200" dirty="0"/>
                        <a:t>役割</a:t>
                      </a:r>
                      <a:endParaRPr lang="en-US" sz="3200" dirty="0"/>
                    </a:p>
                  </a:txBody>
                  <a:tcPr/>
                </a:tc>
                <a:tc>
                  <a:txBody>
                    <a:bodyPr/>
                    <a:lstStyle/>
                    <a:p>
                      <a:endParaRPr lang="en-US" sz="3200" dirty="0"/>
                    </a:p>
                  </a:txBody>
                  <a:tcPr/>
                </a:tc>
                <a:tc>
                  <a:txBody>
                    <a:bodyPr/>
                    <a:lstStyle/>
                    <a:p>
                      <a:r>
                        <a:rPr lang="ja-JP" altLang="en-US" sz="3200" dirty="0"/>
                        <a:t>マンホール</a:t>
                      </a:r>
                      <a:endParaRPr lang="en-US" sz="3200" dirty="0"/>
                    </a:p>
                  </a:txBody>
                  <a:tcPr/>
                </a:tc>
                <a:tc>
                  <a:txBody>
                    <a:bodyPr/>
                    <a:lstStyle/>
                    <a:p>
                      <a:endParaRPr lang="en-US" sz="3200" dirty="0"/>
                    </a:p>
                  </a:txBody>
                  <a:tcPr/>
                </a:tc>
                <a:extLst>
                  <a:ext uri="{0D108BD9-81ED-4DB2-BD59-A6C34878D82A}">
                    <a16:rowId xmlns:a16="http://schemas.microsoft.com/office/drawing/2014/main" val="3956541142"/>
                  </a:ext>
                </a:extLst>
              </a:tr>
              <a:tr h="654172">
                <a:tc>
                  <a:txBody>
                    <a:bodyPr/>
                    <a:lstStyle/>
                    <a:p>
                      <a:r>
                        <a:rPr lang="ja-JP" altLang="en-US" sz="3200" dirty="0"/>
                        <a:t>かまど</a:t>
                      </a:r>
                      <a:endParaRPr lang="en-US" sz="3200" dirty="0"/>
                    </a:p>
                  </a:txBody>
                  <a:tcPr/>
                </a:tc>
                <a:tc>
                  <a:txBody>
                    <a:bodyPr/>
                    <a:lstStyle/>
                    <a:p>
                      <a:endParaRPr lang="en-US" sz="3200" dirty="0"/>
                    </a:p>
                  </a:txBody>
                  <a:tcPr/>
                </a:tc>
                <a:tc>
                  <a:txBody>
                    <a:bodyPr/>
                    <a:lstStyle/>
                    <a:p>
                      <a:r>
                        <a:rPr lang="ja-JP" altLang="en-US" sz="3200" dirty="0"/>
                        <a:t>貯水槽</a:t>
                      </a:r>
                      <a:endParaRPr lang="en-US" sz="3200" dirty="0"/>
                    </a:p>
                  </a:txBody>
                  <a:tcPr/>
                </a:tc>
                <a:tc>
                  <a:txBody>
                    <a:bodyPr/>
                    <a:lstStyle/>
                    <a:p>
                      <a:endParaRPr lang="en-US" sz="3200" dirty="0"/>
                    </a:p>
                  </a:txBody>
                  <a:tcPr/>
                </a:tc>
                <a:extLst>
                  <a:ext uri="{0D108BD9-81ED-4DB2-BD59-A6C34878D82A}">
                    <a16:rowId xmlns:a16="http://schemas.microsoft.com/office/drawing/2014/main" val="2734550898"/>
                  </a:ext>
                </a:extLst>
              </a:tr>
              <a:tr h="654172">
                <a:tc>
                  <a:txBody>
                    <a:bodyPr/>
                    <a:lstStyle/>
                    <a:p>
                      <a:r>
                        <a:rPr lang="ja-JP" altLang="en-US" sz="3200" dirty="0"/>
                        <a:t>発展する</a:t>
                      </a:r>
                      <a:endParaRPr lang="en-US" sz="3200" dirty="0"/>
                    </a:p>
                  </a:txBody>
                  <a:tcPr/>
                </a:tc>
                <a:tc>
                  <a:txBody>
                    <a:bodyPr/>
                    <a:lstStyle/>
                    <a:p>
                      <a:endParaRPr lang="en-US" sz="3200" dirty="0"/>
                    </a:p>
                  </a:txBody>
                  <a:tcPr/>
                </a:tc>
                <a:tc>
                  <a:txBody>
                    <a:bodyPr/>
                    <a:lstStyle/>
                    <a:p>
                      <a:r>
                        <a:rPr lang="ja-JP" altLang="en-US" sz="3200" dirty="0"/>
                        <a:t>停電する</a:t>
                      </a:r>
                      <a:endParaRPr lang="en-US" sz="3200" dirty="0"/>
                    </a:p>
                  </a:txBody>
                  <a:tcPr/>
                </a:tc>
                <a:tc>
                  <a:txBody>
                    <a:bodyPr/>
                    <a:lstStyle/>
                    <a:p>
                      <a:endParaRPr lang="en-US" sz="3200"/>
                    </a:p>
                  </a:txBody>
                  <a:tcPr/>
                </a:tc>
                <a:extLst>
                  <a:ext uri="{0D108BD9-81ED-4DB2-BD59-A6C34878D82A}">
                    <a16:rowId xmlns:a16="http://schemas.microsoft.com/office/drawing/2014/main" val="2510170347"/>
                  </a:ext>
                </a:extLst>
              </a:tr>
              <a:tr h="654172">
                <a:tc>
                  <a:txBody>
                    <a:bodyPr/>
                    <a:lstStyle/>
                    <a:p>
                      <a:endParaRPr lang="en-US" sz="3200" dirty="0"/>
                    </a:p>
                  </a:txBody>
                  <a:tcPr/>
                </a:tc>
                <a:tc>
                  <a:txBody>
                    <a:bodyPr/>
                    <a:lstStyle/>
                    <a:p>
                      <a:endParaRPr lang="en-US" sz="3200" dirty="0"/>
                    </a:p>
                  </a:txBody>
                  <a:tcPr/>
                </a:tc>
                <a:tc>
                  <a:txBody>
                    <a:bodyPr/>
                    <a:lstStyle/>
                    <a:p>
                      <a:endParaRPr lang="en-US" sz="3200" dirty="0"/>
                    </a:p>
                  </a:txBody>
                  <a:tcPr/>
                </a:tc>
                <a:tc>
                  <a:txBody>
                    <a:bodyPr/>
                    <a:lstStyle/>
                    <a:p>
                      <a:endParaRPr lang="en-US" sz="3200" dirty="0"/>
                    </a:p>
                  </a:txBody>
                  <a:tcPr/>
                </a:tc>
                <a:extLst>
                  <a:ext uri="{0D108BD9-81ED-4DB2-BD59-A6C34878D82A}">
                    <a16:rowId xmlns:a16="http://schemas.microsoft.com/office/drawing/2014/main" val="1376461759"/>
                  </a:ext>
                </a:extLst>
              </a:tr>
            </a:tbl>
          </a:graphicData>
        </a:graphic>
      </p:graphicFrame>
    </p:spTree>
    <p:extLst>
      <p:ext uri="{BB962C8B-B14F-4D97-AF65-F5344CB8AC3E}">
        <p14:creationId xmlns:p14="http://schemas.microsoft.com/office/powerpoint/2010/main" val="1255160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down)">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croll: Horizontal 11">
            <a:extLst>
              <a:ext uri="{FF2B5EF4-FFF2-40B4-BE49-F238E27FC236}">
                <a16:creationId xmlns:a16="http://schemas.microsoft.com/office/drawing/2014/main" id="{D445F4E3-AD2B-4AE0-86B9-BBD810A0A3D3}"/>
              </a:ext>
            </a:extLst>
          </p:cNvPr>
          <p:cNvSpPr/>
          <p:nvPr/>
        </p:nvSpPr>
        <p:spPr>
          <a:xfrm>
            <a:off x="464457" y="0"/>
            <a:ext cx="2669423" cy="1314041"/>
          </a:xfrm>
          <a:prstGeom prst="horizontalScroll">
            <a:avLst/>
          </a:prstGeom>
          <a:solidFill>
            <a:srgbClr val="A11D2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3600" b="1" spc="50" dirty="0">
                <a:ln w="0"/>
                <a:solidFill>
                  <a:schemeClr val="bg2"/>
                </a:solidFill>
                <a:effectLst>
                  <a:innerShdw blurRad="63500" dist="50800" dir="13500000">
                    <a:srgbClr val="000000">
                      <a:alpha val="50000"/>
                    </a:srgbClr>
                  </a:innerShdw>
                </a:effectLst>
              </a:rPr>
              <a:t>ことば</a:t>
            </a:r>
            <a:endParaRPr lang="en-US" altLang="ja-JP" sz="3600" b="1" spc="50" dirty="0">
              <a:ln w="0"/>
              <a:solidFill>
                <a:schemeClr val="bg2"/>
              </a:solidFill>
              <a:effectLst>
                <a:innerShdw blurRad="63500" dist="50800" dir="13500000">
                  <a:srgbClr val="000000">
                    <a:alpha val="50000"/>
                  </a:srgbClr>
                </a:innerShdw>
              </a:effectLst>
            </a:endParaRPr>
          </a:p>
        </p:txBody>
      </p:sp>
      <p:graphicFrame>
        <p:nvGraphicFramePr>
          <p:cNvPr id="3" name="Table 3">
            <a:extLst>
              <a:ext uri="{FF2B5EF4-FFF2-40B4-BE49-F238E27FC236}">
                <a16:creationId xmlns:a16="http://schemas.microsoft.com/office/drawing/2014/main" id="{75932E45-BF81-43F0-8C80-F62E61CAFCB4}"/>
              </a:ext>
            </a:extLst>
          </p:cNvPr>
          <p:cNvGraphicFramePr>
            <a:graphicFrameLocks noGrp="1"/>
          </p:cNvGraphicFramePr>
          <p:nvPr>
            <p:extLst>
              <p:ext uri="{D42A27DB-BD31-4B8C-83A1-F6EECF244321}">
                <p14:modId xmlns:p14="http://schemas.microsoft.com/office/powerpoint/2010/main" val="1663513662"/>
              </p:ext>
            </p:extLst>
          </p:nvPr>
        </p:nvGraphicFramePr>
        <p:xfrm>
          <a:off x="637674" y="1617057"/>
          <a:ext cx="11044988" cy="4576108"/>
        </p:xfrm>
        <a:graphic>
          <a:graphicData uri="http://schemas.openxmlformats.org/drawingml/2006/table">
            <a:tbl>
              <a:tblPr firstRow="1" bandRow="1">
                <a:tableStyleId>{22838BEF-8BB2-4498-84A7-C5851F593DF1}</a:tableStyleId>
              </a:tblPr>
              <a:tblGrid>
                <a:gridCol w="2638658">
                  <a:extLst>
                    <a:ext uri="{9D8B030D-6E8A-4147-A177-3AD203B41FA5}">
                      <a16:colId xmlns:a16="http://schemas.microsoft.com/office/drawing/2014/main" val="724316686"/>
                    </a:ext>
                  </a:extLst>
                </a:gridCol>
                <a:gridCol w="2784834">
                  <a:extLst>
                    <a:ext uri="{9D8B030D-6E8A-4147-A177-3AD203B41FA5}">
                      <a16:colId xmlns:a16="http://schemas.microsoft.com/office/drawing/2014/main" val="2899876989"/>
                    </a:ext>
                  </a:extLst>
                </a:gridCol>
                <a:gridCol w="3030583">
                  <a:extLst>
                    <a:ext uri="{9D8B030D-6E8A-4147-A177-3AD203B41FA5}">
                      <a16:colId xmlns:a16="http://schemas.microsoft.com/office/drawing/2014/main" val="471814206"/>
                    </a:ext>
                  </a:extLst>
                </a:gridCol>
                <a:gridCol w="2590913">
                  <a:extLst>
                    <a:ext uri="{9D8B030D-6E8A-4147-A177-3AD203B41FA5}">
                      <a16:colId xmlns:a16="http://schemas.microsoft.com/office/drawing/2014/main" val="3629544519"/>
                    </a:ext>
                  </a:extLst>
                </a:gridCol>
              </a:tblGrid>
              <a:tr h="654172">
                <a:tc>
                  <a:txBody>
                    <a:bodyPr/>
                    <a:lstStyle/>
                    <a:p>
                      <a:r>
                        <a:rPr lang="ja-JP" altLang="en-US" sz="3200" b="0" i="0" dirty="0"/>
                        <a:t>陸地</a:t>
                      </a:r>
                      <a:endParaRPr lang="en-US" sz="3200" b="0" i="0" dirty="0"/>
                    </a:p>
                  </a:txBody>
                  <a:tcPr/>
                </a:tc>
                <a:tc>
                  <a:txBody>
                    <a:bodyPr/>
                    <a:lstStyle/>
                    <a:p>
                      <a:endParaRPr lang="en-US" sz="3200" dirty="0"/>
                    </a:p>
                  </a:txBody>
                  <a:tcPr/>
                </a:tc>
                <a:tc>
                  <a:txBody>
                    <a:bodyPr/>
                    <a:lstStyle/>
                    <a:p>
                      <a:r>
                        <a:rPr lang="ja-JP" altLang="en-US" sz="3200" b="0" dirty="0"/>
                        <a:t>被害する</a:t>
                      </a:r>
                      <a:endParaRPr lang="en-US" sz="3200" b="0" dirty="0"/>
                    </a:p>
                  </a:txBody>
                  <a:tcPr/>
                </a:tc>
                <a:tc>
                  <a:txBody>
                    <a:bodyPr/>
                    <a:lstStyle/>
                    <a:p>
                      <a:endParaRPr lang="en-US" sz="3200"/>
                    </a:p>
                  </a:txBody>
                  <a:tcPr/>
                </a:tc>
                <a:extLst>
                  <a:ext uri="{0D108BD9-81ED-4DB2-BD59-A6C34878D82A}">
                    <a16:rowId xmlns:a16="http://schemas.microsoft.com/office/drawing/2014/main" val="3037963244"/>
                  </a:ext>
                </a:extLst>
              </a:tr>
              <a:tr h="654172">
                <a:tc>
                  <a:txBody>
                    <a:bodyPr/>
                    <a:lstStyle/>
                    <a:p>
                      <a:r>
                        <a:rPr lang="ja-JP" altLang="en-US" sz="3200" dirty="0"/>
                        <a:t>震災</a:t>
                      </a:r>
                      <a:endParaRPr lang="en-US" sz="3200" dirty="0"/>
                    </a:p>
                  </a:txBody>
                  <a:tcPr/>
                </a:tc>
                <a:tc>
                  <a:txBody>
                    <a:bodyPr/>
                    <a:lstStyle/>
                    <a:p>
                      <a:endParaRPr lang="en-US" sz="3200" dirty="0"/>
                    </a:p>
                  </a:txBody>
                  <a:tcPr/>
                </a:tc>
                <a:tc>
                  <a:txBody>
                    <a:bodyPr/>
                    <a:lstStyle/>
                    <a:p>
                      <a:r>
                        <a:rPr lang="ja-JP" altLang="en-US" sz="3200" dirty="0"/>
                        <a:t>避難生活を送る</a:t>
                      </a:r>
                      <a:endParaRPr lang="en-US" sz="3200" dirty="0"/>
                    </a:p>
                  </a:txBody>
                  <a:tcPr/>
                </a:tc>
                <a:tc>
                  <a:txBody>
                    <a:bodyPr/>
                    <a:lstStyle/>
                    <a:p>
                      <a:endParaRPr lang="en-US" sz="3200"/>
                    </a:p>
                  </a:txBody>
                  <a:tcPr/>
                </a:tc>
                <a:extLst>
                  <a:ext uri="{0D108BD9-81ED-4DB2-BD59-A6C34878D82A}">
                    <a16:rowId xmlns:a16="http://schemas.microsoft.com/office/drawing/2014/main" val="963151624"/>
                  </a:ext>
                </a:extLst>
              </a:tr>
              <a:tr h="654172">
                <a:tc>
                  <a:txBody>
                    <a:bodyPr/>
                    <a:lstStyle/>
                    <a:p>
                      <a:r>
                        <a:rPr lang="ja-JP" altLang="en-US" sz="3200" dirty="0"/>
                        <a:t>ふた</a:t>
                      </a:r>
                      <a:endParaRPr lang="en-US" sz="3200" dirty="0"/>
                    </a:p>
                  </a:txBody>
                  <a:tcPr/>
                </a:tc>
                <a:tc>
                  <a:txBody>
                    <a:bodyPr/>
                    <a:lstStyle/>
                    <a:p>
                      <a:endParaRPr lang="en-US" sz="3200" dirty="0"/>
                    </a:p>
                  </a:txBody>
                  <a:tcPr/>
                </a:tc>
                <a:tc>
                  <a:txBody>
                    <a:bodyPr/>
                    <a:lstStyle/>
                    <a:p>
                      <a:r>
                        <a:rPr lang="ja-JP" altLang="en-US" sz="3200" dirty="0"/>
                        <a:t>簡易便器</a:t>
                      </a:r>
                      <a:endParaRPr lang="en-US" sz="3200" dirty="0"/>
                    </a:p>
                  </a:txBody>
                  <a:tcPr/>
                </a:tc>
                <a:tc>
                  <a:txBody>
                    <a:bodyPr/>
                    <a:lstStyle/>
                    <a:p>
                      <a:endParaRPr lang="en-US" sz="3200"/>
                    </a:p>
                  </a:txBody>
                  <a:tcPr/>
                </a:tc>
                <a:extLst>
                  <a:ext uri="{0D108BD9-81ED-4DB2-BD59-A6C34878D82A}">
                    <a16:rowId xmlns:a16="http://schemas.microsoft.com/office/drawing/2014/main" val="2932679215"/>
                  </a:ext>
                </a:extLst>
              </a:tr>
              <a:tr h="654172">
                <a:tc>
                  <a:txBody>
                    <a:bodyPr/>
                    <a:lstStyle/>
                    <a:p>
                      <a:r>
                        <a:rPr lang="ja-JP" altLang="en-US" sz="3200" dirty="0"/>
                        <a:t>ポンプ</a:t>
                      </a:r>
                      <a:endParaRPr lang="en-US" sz="3200" dirty="0"/>
                    </a:p>
                  </a:txBody>
                  <a:tcPr/>
                </a:tc>
                <a:tc>
                  <a:txBody>
                    <a:bodyPr/>
                    <a:lstStyle/>
                    <a:p>
                      <a:endParaRPr lang="en-US" sz="3200" dirty="0"/>
                    </a:p>
                  </a:txBody>
                  <a:tcPr/>
                </a:tc>
                <a:tc>
                  <a:txBody>
                    <a:bodyPr/>
                    <a:lstStyle/>
                    <a:p>
                      <a:r>
                        <a:rPr lang="ja-JP" altLang="en-US" sz="3200" dirty="0"/>
                        <a:t>くみ上げる</a:t>
                      </a:r>
                      <a:endParaRPr lang="en-US" sz="3200" dirty="0"/>
                    </a:p>
                  </a:txBody>
                  <a:tcPr/>
                </a:tc>
                <a:tc>
                  <a:txBody>
                    <a:bodyPr/>
                    <a:lstStyle/>
                    <a:p>
                      <a:endParaRPr lang="en-US" sz="3200" dirty="0"/>
                    </a:p>
                  </a:txBody>
                  <a:tcPr/>
                </a:tc>
                <a:extLst>
                  <a:ext uri="{0D108BD9-81ED-4DB2-BD59-A6C34878D82A}">
                    <a16:rowId xmlns:a16="http://schemas.microsoft.com/office/drawing/2014/main" val="3956541142"/>
                  </a:ext>
                </a:extLst>
              </a:tr>
              <a:tr h="651076">
                <a:tc>
                  <a:txBody>
                    <a:bodyPr/>
                    <a:lstStyle/>
                    <a:p>
                      <a:r>
                        <a:rPr lang="ja-JP" altLang="en-US" sz="3200" dirty="0"/>
                        <a:t>示す</a:t>
                      </a:r>
                      <a:endParaRPr lang="en-US" sz="3200" dirty="0"/>
                    </a:p>
                  </a:txBody>
                  <a:tcPr/>
                </a:tc>
                <a:tc>
                  <a:txBody>
                    <a:bodyPr/>
                    <a:lstStyle/>
                    <a:p>
                      <a:endParaRPr lang="en-US" sz="3200" dirty="0"/>
                    </a:p>
                  </a:txBody>
                  <a:tcPr/>
                </a:tc>
                <a:tc>
                  <a:txBody>
                    <a:bodyPr/>
                    <a:lstStyle/>
                    <a:p>
                      <a:r>
                        <a:rPr lang="ja-JP" altLang="en-US" sz="3200" dirty="0"/>
                        <a:t>目印</a:t>
                      </a:r>
                      <a:endParaRPr lang="en-US" sz="3200" dirty="0"/>
                    </a:p>
                  </a:txBody>
                  <a:tcPr/>
                </a:tc>
                <a:tc>
                  <a:txBody>
                    <a:bodyPr/>
                    <a:lstStyle/>
                    <a:p>
                      <a:endParaRPr lang="en-US" sz="3200" dirty="0"/>
                    </a:p>
                  </a:txBody>
                  <a:tcPr/>
                </a:tc>
                <a:extLst>
                  <a:ext uri="{0D108BD9-81ED-4DB2-BD59-A6C34878D82A}">
                    <a16:rowId xmlns:a16="http://schemas.microsoft.com/office/drawing/2014/main" val="2734550898"/>
                  </a:ext>
                </a:extLst>
              </a:tr>
              <a:tr h="654172">
                <a:tc>
                  <a:txBody>
                    <a:bodyPr/>
                    <a:lstStyle/>
                    <a:p>
                      <a:r>
                        <a:rPr lang="ja-JP" altLang="en-US" sz="3200" dirty="0"/>
                        <a:t>たった</a:t>
                      </a:r>
                      <a:endParaRPr lang="en-US" sz="3200" dirty="0"/>
                    </a:p>
                  </a:txBody>
                  <a:tcPr/>
                </a:tc>
                <a:tc>
                  <a:txBody>
                    <a:bodyPr/>
                    <a:lstStyle/>
                    <a:p>
                      <a:endParaRPr lang="en-US" sz="3200" dirty="0"/>
                    </a:p>
                  </a:txBody>
                  <a:tcPr/>
                </a:tc>
                <a:tc>
                  <a:txBody>
                    <a:bodyPr/>
                    <a:lstStyle/>
                    <a:p>
                      <a:r>
                        <a:rPr lang="ja-JP" altLang="en-US" sz="3200" dirty="0"/>
                        <a:t>人間</a:t>
                      </a:r>
                      <a:endParaRPr lang="en-US" sz="3200" dirty="0"/>
                    </a:p>
                  </a:txBody>
                  <a:tcPr/>
                </a:tc>
                <a:tc>
                  <a:txBody>
                    <a:bodyPr/>
                    <a:lstStyle/>
                    <a:p>
                      <a:endParaRPr lang="en-US" sz="3200"/>
                    </a:p>
                  </a:txBody>
                  <a:tcPr/>
                </a:tc>
                <a:extLst>
                  <a:ext uri="{0D108BD9-81ED-4DB2-BD59-A6C34878D82A}">
                    <a16:rowId xmlns:a16="http://schemas.microsoft.com/office/drawing/2014/main" val="2510170347"/>
                  </a:ext>
                </a:extLst>
              </a:tr>
              <a:tr h="654172">
                <a:tc>
                  <a:txBody>
                    <a:bodyPr/>
                    <a:lstStyle/>
                    <a:p>
                      <a:endParaRPr lang="en-US" sz="3200" dirty="0"/>
                    </a:p>
                  </a:txBody>
                  <a:tcPr/>
                </a:tc>
                <a:tc>
                  <a:txBody>
                    <a:bodyPr/>
                    <a:lstStyle/>
                    <a:p>
                      <a:endParaRPr lang="en-US" sz="3200" dirty="0"/>
                    </a:p>
                  </a:txBody>
                  <a:tcPr/>
                </a:tc>
                <a:tc>
                  <a:txBody>
                    <a:bodyPr/>
                    <a:lstStyle/>
                    <a:p>
                      <a:endParaRPr lang="en-US" sz="3200" dirty="0"/>
                    </a:p>
                  </a:txBody>
                  <a:tcPr/>
                </a:tc>
                <a:tc>
                  <a:txBody>
                    <a:bodyPr/>
                    <a:lstStyle/>
                    <a:p>
                      <a:endParaRPr lang="en-US" sz="3200" dirty="0"/>
                    </a:p>
                  </a:txBody>
                  <a:tcPr/>
                </a:tc>
                <a:extLst>
                  <a:ext uri="{0D108BD9-81ED-4DB2-BD59-A6C34878D82A}">
                    <a16:rowId xmlns:a16="http://schemas.microsoft.com/office/drawing/2014/main" val="1376461759"/>
                  </a:ext>
                </a:extLst>
              </a:tr>
            </a:tbl>
          </a:graphicData>
        </a:graphic>
      </p:graphicFrame>
    </p:spTree>
    <p:extLst>
      <p:ext uri="{BB962C8B-B14F-4D97-AF65-F5344CB8AC3E}">
        <p14:creationId xmlns:p14="http://schemas.microsoft.com/office/powerpoint/2010/main" val="2161086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down)">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croll: Horizontal 11">
            <a:extLst>
              <a:ext uri="{FF2B5EF4-FFF2-40B4-BE49-F238E27FC236}">
                <a16:creationId xmlns:a16="http://schemas.microsoft.com/office/drawing/2014/main" id="{D445F4E3-AD2B-4AE0-86B9-BBD810A0A3D3}"/>
              </a:ext>
            </a:extLst>
          </p:cNvPr>
          <p:cNvSpPr/>
          <p:nvPr/>
        </p:nvSpPr>
        <p:spPr>
          <a:xfrm>
            <a:off x="464457" y="0"/>
            <a:ext cx="2669423" cy="1314041"/>
          </a:xfrm>
          <a:prstGeom prst="horizontalScroll">
            <a:avLst/>
          </a:prstGeom>
          <a:solidFill>
            <a:srgbClr val="A11D2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3600" b="1" spc="50" dirty="0">
                <a:ln w="0"/>
                <a:solidFill>
                  <a:schemeClr val="bg2"/>
                </a:solidFill>
                <a:effectLst>
                  <a:innerShdw blurRad="63500" dist="50800" dir="13500000">
                    <a:srgbClr val="000000">
                      <a:alpha val="50000"/>
                    </a:srgbClr>
                  </a:innerShdw>
                </a:effectLst>
              </a:rPr>
              <a:t>ことば</a:t>
            </a:r>
            <a:endParaRPr lang="en-US" altLang="ja-JP" sz="3600" b="1" spc="50" dirty="0">
              <a:ln w="0"/>
              <a:solidFill>
                <a:schemeClr val="bg2"/>
              </a:solidFill>
              <a:effectLst>
                <a:innerShdw blurRad="63500" dist="50800" dir="13500000">
                  <a:srgbClr val="000000">
                    <a:alpha val="50000"/>
                  </a:srgbClr>
                </a:innerShdw>
              </a:effectLst>
            </a:endParaRPr>
          </a:p>
        </p:txBody>
      </p:sp>
      <p:graphicFrame>
        <p:nvGraphicFramePr>
          <p:cNvPr id="3" name="Table 3">
            <a:extLst>
              <a:ext uri="{FF2B5EF4-FFF2-40B4-BE49-F238E27FC236}">
                <a16:creationId xmlns:a16="http://schemas.microsoft.com/office/drawing/2014/main" id="{75932E45-BF81-43F0-8C80-F62E61CAFCB4}"/>
              </a:ext>
            </a:extLst>
          </p:cNvPr>
          <p:cNvGraphicFramePr>
            <a:graphicFrameLocks noGrp="1"/>
          </p:cNvGraphicFramePr>
          <p:nvPr>
            <p:extLst>
              <p:ext uri="{D42A27DB-BD31-4B8C-83A1-F6EECF244321}">
                <p14:modId xmlns:p14="http://schemas.microsoft.com/office/powerpoint/2010/main" val="268537048"/>
              </p:ext>
            </p:extLst>
          </p:nvPr>
        </p:nvGraphicFramePr>
        <p:xfrm>
          <a:off x="637674" y="1617057"/>
          <a:ext cx="11044988" cy="4988736"/>
        </p:xfrm>
        <a:graphic>
          <a:graphicData uri="http://schemas.openxmlformats.org/drawingml/2006/table">
            <a:tbl>
              <a:tblPr firstRow="1" bandRow="1">
                <a:tableStyleId>{22838BEF-8BB2-4498-84A7-C5851F593DF1}</a:tableStyleId>
              </a:tblPr>
              <a:tblGrid>
                <a:gridCol w="2638658">
                  <a:extLst>
                    <a:ext uri="{9D8B030D-6E8A-4147-A177-3AD203B41FA5}">
                      <a16:colId xmlns:a16="http://schemas.microsoft.com/office/drawing/2014/main" val="724316686"/>
                    </a:ext>
                  </a:extLst>
                </a:gridCol>
                <a:gridCol w="2784834">
                  <a:extLst>
                    <a:ext uri="{9D8B030D-6E8A-4147-A177-3AD203B41FA5}">
                      <a16:colId xmlns:a16="http://schemas.microsoft.com/office/drawing/2014/main" val="2899876989"/>
                    </a:ext>
                  </a:extLst>
                </a:gridCol>
                <a:gridCol w="3030583">
                  <a:extLst>
                    <a:ext uri="{9D8B030D-6E8A-4147-A177-3AD203B41FA5}">
                      <a16:colId xmlns:a16="http://schemas.microsoft.com/office/drawing/2014/main" val="471814206"/>
                    </a:ext>
                  </a:extLst>
                </a:gridCol>
                <a:gridCol w="2590913">
                  <a:extLst>
                    <a:ext uri="{9D8B030D-6E8A-4147-A177-3AD203B41FA5}">
                      <a16:colId xmlns:a16="http://schemas.microsoft.com/office/drawing/2014/main" val="3629544519"/>
                    </a:ext>
                  </a:extLst>
                </a:gridCol>
              </a:tblGrid>
              <a:tr h="654172">
                <a:tc>
                  <a:txBody>
                    <a:bodyPr/>
                    <a:lstStyle/>
                    <a:p>
                      <a:r>
                        <a:rPr lang="ja-JP" altLang="en-US" sz="3200" b="0" i="0" dirty="0"/>
                        <a:t>受け入れる</a:t>
                      </a:r>
                      <a:endParaRPr lang="en-US" sz="3200" b="0" i="0" dirty="0"/>
                    </a:p>
                  </a:txBody>
                  <a:tcPr/>
                </a:tc>
                <a:tc>
                  <a:txBody>
                    <a:bodyPr/>
                    <a:lstStyle/>
                    <a:p>
                      <a:endParaRPr lang="en-US" sz="3200" dirty="0"/>
                    </a:p>
                  </a:txBody>
                  <a:tcPr/>
                </a:tc>
                <a:tc>
                  <a:txBody>
                    <a:bodyPr/>
                    <a:lstStyle/>
                    <a:p>
                      <a:r>
                        <a:rPr lang="ja-JP" altLang="en-US" sz="3200" b="0" dirty="0"/>
                        <a:t>用水</a:t>
                      </a:r>
                      <a:endParaRPr lang="en-US" sz="3200" b="0" dirty="0"/>
                    </a:p>
                  </a:txBody>
                  <a:tcPr/>
                </a:tc>
                <a:tc>
                  <a:txBody>
                    <a:bodyPr/>
                    <a:lstStyle/>
                    <a:p>
                      <a:endParaRPr lang="en-US" sz="3200"/>
                    </a:p>
                  </a:txBody>
                  <a:tcPr/>
                </a:tc>
                <a:extLst>
                  <a:ext uri="{0D108BD9-81ED-4DB2-BD59-A6C34878D82A}">
                    <a16:rowId xmlns:a16="http://schemas.microsoft.com/office/drawing/2014/main" val="3037963244"/>
                  </a:ext>
                </a:extLst>
              </a:tr>
              <a:tr h="654172">
                <a:tc>
                  <a:txBody>
                    <a:bodyPr/>
                    <a:lstStyle/>
                    <a:p>
                      <a:r>
                        <a:rPr lang="ja-JP" altLang="en-US" sz="3200" dirty="0"/>
                        <a:t>設備</a:t>
                      </a:r>
                      <a:endParaRPr lang="en-US" sz="3200" dirty="0"/>
                    </a:p>
                  </a:txBody>
                  <a:tcPr/>
                </a:tc>
                <a:tc>
                  <a:txBody>
                    <a:bodyPr/>
                    <a:lstStyle/>
                    <a:p>
                      <a:endParaRPr lang="en-US" sz="3200" dirty="0"/>
                    </a:p>
                  </a:txBody>
                  <a:tcPr/>
                </a:tc>
                <a:tc>
                  <a:txBody>
                    <a:bodyPr/>
                    <a:lstStyle/>
                    <a:p>
                      <a:r>
                        <a:rPr lang="ja-JP" altLang="en-US" sz="3200" dirty="0"/>
                        <a:t>普段</a:t>
                      </a:r>
                      <a:endParaRPr lang="en-US" sz="3200" dirty="0"/>
                    </a:p>
                  </a:txBody>
                  <a:tcPr/>
                </a:tc>
                <a:tc>
                  <a:txBody>
                    <a:bodyPr/>
                    <a:lstStyle/>
                    <a:p>
                      <a:endParaRPr lang="en-US" sz="3200"/>
                    </a:p>
                  </a:txBody>
                  <a:tcPr/>
                </a:tc>
                <a:extLst>
                  <a:ext uri="{0D108BD9-81ED-4DB2-BD59-A6C34878D82A}">
                    <a16:rowId xmlns:a16="http://schemas.microsoft.com/office/drawing/2014/main" val="963151624"/>
                  </a:ext>
                </a:extLst>
              </a:tr>
              <a:tr h="654172">
                <a:tc>
                  <a:txBody>
                    <a:bodyPr/>
                    <a:lstStyle/>
                    <a:p>
                      <a:r>
                        <a:rPr lang="ja-JP" altLang="en-US" sz="3200" dirty="0"/>
                        <a:t>下水道</a:t>
                      </a:r>
                      <a:endParaRPr lang="en-US" sz="3200" dirty="0"/>
                    </a:p>
                  </a:txBody>
                  <a:tcPr/>
                </a:tc>
                <a:tc>
                  <a:txBody>
                    <a:bodyPr/>
                    <a:lstStyle/>
                    <a:p>
                      <a:endParaRPr lang="en-US" sz="3200" dirty="0"/>
                    </a:p>
                  </a:txBody>
                  <a:tcPr/>
                </a:tc>
                <a:tc>
                  <a:txBody>
                    <a:bodyPr/>
                    <a:lstStyle/>
                    <a:p>
                      <a:r>
                        <a:rPr lang="ja-JP" altLang="en-US" sz="3200" dirty="0"/>
                        <a:t>処理する</a:t>
                      </a:r>
                      <a:endParaRPr lang="en-US" sz="3200" dirty="0"/>
                    </a:p>
                  </a:txBody>
                  <a:tcPr/>
                </a:tc>
                <a:tc>
                  <a:txBody>
                    <a:bodyPr/>
                    <a:lstStyle/>
                    <a:p>
                      <a:endParaRPr lang="en-US" sz="3200"/>
                    </a:p>
                  </a:txBody>
                  <a:tcPr/>
                </a:tc>
                <a:extLst>
                  <a:ext uri="{0D108BD9-81ED-4DB2-BD59-A6C34878D82A}">
                    <a16:rowId xmlns:a16="http://schemas.microsoft.com/office/drawing/2014/main" val="2932679215"/>
                  </a:ext>
                </a:extLst>
              </a:tr>
              <a:tr h="654172">
                <a:tc>
                  <a:txBody>
                    <a:bodyPr/>
                    <a:lstStyle/>
                    <a:p>
                      <a:r>
                        <a:rPr lang="ja-JP" altLang="en-US" sz="3200" dirty="0"/>
                        <a:t>防火</a:t>
                      </a:r>
                      <a:endParaRPr lang="en-US" sz="3200" dirty="0"/>
                    </a:p>
                  </a:txBody>
                  <a:tcPr/>
                </a:tc>
                <a:tc>
                  <a:txBody>
                    <a:bodyPr/>
                    <a:lstStyle/>
                    <a:p>
                      <a:endParaRPr lang="en-US" sz="3200" dirty="0"/>
                    </a:p>
                  </a:txBody>
                  <a:tcPr/>
                </a:tc>
                <a:tc>
                  <a:txBody>
                    <a:bodyPr/>
                    <a:lstStyle/>
                    <a:p>
                      <a:r>
                        <a:rPr lang="ja-JP" altLang="en-US" sz="3200" dirty="0"/>
                        <a:t>電灯</a:t>
                      </a:r>
                      <a:endParaRPr lang="en-US" sz="3200" dirty="0"/>
                    </a:p>
                  </a:txBody>
                  <a:tcPr/>
                </a:tc>
                <a:tc>
                  <a:txBody>
                    <a:bodyPr/>
                    <a:lstStyle/>
                    <a:p>
                      <a:endParaRPr lang="en-US" sz="3200" dirty="0"/>
                    </a:p>
                  </a:txBody>
                  <a:tcPr/>
                </a:tc>
                <a:extLst>
                  <a:ext uri="{0D108BD9-81ED-4DB2-BD59-A6C34878D82A}">
                    <a16:rowId xmlns:a16="http://schemas.microsoft.com/office/drawing/2014/main" val="3956541142"/>
                  </a:ext>
                </a:extLst>
              </a:tr>
              <a:tr h="651076">
                <a:tc>
                  <a:txBody>
                    <a:bodyPr/>
                    <a:lstStyle/>
                    <a:p>
                      <a:r>
                        <a:rPr lang="ja-JP" altLang="en-US" sz="3200" dirty="0"/>
                        <a:t>～割</a:t>
                      </a:r>
                      <a:endParaRPr lang="en-US" sz="3200" dirty="0"/>
                    </a:p>
                  </a:txBody>
                  <a:tcPr/>
                </a:tc>
                <a:tc>
                  <a:txBody>
                    <a:bodyPr/>
                    <a:lstStyle/>
                    <a:p>
                      <a:endParaRPr lang="en-US" sz="3200" dirty="0"/>
                    </a:p>
                  </a:txBody>
                  <a:tcPr/>
                </a:tc>
                <a:tc>
                  <a:txBody>
                    <a:bodyPr/>
                    <a:lstStyle/>
                    <a:p>
                      <a:r>
                        <a:rPr lang="ja-JP" altLang="en-US" sz="3200" dirty="0"/>
                        <a:t>仮設テント</a:t>
                      </a:r>
                      <a:endParaRPr lang="en-US" sz="3200" dirty="0"/>
                    </a:p>
                  </a:txBody>
                  <a:tcPr/>
                </a:tc>
                <a:tc>
                  <a:txBody>
                    <a:bodyPr/>
                    <a:lstStyle/>
                    <a:p>
                      <a:endParaRPr lang="en-US" sz="3200" dirty="0"/>
                    </a:p>
                  </a:txBody>
                  <a:tcPr/>
                </a:tc>
                <a:extLst>
                  <a:ext uri="{0D108BD9-81ED-4DB2-BD59-A6C34878D82A}">
                    <a16:rowId xmlns:a16="http://schemas.microsoft.com/office/drawing/2014/main" val="2734550898"/>
                  </a:ext>
                </a:extLst>
              </a:tr>
              <a:tr h="654172">
                <a:tc>
                  <a:txBody>
                    <a:bodyPr/>
                    <a:lstStyle/>
                    <a:p>
                      <a:r>
                        <a:rPr lang="ja-JP" altLang="en-US" sz="3200" dirty="0"/>
                        <a:t>載せる</a:t>
                      </a:r>
                      <a:endParaRPr lang="en-US" sz="3200" dirty="0"/>
                    </a:p>
                  </a:txBody>
                  <a:tcPr/>
                </a:tc>
                <a:tc>
                  <a:txBody>
                    <a:bodyPr/>
                    <a:lstStyle/>
                    <a:p>
                      <a:endParaRPr lang="en-US" sz="3200" dirty="0"/>
                    </a:p>
                  </a:txBody>
                  <a:tcPr/>
                </a:tc>
                <a:tc>
                  <a:txBody>
                    <a:bodyPr/>
                    <a:lstStyle/>
                    <a:p>
                      <a:r>
                        <a:rPr lang="ja-JP" altLang="en-US" sz="3200" dirty="0"/>
                        <a:t>太陽光</a:t>
                      </a:r>
                      <a:endParaRPr lang="en-US" sz="3200" dirty="0"/>
                    </a:p>
                  </a:txBody>
                  <a:tcPr/>
                </a:tc>
                <a:tc>
                  <a:txBody>
                    <a:bodyPr/>
                    <a:lstStyle/>
                    <a:p>
                      <a:endParaRPr lang="en-US" sz="3200"/>
                    </a:p>
                  </a:txBody>
                  <a:tcPr/>
                </a:tc>
                <a:extLst>
                  <a:ext uri="{0D108BD9-81ED-4DB2-BD59-A6C34878D82A}">
                    <a16:rowId xmlns:a16="http://schemas.microsoft.com/office/drawing/2014/main" val="2510170347"/>
                  </a:ext>
                </a:extLst>
              </a:tr>
              <a:tr h="654172">
                <a:tc>
                  <a:txBody>
                    <a:bodyPr/>
                    <a:lstStyle/>
                    <a:p>
                      <a:r>
                        <a:rPr lang="ja-JP" altLang="en-US" sz="3200" dirty="0"/>
                        <a:t>十分な</a:t>
                      </a:r>
                      <a:endParaRPr lang="en-US" sz="3200" dirty="0"/>
                    </a:p>
                  </a:txBody>
                  <a:tcPr/>
                </a:tc>
                <a:tc>
                  <a:txBody>
                    <a:bodyPr/>
                    <a:lstStyle/>
                    <a:p>
                      <a:endParaRPr lang="en-US" sz="3200" dirty="0"/>
                    </a:p>
                  </a:txBody>
                  <a:tcPr/>
                </a:tc>
                <a:tc>
                  <a:txBody>
                    <a:bodyPr/>
                    <a:lstStyle/>
                    <a:p>
                      <a:r>
                        <a:rPr lang="ja-JP" altLang="en-US" sz="3200" dirty="0"/>
                        <a:t>備えあれば憂いなし</a:t>
                      </a:r>
                      <a:endParaRPr lang="en-US" sz="3200" dirty="0"/>
                    </a:p>
                  </a:txBody>
                  <a:tcPr/>
                </a:tc>
                <a:tc>
                  <a:txBody>
                    <a:bodyPr/>
                    <a:lstStyle/>
                    <a:p>
                      <a:endParaRPr lang="en-US" sz="3200" dirty="0"/>
                    </a:p>
                  </a:txBody>
                  <a:tcPr/>
                </a:tc>
                <a:extLst>
                  <a:ext uri="{0D108BD9-81ED-4DB2-BD59-A6C34878D82A}">
                    <a16:rowId xmlns:a16="http://schemas.microsoft.com/office/drawing/2014/main" val="1376461759"/>
                  </a:ext>
                </a:extLst>
              </a:tr>
            </a:tbl>
          </a:graphicData>
        </a:graphic>
      </p:graphicFrame>
    </p:spTree>
    <p:extLst>
      <p:ext uri="{BB962C8B-B14F-4D97-AF65-F5344CB8AC3E}">
        <p14:creationId xmlns:p14="http://schemas.microsoft.com/office/powerpoint/2010/main" val="2386093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down)">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8E6D41-5D1D-448C-9ED8-EB40CBD67CD8}"/>
              </a:ext>
            </a:extLst>
          </p:cNvPr>
          <p:cNvSpPr>
            <a:spLocks noGrp="1"/>
          </p:cNvSpPr>
          <p:nvPr>
            <p:ph type="title"/>
          </p:nvPr>
        </p:nvSpPr>
        <p:spPr>
          <a:xfrm>
            <a:off x="838200" y="341062"/>
            <a:ext cx="10515600" cy="1325563"/>
          </a:xfrm>
        </p:spPr>
        <p:txBody>
          <a:bodyPr/>
          <a:lstStyle/>
          <a:p>
            <a:pPr algn="ctr"/>
            <a:r>
              <a:rPr lang="ja-JP" altLang="en-US" dirty="0">
                <a:solidFill>
                  <a:srgbClr val="FF0000"/>
                </a:solidFill>
                <a:highlight>
                  <a:srgbClr val="FFFF00"/>
                </a:highlight>
              </a:rPr>
              <a:t>これはなんですか。</a:t>
            </a:r>
            <a:endParaRPr lang="en-US" dirty="0">
              <a:solidFill>
                <a:srgbClr val="FF0000"/>
              </a:solidFill>
              <a:highlight>
                <a:srgbClr val="FFFF00"/>
              </a:highlight>
            </a:endParaRPr>
          </a:p>
        </p:txBody>
      </p:sp>
      <p:pic>
        <p:nvPicPr>
          <p:cNvPr id="6" name="Content Placeholder 5" descr="A picture containing text, music, piano&#10;&#10;Description automatically generated">
            <a:extLst>
              <a:ext uri="{FF2B5EF4-FFF2-40B4-BE49-F238E27FC236}">
                <a16:creationId xmlns:a16="http://schemas.microsoft.com/office/drawing/2014/main" id="{A076D0C1-ABA0-4B4A-963F-396C12B73D0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54233" y="2674336"/>
            <a:ext cx="9954557" cy="2263423"/>
          </a:xfrm>
        </p:spPr>
      </p:pic>
    </p:spTree>
    <p:extLst>
      <p:ext uri="{BB962C8B-B14F-4D97-AF65-F5344CB8AC3E}">
        <p14:creationId xmlns:p14="http://schemas.microsoft.com/office/powerpoint/2010/main" val="25398843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6FF76B9-219D-4469-AF87-0236D2903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 name="Group 9">
            <a:extLst>
              <a:ext uri="{FF2B5EF4-FFF2-40B4-BE49-F238E27FC236}">
                <a16:creationId xmlns:a16="http://schemas.microsoft.com/office/drawing/2014/main" id="{DB88BD78-87E1-424D-B479-C37D8E41B12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0964637" y="2358"/>
            <a:ext cx="1876653" cy="1766008"/>
            <a:chOff x="-648769" y="2358"/>
            <a:chExt cx="1876653" cy="1766008"/>
          </a:xfrm>
        </p:grpSpPr>
        <p:sp>
          <p:nvSpPr>
            <p:cNvPr id="11" name="Freeform: Shape 10">
              <a:extLst>
                <a:ext uri="{FF2B5EF4-FFF2-40B4-BE49-F238E27FC236}">
                  <a16:creationId xmlns:a16="http://schemas.microsoft.com/office/drawing/2014/main" id="{C05EB894-9410-4B20-95E4-7A25101AB8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15188" y="-231223"/>
              <a:ext cx="1409491" cy="1876653"/>
            </a:xfrm>
            <a:custGeom>
              <a:avLst/>
              <a:gdLst>
                <a:gd name="connsiteX0" fmla="*/ 0 w 1409491"/>
                <a:gd name="connsiteY0" fmla="*/ 643075 h 1876653"/>
                <a:gd name="connsiteX1" fmla="*/ 643075 w 1409491"/>
                <a:gd name="connsiteY1" fmla="*/ 0 h 1876653"/>
                <a:gd name="connsiteX2" fmla="*/ 1409491 w 1409491"/>
                <a:gd name="connsiteY2" fmla="*/ 0 h 1876653"/>
                <a:gd name="connsiteX3" fmla="*/ 1409491 w 1409491"/>
                <a:gd name="connsiteY3" fmla="*/ 1876653 h 1876653"/>
                <a:gd name="connsiteX4" fmla="*/ 1233578 w 1409491"/>
                <a:gd name="connsiteY4" fmla="*/ 1876653 h 18766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491" h="1876653">
                  <a:moveTo>
                    <a:pt x="0" y="643075"/>
                  </a:moveTo>
                  <a:lnTo>
                    <a:pt x="643075" y="0"/>
                  </a:lnTo>
                  <a:lnTo>
                    <a:pt x="1409491" y="0"/>
                  </a:lnTo>
                  <a:lnTo>
                    <a:pt x="1409491" y="1876653"/>
                  </a:lnTo>
                  <a:lnTo>
                    <a:pt x="1233578" y="1876653"/>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66E38B6-B050-4340-8E8F-3A971DADC0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301285" y="128278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737196" y="6033666"/>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Isosceles Triangle 15">
            <a:extLst>
              <a:ext uri="{FF2B5EF4-FFF2-40B4-BE49-F238E27FC236}">
                <a16:creationId xmlns:a16="http://schemas.microsoft.com/office/drawing/2014/main" id="{633C5E46-DAC5-4661-9C87-22B08E2A5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43436" y="5721108"/>
            <a:ext cx="2261965" cy="1136891"/>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Text, letter&#10;&#10;Description automatically generated">
            <a:extLst>
              <a:ext uri="{FF2B5EF4-FFF2-40B4-BE49-F238E27FC236}">
                <a16:creationId xmlns:a16="http://schemas.microsoft.com/office/drawing/2014/main" id="{961DC5E6-6065-4854-8383-5E2725A846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3467" y="1384300"/>
            <a:ext cx="10905066" cy="4089399"/>
          </a:xfrm>
          <a:prstGeom prst="rect">
            <a:avLst/>
          </a:prstGeom>
          <a:ln>
            <a:noFill/>
          </a:ln>
        </p:spPr>
      </p:pic>
    </p:spTree>
    <p:extLst>
      <p:ext uri="{BB962C8B-B14F-4D97-AF65-F5344CB8AC3E}">
        <p14:creationId xmlns:p14="http://schemas.microsoft.com/office/powerpoint/2010/main" val="28538683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F76B9-219D-4469-AF87-0236D2903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Group 22">
            <a:extLst>
              <a:ext uri="{FF2B5EF4-FFF2-40B4-BE49-F238E27FC236}">
                <a16:creationId xmlns:a16="http://schemas.microsoft.com/office/drawing/2014/main" id="{DB88BD78-87E1-424D-B479-C37D8E41B12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0964637" y="2358"/>
            <a:ext cx="1876653" cy="1766008"/>
            <a:chOff x="-648769" y="2358"/>
            <a:chExt cx="1876653" cy="1766008"/>
          </a:xfrm>
        </p:grpSpPr>
        <p:sp>
          <p:nvSpPr>
            <p:cNvPr id="24" name="Freeform: Shape 23">
              <a:extLst>
                <a:ext uri="{FF2B5EF4-FFF2-40B4-BE49-F238E27FC236}">
                  <a16:creationId xmlns:a16="http://schemas.microsoft.com/office/drawing/2014/main" id="{C05EB894-9410-4B20-95E4-7A25101AB8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15188" y="-231223"/>
              <a:ext cx="1409491" cy="1876653"/>
            </a:xfrm>
            <a:custGeom>
              <a:avLst/>
              <a:gdLst>
                <a:gd name="connsiteX0" fmla="*/ 0 w 1409491"/>
                <a:gd name="connsiteY0" fmla="*/ 643075 h 1876653"/>
                <a:gd name="connsiteX1" fmla="*/ 643075 w 1409491"/>
                <a:gd name="connsiteY1" fmla="*/ 0 h 1876653"/>
                <a:gd name="connsiteX2" fmla="*/ 1409491 w 1409491"/>
                <a:gd name="connsiteY2" fmla="*/ 0 h 1876653"/>
                <a:gd name="connsiteX3" fmla="*/ 1409491 w 1409491"/>
                <a:gd name="connsiteY3" fmla="*/ 1876653 h 1876653"/>
                <a:gd name="connsiteX4" fmla="*/ 1233578 w 1409491"/>
                <a:gd name="connsiteY4" fmla="*/ 1876653 h 18766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491" h="1876653">
                  <a:moveTo>
                    <a:pt x="0" y="643075"/>
                  </a:moveTo>
                  <a:lnTo>
                    <a:pt x="643075" y="0"/>
                  </a:lnTo>
                  <a:lnTo>
                    <a:pt x="1409491" y="0"/>
                  </a:lnTo>
                  <a:lnTo>
                    <a:pt x="1409491" y="1876653"/>
                  </a:lnTo>
                  <a:lnTo>
                    <a:pt x="1233578" y="1876653"/>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166E38B6-B050-4340-8E8F-3A971DADC0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301285" y="128278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7" name="Rectangle 26">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737196" y="6033666"/>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Isosceles Triangle 28">
            <a:extLst>
              <a:ext uri="{FF2B5EF4-FFF2-40B4-BE49-F238E27FC236}">
                <a16:creationId xmlns:a16="http://schemas.microsoft.com/office/drawing/2014/main" id="{633C5E46-DAC5-4661-9C87-22B08E2A5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43436" y="5721108"/>
            <a:ext cx="2261965" cy="1136891"/>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Text&#10;&#10;Description automatically generated">
            <a:extLst>
              <a:ext uri="{FF2B5EF4-FFF2-40B4-BE49-F238E27FC236}">
                <a16:creationId xmlns:a16="http://schemas.microsoft.com/office/drawing/2014/main" id="{F1E03472-E378-44DF-9819-C2258A4958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3467" y="1057148"/>
            <a:ext cx="10905066" cy="4743703"/>
          </a:xfrm>
          <a:prstGeom prst="rect">
            <a:avLst/>
          </a:prstGeom>
          <a:ln>
            <a:noFill/>
          </a:ln>
        </p:spPr>
      </p:pic>
    </p:spTree>
    <p:extLst>
      <p:ext uri="{BB962C8B-B14F-4D97-AF65-F5344CB8AC3E}">
        <p14:creationId xmlns:p14="http://schemas.microsoft.com/office/powerpoint/2010/main" val="41221159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86FF76B9-219D-4469-AF87-0236D2903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6" name="Group 35">
            <a:extLst>
              <a:ext uri="{FF2B5EF4-FFF2-40B4-BE49-F238E27FC236}">
                <a16:creationId xmlns:a16="http://schemas.microsoft.com/office/drawing/2014/main" id="{DB88BD78-87E1-424D-B479-C37D8E41B12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0964637" y="2358"/>
            <a:ext cx="1876653" cy="1766008"/>
            <a:chOff x="-648769" y="2358"/>
            <a:chExt cx="1876653" cy="1766008"/>
          </a:xfrm>
        </p:grpSpPr>
        <p:sp>
          <p:nvSpPr>
            <p:cNvPr id="37" name="Freeform: Shape 36">
              <a:extLst>
                <a:ext uri="{FF2B5EF4-FFF2-40B4-BE49-F238E27FC236}">
                  <a16:creationId xmlns:a16="http://schemas.microsoft.com/office/drawing/2014/main" id="{C05EB894-9410-4B20-95E4-7A25101AB8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15188" y="-231223"/>
              <a:ext cx="1409491" cy="1876653"/>
            </a:xfrm>
            <a:custGeom>
              <a:avLst/>
              <a:gdLst>
                <a:gd name="connsiteX0" fmla="*/ 0 w 1409491"/>
                <a:gd name="connsiteY0" fmla="*/ 643075 h 1876653"/>
                <a:gd name="connsiteX1" fmla="*/ 643075 w 1409491"/>
                <a:gd name="connsiteY1" fmla="*/ 0 h 1876653"/>
                <a:gd name="connsiteX2" fmla="*/ 1409491 w 1409491"/>
                <a:gd name="connsiteY2" fmla="*/ 0 h 1876653"/>
                <a:gd name="connsiteX3" fmla="*/ 1409491 w 1409491"/>
                <a:gd name="connsiteY3" fmla="*/ 1876653 h 1876653"/>
                <a:gd name="connsiteX4" fmla="*/ 1233578 w 1409491"/>
                <a:gd name="connsiteY4" fmla="*/ 1876653 h 18766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491" h="1876653">
                  <a:moveTo>
                    <a:pt x="0" y="643075"/>
                  </a:moveTo>
                  <a:lnTo>
                    <a:pt x="643075" y="0"/>
                  </a:lnTo>
                  <a:lnTo>
                    <a:pt x="1409491" y="0"/>
                  </a:lnTo>
                  <a:lnTo>
                    <a:pt x="1409491" y="1876653"/>
                  </a:lnTo>
                  <a:lnTo>
                    <a:pt x="1233578" y="1876653"/>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166E38B6-B050-4340-8E8F-3A971DADC0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301285" y="128278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0" name="Rectangle 39">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737196" y="6033666"/>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Isosceles Triangle 41">
            <a:extLst>
              <a:ext uri="{FF2B5EF4-FFF2-40B4-BE49-F238E27FC236}">
                <a16:creationId xmlns:a16="http://schemas.microsoft.com/office/drawing/2014/main" id="{633C5E46-DAC5-4661-9C87-22B08E2A5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43436" y="5721108"/>
            <a:ext cx="2261965" cy="1136891"/>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Text, letter&#10;&#10;Description automatically generated">
            <a:extLst>
              <a:ext uri="{FF2B5EF4-FFF2-40B4-BE49-F238E27FC236}">
                <a16:creationId xmlns:a16="http://schemas.microsoft.com/office/drawing/2014/main" id="{83D91A2E-9FCF-4F33-AAC1-8C08B94762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3467" y="2093129"/>
            <a:ext cx="10905066" cy="2671741"/>
          </a:xfrm>
          <a:prstGeom prst="rect">
            <a:avLst/>
          </a:prstGeom>
          <a:ln>
            <a:noFill/>
          </a:ln>
        </p:spPr>
      </p:pic>
    </p:spTree>
    <p:extLst>
      <p:ext uri="{BB962C8B-B14F-4D97-AF65-F5344CB8AC3E}">
        <p14:creationId xmlns:p14="http://schemas.microsoft.com/office/powerpoint/2010/main" val="8658488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86FF76B9-219D-4469-AF87-0236D2903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9" name="Group 48">
            <a:extLst>
              <a:ext uri="{FF2B5EF4-FFF2-40B4-BE49-F238E27FC236}">
                <a16:creationId xmlns:a16="http://schemas.microsoft.com/office/drawing/2014/main" id="{DB88BD78-87E1-424D-B479-C37D8E41B12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0964637" y="2358"/>
            <a:ext cx="1876653" cy="1766008"/>
            <a:chOff x="-648769" y="2358"/>
            <a:chExt cx="1876653" cy="1766008"/>
          </a:xfrm>
        </p:grpSpPr>
        <p:sp>
          <p:nvSpPr>
            <p:cNvPr id="50" name="Freeform: Shape 49">
              <a:extLst>
                <a:ext uri="{FF2B5EF4-FFF2-40B4-BE49-F238E27FC236}">
                  <a16:creationId xmlns:a16="http://schemas.microsoft.com/office/drawing/2014/main" id="{C05EB894-9410-4B20-95E4-7A25101AB8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15188" y="-231223"/>
              <a:ext cx="1409491" cy="1876653"/>
            </a:xfrm>
            <a:custGeom>
              <a:avLst/>
              <a:gdLst>
                <a:gd name="connsiteX0" fmla="*/ 0 w 1409491"/>
                <a:gd name="connsiteY0" fmla="*/ 643075 h 1876653"/>
                <a:gd name="connsiteX1" fmla="*/ 643075 w 1409491"/>
                <a:gd name="connsiteY1" fmla="*/ 0 h 1876653"/>
                <a:gd name="connsiteX2" fmla="*/ 1409491 w 1409491"/>
                <a:gd name="connsiteY2" fmla="*/ 0 h 1876653"/>
                <a:gd name="connsiteX3" fmla="*/ 1409491 w 1409491"/>
                <a:gd name="connsiteY3" fmla="*/ 1876653 h 1876653"/>
                <a:gd name="connsiteX4" fmla="*/ 1233578 w 1409491"/>
                <a:gd name="connsiteY4" fmla="*/ 1876653 h 18766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491" h="1876653">
                  <a:moveTo>
                    <a:pt x="0" y="643075"/>
                  </a:moveTo>
                  <a:lnTo>
                    <a:pt x="643075" y="0"/>
                  </a:lnTo>
                  <a:lnTo>
                    <a:pt x="1409491" y="0"/>
                  </a:lnTo>
                  <a:lnTo>
                    <a:pt x="1409491" y="1876653"/>
                  </a:lnTo>
                  <a:lnTo>
                    <a:pt x="1233578" y="1876653"/>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166E38B6-B050-4340-8E8F-3A971DADC0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301285" y="128278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3" name="Rectangle 52">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737196" y="6033666"/>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Isosceles Triangle 54">
            <a:extLst>
              <a:ext uri="{FF2B5EF4-FFF2-40B4-BE49-F238E27FC236}">
                <a16:creationId xmlns:a16="http://schemas.microsoft.com/office/drawing/2014/main" id="{633C5E46-DAC5-4661-9C87-22B08E2A5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43436" y="5721108"/>
            <a:ext cx="2261965" cy="1136891"/>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Text&#10;&#10;Description automatically generated with low confidence">
            <a:extLst>
              <a:ext uri="{FF2B5EF4-FFF2-40B4-BE49-F238E27FC236}">
                <a16:creationId xmlns:a16="http://schemas.microsoft.com/office/drawing/2014/main" id="{C9BF7E21-D13F-4F6F-ACCF-08FB2D41BA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0278" y="643467"/>
            <a:ext cx="10511443" cy="5571065"/>
          </a:xfrm>
          <a:prstGeom prst="rect">
            <a:avLst/>
          </a:prstGeom>
          <a:ln>
            <a:noFill/>
          </a:ln>
        </p:spPr>
      </p:pic>
    </p:spTree>
    <p:extLst>
      <p:ext uri="{BB962C8B-B14F-4D97-AF65-F5344CB8AC3E}">
        <p14:creationId xmlns:p14="http://schemas.microsoft.com/office/powerpoint/2010/main" val="41754045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886FE98E-F50F-4D70-9056-58B30A09147C}"/>
              </a:ext>
            </a:extLst>
          </p:cNvPr>
          <p:cNvSpPr/>
          <p:nvPr/>
        </p:nvSpPr>
        <p:spPr>
          <a:xfrm>
            <a:off x="951871" y="4026685"/>
            <a:ext cx="10726323" cy="2535585"/>
          </a:xfrm>
          <a:prstGeom prst="roundRect">
            <a:avLst>
              <a:gd name="adj" fmla="val 50000"/>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00000"/>
              </a:lnSpc>
            </a:pPr>
            <a:r>
              <a:rPr lang="ja-JP" altLang="en-US" sz="2800" b="1" dirty="0">
                <a:solidFill>
                  <a:schemeClr val="bg1"/>
                </a:solidFill>
              </a:rPr>
              <a:t>１</a:t>
            </a:r>
            <a:r>
              <a:rPr lang="ja-JP" altLang="en-US" sz="2400" b="1" dirty="0">
                <a:solidFill>
                  <a:schemeClr val="bg1"/>
                </a:solidFill>
              </a:rPr>
              <a:t>９９５年の阪神淡路大震災のあと、公民館や学校などの避難場所だけでは被災した人を十分に受け入れられなかったため、全国で防災計画が見直され</a:t>
            </a:r>
            <a:r>
              <a:rPr lang="ja-JP" altLang="en-US" sz="2400" dirty="0"/>
              <a:t>各</a:t>
            </a:r>
            <a:r>
              <a:rPr lang="ja-JP" altLang="en-US" sz="2400" b="1" dirty="0">
                <a:solidFill>
                  <a:schemeClr val="bg1"/>
                </a:solidFill>
              </a:rPr>
              <a:t>地に防災公園が作られるようになったからです。</a:t>
            </a:r>
            <a:endParaRPr lang="en-US" sz="2400" b="1" dirty="0">
              <a:solidFill>
                <a:schemeClr val="bg1"/>
              </a:solidFill>
            </a:endParaRPr>
          </a:p>
        </p:txBody>
      </p:sp>
      <p:sp>
        <p:nvSpPr>
          <p:cNvPr id="12" name="Scroll: Horizontal 11">
            <a:extLst>
              <a:ext uri="{FF2B5EF4-FFF2-40B4-BE49-F238E27FC236}">
                <a16:creationId xmlns:a16="http://schemas.microsoft.com/office/drawing/2014/main" id="{D445F4E3-AD2B-4AE0-86B9-BBD810A0A3D3}"/>
              </a:ext>
            </a:extLst>
          </p:cNvPr>
          <p:cNvSpPr/>
          <p:nvPr/>
        </p:nvSpPr>
        <p:spPr>
          <a:xfrm>
            <a:off x="3538455" y="295730"/>
            <a:ext cx="5235431" cy="1611086"/>
          </a:xfrm>
          <a:prstGeom prst="horizontalScroll">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8000" b="1" spc="50" dirty="0">
                <a:ln w="0"/>
                <a:solidFill>
                  <a:srgbClr val="FF0000"/>
                </a:solidFill>
                <a:effectLst>
                  <a:innerShdw blurRad="63500" dist="50800" dir="13500000">
                    <a:srgbClr val="000000">
                      <a:alpha val="50000"/>
                    </a:srgbClr>
                  </a:innerShdw>
                </a:effectLst>
              </a:rPr>
              <a:t>Q</a:t>
            </a:r>
            <a:r>
              <a:rPr lang="ja-JP" altLang="en-US" sz="8000" b="1" spc="50" dirty="0">
                <a:ln w="0"/>
                <a:solidFill>
                  <a:srgbClr val="FF0000"/>
                </a:solidFill>
                <a:effectLst>
                  <a:innerShdw blurRad="63500" dist="50800" dir="13500000">
                    <a:srgbClr val="000000">
                      <a:alpha val="50000"/>
                    </a:srgbClr>
                  </a:innerShdw>
                </a:effectLst>
              </a:rPr>
              <a:t>＆</a:t>
            </a:r>
            <a:r>
              <a:rPr lang="en-US" altLang="ja-JP" sz="8000" b="1" spc="50" dirty="0">
                <a:ln w="0"/>
                <a:solidFill>
                  <a:srgbClr val="FF0000"/>
                </a:solidFill>
                <a:effectLst>
                  <a:innerShdw blurRad="63500" dist="50800" dir="13500000">
                    <a:srgbClr val="000000">
                      <a:alpha val="50000"/>
                    </a:srgbClr>
                  </a:innerShdw>
                </a:effectLst>
              </a:rPr>
              <a:t>A</a:t>
            </a:r>
            <a:r>
              <a:rPr lang="ja-JP" altLang="en-US" b="1" spc="50" dirty="0">
                <a:ln w="0"/>
                <a:solidFill>
                  <a:schemeClr val="bg2"/>
                </a:solidFill>
                <a:effectLst>
                  <a:innerShdw blurRad="63500" dist="50800" dir="13500000">
                    <a:srgbClr val="000000">
                      <a:alpha val="50000"/>
                    </a:srgbClr>
                  </a:innerShdw>
                </a:effectLst>
              </a:rPr>
              <a:t>（</a:t>
            </a:r>
            <a:r>
              <a:rPr lang="en-US" altLang="ja-JP" b="1" spc="50" dirty="0">
                <a:ln w="0"/>
                <a:solidFill>
                  <a:srgbClr val="FF0000"/>
                </a:solidFill>
                <a:effectLst>
                  <a:innerShdw blurRad="63500" dist="50800" dir="13500000">
                    <a:srgbClr val="000000">
                      <a:alpha val="50000"/>
                    </a:srgbClr>
                  </a:innerShdw>
                </a:effectLst>
              </a:rPr>
              <a:t>P72</a:t>
            </a:r>
            <a:r>
              <a:rPr lang="ja-JP" altLang="en-US" b="1" spc="50" dirty="0">
                <a:ln w="0"/>
                <a:solidFill>
                  <a:schemeClr val="bg2"/>
                </a:solidFill>
                <a:effectLst>
                  <a:innerShdw blurRad="63500" dist="50800" dir="13500000">
                    <a:srgbClr val="000000">
                      <a:alpha val="50000"/>
                    </a:srgbClr>
                  </a:innerShdw>
                </a:effectLst>
              </a:rPr>
              <a:t>）</a:t>
            </a:r>
            <a:endParaRPr lang="en-US" b="1" spc="50" dirty="0">
              <a:ln w="0"/>
              <a:solidFill>
                <a:schemeClr val="bg2"/>
              </a:solidFill>
              <a:effectLst>
                <a:innerShdw blurRad="63500" dist="50800" dir="13500000">
                  <a:srgbClr val="000000">
                    <a:alpha val="50000"/>
                  </a:srgbClr>
                </a:innerShdw>
              </a:effectLst>
            </a:endParaRPr>
          </a:p>
        </p:txBody>
      </p:sp>
      <p:sp>
        <p:nvSpPr>
          <p:cNvPr id="3" name="TextBox 2">
            <a:extLst>
              <a:ext uri="{FF2B5EF4-FFF2-40B4-BE49-F238E27FC236}">
                <a16:creationId xmlns:a16="http://schemas.microsoft.com/office/drawing/2014/main" id="{D63A84A6-4BEB-42CF-B9ED-DCC404042875}"/>
              </a:ext>
            </a:extLst>
          </p:cNvPr>
          <p:cNvSpPr txBox="1"/>
          <p:nvPr/>
        </p:nvSpPr>
        <p:spPr>
          <a:xfrm>
            <a:off x="1162594" y="2414194"/>
            <a:ext cx="10515600" cy="1216152"/>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lnSpc>
                <a:spcPct val="200000"/>
              </a:lnSpc>
              <a:defRPr sz="3200" b="1">
                <a:solidFill>
                  <a:schemeClr val="bg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ja-JP" altLang="en-US" sz="2800" dirty="0"/>
              <a:t>各地に防災公園が作られるようになったのは、どうしてですか。</a:t>
            </a:r>
            <a:endParaRPr lang="en-US" sz="2800" dirty="0"/>
          </a:p>
        </p:txBody>
      </p:sp>
      <p:sp>
        <p:nvSpPr>
          <p:cNvPr id="4" name="Arrow: Curved Right 3">
            <a:extLst>
              <a:ext uri="{FF2B5EF4-FFF2-40B4-BE49-F238E27FC236}">
                <a16:creationId xmlns:a16="http://schemas.microsoft.com/office/drawing/2014/main" id="{8F3FC872-E277-4E59-9DB9-36043F093097}"/>
              </a:ext>
            </a:extLst>
          </p:cNvPr>
          <p:cNvSpPr/>
          <p:nvPr/>
        </p:nvSpPr>
        <p:spPr>
          <a:xfrm>
            <a:off x="220351" y="3262996"/>
            <a:ext cx="731520" cy="1216152"/>
          </a:xfrm>
          <a:prstGeom prst="curvedRightArrow">
            <a:avLst>
              <a:gd name="adj1" fmla="val 25000"/>
              <a:gd name="adj2" fmla="val 83125"/>
              <a:gd name="adj3" fmla="val 25000"/>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251449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down)">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arn(inVertic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arn(inVertical)">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randombar(horizontal)">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2" grpId="0" animBg="1"/>
      <p:bldP spid="3" grpId="0" animBg="1"/>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886FE98E-F50F-4D70-9056-58B30A09147C}"/>
              </a:ext>
            </a:extLst>
          </p:cNvPr>
          <p:cNvSpPr/>
          <p:nvPr/>
        </p:nvSpPr>
        <p:spPr>
          <a:xfrm>
            <a:off x="838201" y="3770375"/>
            <a:ext cx="10839994" cy="2951100"/>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200000"/>
              </a:lnSpc>
            </a:pPr>
            <a:r>
              <a:rPr lang="ja-JP" altLang="en-US" sz="2800" b="1">
                <a:solidFill>
                  <a:schemeClr val="bg1"/>
                </a:solidFill>
              </a:rPr>
              <a:t>震災時にトイレになるマンホールや、かまどになるベンチ、貯水槽、太陽光発電の電灯などがあります。</a:t>
            </a:r>
            <a:endParaRPr lang="en-US" altLang="ja-JP" sz="2800" b="1" dirty="0">
              <a:solidFill>
                <a:schemeClr val="bg1"/>
              </a:solidFill>
            </a:endParaRPr>
          </a:p>
          <a:p>
            <a:pPr algn="ctr">
              <a:lnSpc>
                <a:spcPct val="200000"/>
              </a:lnSpc>
            </a:pPr>
            <a:r>
              <a:rPr lang="en-US" altLang="ja-JP" sz="3200" b="1" dirty="0">
                <a:solidFill>
                  <a:schemeClr val="bg1"/>
                </a:solidFill>
              </a:rPr>
              <a:t>-</a:t>
            </a:r>
            <a:endParaRPr lang="en-US" sz="3200" b="1" dirty="0">
              <a:solidFill>
                <a:schemeClr val="bg1"/>
              </a:solidFill>
            </a:endParaRPr>
          </a:p>
        </p:txBody>
      </p:sp>
      <p:sp>
        <p:nvSpPr>
          <p:cNvPr id="12" name="Scroll: Horizontal 11">
            <a:extLst>
              <a:ext uri="{FF2B5EF4-FFF2-40B4-BE49-F238E27FC236}">
                <a16:creationId xmlns:a16="http://schemas.microsoft.com/office/drawing/2014/main" id="{D445F4E3-AD2B-4AE0-86B9-BBD810A0A3D3}"/>
              </a:ext>
            </a:extLst>
          </p:cNvPr>
          <p:cNvSpPr/>
          <p:nvPr/>
        </p:nvSpPr>
        <p:spPr>
          <a:xfrm>
            <a:off x="3538455" y="295730"/>
            <a:ext cx="5235431" cy="1611086"/>
          </a:xfrm>
          <a:prstGeom prst="horizontalScroll">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8000" b="1" spc="50" dirty="0">
                <a:ln w="0"/>
                <a:solidFill>
                  <a:srgbClr val="FF0000"/>
                </a:solidFill>
                <a:effectLst>
                  <a:innerShdw blurRad="63500" dist="50800" dir="13500000">
                    <a:srgbClr val="000000">
                      <a:alpha val="50000"/>
                    </a:srgbClr>
                  </a:innerShdw>
                </a:effectLst>
              </a:rPr>
              <a:t>Q</a:t>
            </a:r>
            <a:r>
              <a:rPr lang="ja-JP" altLang="en-US" sz="8000" b="1" spc="50" dirty="0">
                <a:ln w="0"/>
                <a:solidFill>
                  <a:srgbClr val="FF0000"/>
                </a:solidFill>
                <a:effectLst>
                  <a:innerShdw blurRad="63500" dist="50800" dir="13500000">
                    <a:srgbClr val="000000">
                      <a:alpha val="50000"/>
                    </a:srgbClr>
                  </a:innerShdw>
                </a:effectLst>
              </a:rPr>
              <a:t>＆</a:t>
            </a:r>
            <a:r>
              <a:rPr lang="en-US" altLang="ja-JP" sz="8000" b="1" spc="50" dirty="0">
                <a:ln w="0"/>
                <a:solidFill>
                  <a:srgbClr val="FF0000"/>
                </a:solidFill>
                <a:effectLst>
                  <a:innerShdw blurRad="63500" dist="50800" dir="13500000">
                    <a:srgbClr val="000000">
                      <a:alpha val="50000"/>
                    </a:srgbClr>
                  </a:innerShdw>
                </a:effectLst>
              </a:rPr>
              <a:t>A</a:t>
            </a:r>
            <a:r>
              <a:rPr lang="ja-JP" altLang="en-US" b="1" spc="50" dirty="0">
                <a:ln w="0"/>
                <a:solidFill>
                  <a:schemeClr val="bg2"/>
                </a:solidFill>
                <a:effectLst>
                  <a:innerShdw blurRad="63500" dist="50800" dir="13500000">
                    <a:srgbClr val="000000">
                      <a:alpha val="50000"/>
                    </a:srgbClr>
                  </a:innerShdw>
                </a:effectLst>
              </a:rPr>
              <a:t>（</a:t>
            </a:r>
            <a:r>
              <a:rPr lang="en-US" altLang="ja-JP" b="1" spc="50" dirty="0">
                <a:ln w="0"/>
                <a:solidFill>
                  <a:srgbClr val="FF0000"/>
                </a:solidFill>
                <a:effectLst>
                  <a:innerShdw blurRad="63500" dist="50800" dir="13500000">
                    <a:srgbClr val="000000">
                      <a:alpha val="50000"/>
                    </a:srgbClr>
                  </a:innerShdw>
                </a:effectLst>
              </a:rPr>
              <a:t>P72</a:t>
            </a:r>
            <a:r>
              <a:rPr lang="ja-JP" altLang="en-US" b="1" spc="50" dirty="0">
                <a:ln w="0"/>
                <a:solidFill>
                  <a:schemeClr val="bg2"/>
                </a:solidFill>
                <a:effectLst>
                  <a:innerShdw blurRad="63500" dist="50800" dir="13500000">
                    <a:srgbClr val="000000">
                      <a:alpha val="50000"/>
                    </a:srgbClr>
                  </a:innerShdw>
                </a:effectLst>
              </a:rPr>
              <a:t>）</a:t>
            </a:r>
            <a:endParaRPr lang="en-US" b="1" spc="50" dirty="0">
              <a:ln w="0"/>
              <a:solidFill>
                <a:schemeClr val="bg2"/>
              </a:solidFill>
              <a:effectLst>
                <a:innerShdw blurRad="63500" dist="50800" dir="13500000">
                  <a:srgbClr val="000000">
                    <a:alpha val="50000"/>
                  </a:srgbClr>
                </a:innerShdw>
              </a:effectLst>
            </a:endParaRPr>
          </a:p>
        </p:txBody>
      </p:sp>
      <p:sp>
        <p:nvSpPr>
          <p:cNvPr id="16" name="Slide Number Placeholder 15">
            <a:extLst>
              <a:ext uri="{FF2B5EF4-FFF2-40B4-BE49-F238E27FC236}">
                <a16:creationId xmlns:a16="http://schemas.microsoft.com/office/drawing/2014/main" id="{A579B8B8-D585-4527-B99D-627C3114C10C}"/>
              </a:ext>
            </a:extLst>
          </p:cNvPr>
          <p:cNvSpPr>
            <a:spLocks noGrp="1"/>
          </p:cNvSpPr>
          <p:nvPr>
            <p:ph type="sldNum" sz="quarter" idx="12"/>
          </p:nvPr>
        </p:nvSpPr>
        <p:spPr/>
        <p:txBody>
          <a:bodyPr/>
          <a:lstStyle/>
          <a:p>
            <a:fld id="{E5B29C50-D6F1-4DB6-9B68-F4CD3996E9CF}" type="slidenum">
              <a:rPr lang="en-US" smtClean="0"/>
              <a:t>13</a:t>
            </a:fld>
            <a:endParaRPr lang="en-US"/>
          </a:p>
        </p:txBody>
      </p:sp>
      <p:sp>
        <p:nvSpPr>
          <p:cNvPr id="3" name="TextBox 2">
            <a:extLst>
              <a:ext uri="{FF2B5EF4-FFF2-40B4-BE49-F238E27FC236}">
                <a16:creationId xmlns:a16="http://schemas.microsoft.com/office/drawing/2014/main" id="{D63A84A6-4BEB-42CF-B9ED-DCC404042875}"/>
              </a:ext>
            </a:extLst>
          </p:cNvPr>
          <p:cNvSpPr txBox="1"/>
          <p:nvPr/>
        </p:nvSpPr>
        <p:spPr>
          <a:xfrm>
            <a:off x="1162594" y="2414194"/>
            <a:ext cx="10515600" cy="848802"/>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lnSpc>
                <a:spcPct val="200000"/>
              </a:lnSpc>
              <a:defRPr sz="3200" b="1">
                <a:solidFill>
                  <a:schemeClr val="bg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ja-JP" altLang="en-US" dirty="0"/>
              <a:t>防災公園にはどのような設備がありますか。</a:t>
            </a:r>
            <a:endParaRPr lang="en-US" dirty="0"/>
          </a:p>
        </p:txBody>
      </p:sp>
      <p:sp>
        <p:nvSpPr>
          <p:cNvPr id="4" name="Arrow: Curved Right 3">
            <a:extLst>
              <a:ext uri="{FF2B5EF4-FFF2-40B4-BE49-F238E27FC236}">
                <a16:creationId xmlns:a16="http://schemas.microsoft.com/office/drawing/2014/main" id="{8F3FC872-E277-4E59-9DB9-36043F093097}"/>
              </a:ext>
            </a:extLst>
          </p:cNvPr>
          <p:cNvSpPr/>
          <p:nvPr/>
        </p:nvSpPr>
        <p:spPr>
          <a:xfrm>
            <a:off x="220351" y="3262996"/>
            <a:ext cx="731520" cy="1216152"/>
          </a:xfrm>
          <a:prstGeom prst="curvedRightArrow">
            <a:avLst>
              <a:gd name="adj1" fmla="val 25000"/>
              <a:gd name="adj2" fmla="val 83125"/>
              <a:gd name="adj3" fmla="val 25000"/>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4172592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down)">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arn(inVertic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arn(inVertical)">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randombar(horizontal)">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2" grpId="0" animBg="1"/>
      <p:bldP spid="3" grpId="0" animBg="1"/>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croll: Horizontal 11">
            <a:extLst>
              <a:ext uri="{FF2B5EF4-FFF2-40B4-BE49-F238E27FC236}">
                <a16:creationId xmlns:a16="http://schemas.microsoft.com/office/drawing/2014/main" id="{D445F4E3-AD2B-4AE0-86B9-BBD810A0A3D3}"/>
              </a:ext>
            </a:extLst>
          </p:cNvPr>
          <p:cNvSpPr/>
          <p:nvPr/>
        </p:nvSpPr>
        <p:spPr>
          <a:xfrm>
            <a:off x="2021305" y="295729"/>
            <a:ext cx="7808495" cy="2952797"/>
          </a:xfrm>
          <a:prstGeom prst="horizontalScroll">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8000" b="1" spc="50" dirty="0">
                <a:ln w="0"/>
                <a:solidFill>
                  <a:srgbClr val="FF0000"/>
                </a:solidFill>
                <a:effectLst>
                  <a:innerShdw blurRad="63500" dist="50800" dir="13500000">
                    <a:srgbClr val="000000">
                      <a:alpha val="50000"/>
                    </a:srgbClr>
                  </a:innerShdw>
                </a:effectLst>
              </a:rPr>
              <a:t>話しましょう</a:t>
            </a:r>
            <a:endParaRPr lang="en-US" b="1" spc="50" dirty="0">
              <a:ln w="0"/>
              <a:solidFill>
                <a:schemeClr val="bg2"/>
              </a:solidFill>
              <a:effectLst>
                <a:innerShdw blurRad="63500" dist="50800" dir="13500000">
                  <a:srgbClr val="000000">
                    <a:alpha val="50000"/>
                  </a:srgbClr>
                </a:innerShdw>
              </a:effectLst>
            </a:endParaRPr>
          </a:p>
        </p:txBody>
      </p:sp>
      <p:sp>
        <p:nvSpPr>
          <p:cNvPr id="16" name="Slide Number Placeholder 15">
            <a:extLst>
              <a:ext uri="{FF2B5EF4-FFF2-40B4-BE49-F238E27FC236}">
                <a16:creationId xmlns:a16="http://schemas.microsoft.com/office/drawing/2014/main" id="{A579B8B8-D585-4527-B99D-627C3114C10C}"/>
              </a:ext>
            </a:extLst>
          </p:cNvPr>
          <p:cNvSpPr>
            <a:spLocks noGrp="1"/>
          </p:cNvSpPr>
          <p:nvPr>
            <p:ph type="sldNum" sz="quarter" idx="12"/>
          </p:nvPr>
        </p:nvSpPr>
        <p:spPr/>
        <p:txBody>
          <a:bodyPr/>
          <a:lstStyle/>
          <a:p>
            <a:fld id="{E5B29C50-D6F1-4DB6-9B68-F4CD3996E9CF}" type="slidenum">
              <a:rPr lang="en-US" smtClean="0"/>
              <a:t>14</a:t>
            </a:fld>
            <a:endParaRPr lang="en-US"/>
          </a:p>
        </p:txBody>
      </p:sp>
      <p:sp>
        <p:nvSpPr>
          <p:cNvPr id="3" name="TextBox 2">
            <a:extLst>
              <a:ext uri="{FF2B5EF4-FFF2-40B4-BE49-F238E27FC236}">
                <a16:creationId xmlns:a16="http://schemas.microsoft.com/office/drawing/2014/main" id="{D63A84A6-4BEB-42CF-B9ED-DCC404042875}"/>
              </a:ext>
            </a:extLst>
          </p:cNvPr>
          <p:cNvSpPr txBox="1"/>
          <p:nvPr/>
        </p:nvSpPr>
        <p:spPr>
          <a:xfrm>
            <a:off x="587829" y="4173302"/>
            <a:ext cx="10765971" cy="646331"/>
          </a:xfrm>
          <a:prstGeom prst="rect">
            <a:avLst/>
          </a:prstGeom>
          <a:solidFill>
            <a:srgbClr val="0070C0"/>
          </a:solidFill>
          <a:ln w="19050">
            <a:solidFill>
              <a:schemeClr val="accent1">
                <a:lumMod val="60000"/>
                <a:lumOff val="40000"/>
              </a:schemeClr>
            </a:solidFill>
          </a:ln>
        </p:spPr>
        <p:txBody>
          <a:bodyPr wrap="square" rtlCol="0">
            <a:spAutoFit/>
          </a:bodyPr>
          <a:lstStyle/>
          <a:p>
            <a:pPr algn="ctr"/>
            <a:r>
              <a:rPr lang="ja-JP" altLang="en-US" sz="3600" dirty="0">
                <a:solidFill>
                  <a:schemeClr val="bg1"/>
                </a:solidFill>
                <a:highlight>
                  <a:srgbClr val="1A1E3B"/>
                </a:highlight>
                <a:latin typeface="Yu Gothic UI" panose="020B0500000000000000" pitchFamily="34" charset="-128"/>
                <a:ea typeface="Yu Gothic UI" panose="020B0500000000000000" pitchFamily="34" charset="-128"/>
              </a:rPr>
              <a:t>皆さんの住んでいる地域にはこのような公園がありますか。</a:t>
            </a:r>
            <a:endParaRPr lang="en-US" sz="3600" dirty="0">
              <a:solidFill>
                <a:schemeClr val="bg1"/>
              </a:solidFill>
              <a:highlight>
                <a:srgbClr val="1A1E3B"/>
              </a:highlight>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2762624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down)">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arn(inVertical)">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croll: Horizontal 11">
            <a:extLst>
              <a:ext uri="{FF2B5EF4-FFF2-40B4-BE49-F238E27FC236}">
                <a16:creationId xmlns:a16="http://schemas.microsoft.com/office/drawing/2014/main" id="{D445F4E3-AD2B-4AE0-86B9-BBD810A0A3D3}"/>
              </a:ext>
            </a:extLst>
          </p:cNvPr>
          <p:cNvSpPr/>
          <p:nvPr/>
        </p:nvSpPr>
        <p:spPr>
          <a:xfrm>
            <a:off x="1588169" y="1258255"/>
            <a:ext cx="8394032" cy="3361871"/>
          </a:xfrm>
          <a:prstGeom prst="horizontalScroll">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8000" b="1" spc="50" dirty="0">
                <a:ln w="0"/>
                <a:solidFill>
                  <a:srgbClr val="FF0000"/>
                </a:solidFill>
                <a:effectLst>
                  <a:innerShdw blurRad="63500" dist="50800" dir="13500000">
                    <a:srgbClr val="000000">
                      <a:alpha val="50000"/>
                    </a:srgbClr>
                  </a:innerShdw>
                </a:effectLst>
              </a:rPr>
              <a:t>練習しましょう</a:t>
            </a:r>
            <a:endParaRPr lang="en-US" b="1" spc="50" dirty="0">
              <a:ln w="0"/>
              <a:solidFill>
                <a:schemeClr val="bg2"/>
              </a:solidFill>
              <a:effectLst>
                <a:innerShdw blurRad="63500" dist="50800" dir="13500000">
                  <a:srgbClr val="000000">
                    <a:alpha val="50000"/>
                  </a:srgbClr>
                </a:innerShdw>
              </a:effectLst>
            </a:endParaRPr>
          </a:p>
        </p:txBody>
      </p:sp>
      <p:sp>
        <p:nvSpPr>
          <p:cNvPr id="16" name="Slide Number Placeholder 15">
            <a:extLst>
              <a:ext uri="{FF2B5EF4-FFF2-40B4-BE49-F238E27FC236}">
                <a16:creationId xmlns:a16="http://schemas.microsoft.com/office/drawing/2014/main" id="{A579B8B8-D585-4527-B99D-627C3114C10C}"/>
              </a:ext>
            </a:extLst>
          </p:cNvPr>
          <p:cNvSpPr>
            <a:spLocks noGrp="1"/>
          </p:cNvSpPr>
          <p:nvPr>
            <p:ph type="sldNum" sz="quarter" idx="12"/>
          </p:nvPr>
        </p:nvSpPr>
        <p:spPr/>
        <p:txBody>
          <a:bodyPr/>
          <a:lstStyle/>
          <a:p>
            <a:fld id="{E5B29C50-D6F1-4DB6-9B68-F4CD3996E9CF}" type="slidenum">
              <a:rPr lang="en-US" smtClean="0"/>
              <a:t>15</a:t>
            </a:fld>
            <a:endParaRPr lang="en-US"/>
          </a:p>
        </p:txBody>
      </p:sp>
    </p:spTree>
    <p:extLst>
      <p:ext uri="{BB962C8B-B14F-4D97-AF65-F5344CB8AC3E}">
        <p14:creationId xmlns:p14="http://schemas.microsoft.com/office/powerpoint/2010/main" val="2260760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down)">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0E2C20AB-D7AF-422E-896E-4355C1A6630C}"/>
              </a:ext>
            </a:extLst>
          </p:cNvPr>
          <p:cNvSpPr>
            <a:spLocks noGrp="1"/>
          </p:cNvSpPr>
          <p:nvPr>
            <p:ph type="title"/>
          </p:nvPr>
        </p:nvSpPr>
        <p:spPr>
          <a:xfrm>
            <a:off x="1191126" y="100431"/>
            <a:ext cx="10150642" cy="573338"/>
          </a:xfrm>
          <a:solidFill>
            <a:srgbClr val="FFC000"/>
          </a:solidFill>
        </p:spPr>
        <p:txBody>
          <a:bodyPr>
            <a:normAutofit fontScale="90000"/>
          </a:bodyPr>
          <a:lstStyle/>
          <a:p>
            <a:pPr algn="ctr"/>
            <a:r>
              <a:rPr lang="ja-JP" altLang="en-US" sz="4400" b="1" dirty="0">
                <a:solidFill>
                  <a:srgbClr val="FF0000"/>
                </a:solidFill>
              </a:rPr>
              <a:t>（ 　）に入る言葉を選ら んでください</a:t>
            </a:r>
            <a:endParaRPr lang="en-US" b="1" dirty="0">
              <a:solidFill>
                <a:srgbClr val="FF0000"/>
              </a:solidFill>
            </a:endParaRPr>
          </a:p>
        </p:txBody>
      </p:sp>
      <p:pic>
        <p:nvPicPr>
          <p:cNvPr id="7" name="Content Placeholder 6" descr="Text&#10;&#10;Description automatically generated">
            <a:extLst>
              <a:ext uri="{FF2B5EF4-FFF2-40B4-BE49-F238E27FC236}">
                <a16:creationId xmlns:a16="http://schemas.microsoft.com/office/drawing/2014/main" id="{32FFAE4F-4852-4864-8670-9047040AC7C0}"/>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88185" y="1005841"/>
            <a:ext cx="10574730" cy="5212080"/>
          </a:xfrm>
        </p:spPr>
      </p:pic>
    </p:spTree>
    <p:extLst>
      <p:ext uri="{BB962C8B-B14F-4D97-AF65-F5344CB8AC3E}">
        <p14:creationId xmlns:p14="http://schemas.microsoft.com/office/powerpoint/2010/main" val="32848029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59942-5E5B-4150-AECE-A9834C8A4ACA}"/>
              </a:ext>
            </a:extLst>
          </p:cNvPr>
          <p:cNvSpPr>
            <a:spLocks noGrp="1"/>
          </p:cNvSpPr>
          <p:nvPr>
            <p:ph type="title"/>
          </p:nvPr>
        </p:nvSpPr>
        <p:spPr>
          <a:xfrm>
            <a:off x="878304" y="100431"/>
            <a:ext cx="10587791" cy="924962"/>
          </a:xfrm>
          <a:solidFill>
            <a:srgbClr val="FFC000"/>
          </a:solidFill>
        </p:spPr>
        <p:txBody>
          <a:bodyPr>
            <a:noAutofit/>
          </a:bodyPr>
          <a:lstStyle/>
          <a:p>
            <a:pPr algn="ctr"/>
            <a:r>
              <a:rPr lang="ja-JP" altLang="en-US" sz="2800" b="1" dirty="0">
                <a:solidFill>
                  <a:srgbClr val="FF0000"/>
                </a:solidFill>
              </a:rPr>
              <a:t>（ 　）に入る言葉を選ら んで必 要 なら、 形 を変 えてください</a:t>
            </a:r>
            <a:endParaRPr lang="en-US" sz="2800" b="1" dirty="0">
              <a:solidFill>
                <a:srgbClr val="FF0000"/>
              </a:solidFill>
            </a:endParaRPr>
          </a:p>
        </p:txBody>
      </p:sp>
      <p:pic>
        <p:nvPicPr>
          <p:cNvPr id="7" name="Content Placeholder 6" descr="Text&#10;&#10;Description automatically generated">
            <a:extLst>
              <a:ext uri="{FF2B5EF4-FFF2-40B4-BE49-F238E27FC236}">
                <a16:creationId xmlns:a16="http://schemas.microsoft.com/office/drawing/2014/main" id="{5A9E28CC-A62B-4F29-A005-74F2B9DA6EC3}"/>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92331" y="1425290"/>
            <a:ext cx="10471553" cy="4884070"/>
          </a:xfrm>
        </p:spPr>
      </p:pic>
    </p:spTree>
    <p:extLst>
      <p:ext uri="{BB962C8B-B14F-4D97-AF65-F5344CB8AC3E}">
        <p14:creationId xmlns:p14="http://schemas.microsoft.com/office/powerpoint/2010/main" val="8714761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croll: Horizontal 11">
            <a:extLst>
              <a:ext uri="{FF2B5EF4-FFF2-40B4-BE49-F238E27FC236}">
                <a16:creationId xmlns:a16="http://schemas.microsoft.com/office/drawing/2014/main" id="{D445F4E3-AD2B-4AE0-86B9-BBD810A0A3D3}"/>
              </a:ext>
            </a:extLst>
          </p:cNvPr>
          <p:cNvSpPr/>
          <p:nvPr/>
        </p:nvSpPr>
        <p:spPr>
          <a:xfrm>
            <a:off x="1588169" y="1258255"/>
            <a:ext cx="8394032" cy="3361871"/>
          </a:xfrm>
          <a:prstGeom prst="horizontalScroll">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8000" b="1" spc="50" dirty="0">
                <a:ln w="0"/>
                <a:solidFill>
                  <a:srgbClr val="FF0000"/>
                </a:solidFill>
                <a:effectLst>
                  <a:innerShdw blurRad="63500" dist="50800" dir="13500000">
                    <a:srgbClr val="000000">
                      <a:alpha val="50000"/>
                    </a:srgbClr>
                  </a:innerShdw>
                </a:effectLst>
              </a:rPr>
              <a:t>読解練習</a:t>
            </a:r>
            <a:endParaRPr lang="en-US" b="1" spc="50" dirty="0">
              <a:ln w="0"/>
              <a:solidFill>
                <a:schemeClr val="bg2"/>
              </a:solidFill>
              <a:effectLst>
                <a:innerShdw blurRad="63500" dist="50800" dir="13500000">
                  <a:srgbClr val="000000">
                    <a:alpha val="50000"/>
                  </a:srgbClr>
                </a:innerShdw>
              </a:effectLst>
            </a:endParaRPr>
          </a:p>
        </p:txBody>
      </p:sp>
      <p:sp>
        <p:nvSpPr>
          <p:cNvPr id="16" name="Slide Number Placeholder 15">
            <a:extLst>
              <a:ext uri="{FF2B5EF4-FFF2-40B4-BE49-F238E27FC236}">
                <a16:creationId xmlns:a16="http://schemas.microsoft.com/office/drawing/2014/main" id="{A579B8B8-D585-4527-B99D-627C3114C10C}"/>
              </a:ext>
            </a:extLst>
          </p:cNvPr>
          <p:cNvSpPr>
            <a:spLocks noGrp="1"/>
          </p:cNvSpPr>
          <p:nvPr>
            <p:ph type="sldNum" sz="quarter" idx="12"/>
          </p:nvPr>
        </p:nvSpPr>
        <p:spPr/>
        <p:txBody>
          <a:bodyPr/>
          <a:lstStyle/>
          <a:p>
            <a:fld id="{E5B29C50-D6F1-4DB6-9B68-F4CD3996E9CF}" type="slidenum">
              <a:rPr lang="en-US" smtClean="0"/>
              <a:t>18</a:t>
            </a:fld>
            <a:endParaRPr lang="en-US"/>
          </a:p>
        </p:txBody>
      </p:sp>
    </p:spTree>
    <p:extLst>
      <p:ext uri="{BB962C8B-B14F-4D97-AF65-F5344CB8AC3E}">
        <p14:creationId xmlns:p14="http://schemas.microsoft.com/office/powerpoint/2010/main" val="3483899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down)">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croll: Horizontal 11">
            <a:extLst>
              <a:ext uri="{FF2B5EF4-FFF2-40B4-BE49-F238E27FC236}">
                <a16:creationId xmlns:a16="http://schemas.microsoft.com/office/drawing/2014/main" id="{D445F4E3-AD2B-4AE0-86B9-BBD810A0A3D3}"/>
              </a:ext>
            </a:extLst>
          </p:cNvPr>
          <p:cNvSpPr/>
          <p:nvPr/>
        </p:nvSpPr>
        <p:spPr>
          <a:xfrm>
            <a:off x="1588169" y="1258255"/>
            <a:ext cx="8394032" cy="3361871"/>
          </a:xfrm>
          <a:prstGeom prst="horizontalScroll">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8000" b="1" spc="50" dirty="0">
                <a:ln w="0"/>
                <a:solidFill>
                  <a:srgbClr val="FF0000"/>
                </a:solidFill>
                <a:effectLst>
                  <a:innerShdw blurRad="63500" dist="50800" dir="13500000">
                    <a:srgbClr val="000000">
                      <a:alpha val="50000"/>
                    </a:srgbClr>
                  </a:innerShdw>
                </a:effectLst>
              </a:rPr>
              <a:t>できる</a:t>
            </a:r>
            <a:endParaRPr lang="en-US" b="1" spc="50" dirty="0">
              <a:ln w="0"/>
              <a:solidFill>
                <a:schemeClr val="bg2"/>
              </a:solidFill>
              <a:effectLst>
                <a:innerShdw blurRad="63500" dist="50800" dir="13500000">
                  <a:srgbClr val="000000">
                    <a:alpha val="50000"/>
                  </a:srgbClr>
                </a:innerShdw>
              </a:effectLst>
            </a:endParaRPr>
          </a:p>
        </p:txBody>
      </p:sp>
      <p:sp>
        <p:nvSpPr>
          <p:cNvPr id="16" name="Slide Number Placeholder 15">
            <a:extLst>
              <a:ext uri="{FF2B5EF4-FFF2-40B4-BE49-F238E27FC236}">
                <a16:creationId xmlns:a16="http://schemas.microsoft.com/office/drawing/2014/main" id="{A579B8B8-D585-4527-B99D-627C3114C10C}"/>
              </a:ext>
            </a:extLst>
          </p:cNvPr>
          <p:cNvSpPr>
            <a:spLocks noGrp="1"/>
          </p:cNvSpPr>
          <p:nvPr>
            <p:ph type="sldNum" sz="quarter" idx="12"/>
          </p:nvPr>
        </p:nvSpPr>
        <p:spPr/>
        <p:txBody>
          <a:bodyPr/>
          <a:lstStyle/>
          <a:p>
            <a:fld id="{E5B29C50-D6F1-4DB6-9B68-F4CD3996E9CF}" type="slidenum">
              <a:rPr lang="en-US" smtClean="0"/>
              <a:t>19</a:t>
            </a:fld>
            <a:endParaRPr lang="en-US"/>
          </a:p>
        </p:txBody>
      </p:sp>
    </p:spTree>
    <p:extLst>
      <p:ext uri="{BB962C8B-B14F-4D97-AF65-F5344CB8AC3E}">
        <p14:creationId xmlns:p14="http://schemas.microsoft.com/office/powerpoint/2010/main" val="4263721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down)">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Isosceles Triangle 19">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Graphical user interface, text&#10;&#10;Description automatically generated">
            <a:extLst>
              <a:ext uri="{FF2B5EF4-FFF2-40B4-BE49-F238E27FC236}">
                <a16:creationId xmlns:a16="http://schemas.microsoft.com/office/drawing/2014/main" id="{FC4DD897-7E27-42F3-B5CC-A672F92570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3467" y="1288880"/>
            <a:ext cx="10905066" cy="4280238"/>
          </a:xfrm>
          <a:prstGeom prst="rect">
            <a:avLst/>
          </a:prstGeom>
          <a:ln>
            <a:noFill/>
          </a:ln>
        </p:spPr>
      </p:pic>
      <p:sp>
        <p:nvSpPr>
          <p:cNvPr id="22" name="Isosceles Triangle 21">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052724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7359</TotalTime>
  <Words>549</Words>
  <Application>Microsoft Office PowerPoint</Application>
  <PresentationFormat>Widescreen</PresentationFormat>
  <Paragraphs>96</Paragraphs>
  <Slides>20</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Yu Gothic UI</vt:lpstr>
      <vt:lpstr>Arial</vt:lpstr>
      <vt:lpstr>Calibri</vt:lpstr>
      <vt:lpstr>Calibri Light</vt:lpstr>
      <vt:lpstr>Times New Roman</vt:lpstr>
      <vt:lpstr>Office Theme</vt:lpstr>
      <vt:lpstr>第5課</vt:lpstr>
      <vt:lpstr>PowerPoint Presentation</vt:lpstr>
      <vt:lpstr>PowerPoint Presentation</vt:lpstr>
      <vt:lpstr>PowerPoint Presentation</vt:lpstr>
      <vt:lpstr>PowerPoint Presentation</vt:lpstr>
      <vt:lpstr>PowerPoint Presentation</vt:lpstr>
      <vt:lpstr>これはなんですか。</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）に入る言葉を選ら んでください</vt:lpstr>
      <vt:lpstr>（ 　）に入る言葉を選ら んで必 要 なら、 形 を変 えてください</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Oanh Le</dc:creator>
  <cp:lastModifiedBy>Le Thi Kim Oanh (FE FPTU CT)</cp:lastModifiedBy>
  <cp:revision>20</cp:revision>
  <dcterms:created xsi:type="dcterms:W3CDTF">2021-07-16T02:45:36Z</dcterms:created>
  <dcterms:modified xsi:type="dcterms:W3CDTF">2021-09-15T13:33:42Z</dcterms:modified>
</cp:coreProperties>
</file>