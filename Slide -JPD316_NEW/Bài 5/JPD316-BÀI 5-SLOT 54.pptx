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443" r:id="rId3"/>
    <p:sldId id="353" r:id="rId4"/>
    <p:sldId id="558" r:id="rId5"/>
    <p:sldId id="559" r:id="rId6"/>
    <p:sldId id="560" r:id="rId7"/>
    <p:sldId id="500" r:id="rId8"/>
    <p:sldId id="548" r:id="rId9"/>
    <p:sldId id="547" r:id="rId10"/>
    <p:sldId id="551" r:id="rId11"/>
    <p:sldId id="532" r:id="rId12"/>
    <p:sldId id="488" r:id="rId13"/>
    <p:sldId id="549" r:id="rId14"/>
    <p:sldId id="550" r:id="rId15"/>
    <p:sldId id="554" r:id="rId16"/>
    <p:sldId id="561" r:id="rId17"/>
    <p:sldId id="553" r:id="rId18"/>
    <p:sldId id="541" r:id="rId19"/>
    <p:sldId id="435" r:id="rId20"/>
    <p:sldId id="562" r:id="rId21"/>
    <p:sldId id="507" r:id="rId22"/>
    <p:sldId id="555" r:id="rId23"/>
    <p:sldId id="556" r:id="rId24"/>
    <p:sldId id="563" r:id="rId25"/>
    <p:sldId id="55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11D2B"/>
    <a:srgbClr val="5E9C53"/>
    <a:srgbClr val="D9910B"/>
    <a:srgbClr val="256766"/>
    <a:srgbClr val="1A1E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DEF07F-4C0D-4159-BF27-73E52D8E7026}" v="125" dt="2021-09-14T04:30:38.5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7" autoAdjust="0"/>
    <p:restoredTop sz="77025" autoAdjust="0"/>
  </p:normalViewPr>
  <p:slideViewPr>
    <p:cSldViewPr snapToGrid="0" showGuides="1">
      <p:cViewPr varScale="1">
        <p:scale>
          <a:sx n="49" d="100"/>
          <a:sy n="49" d="100"/>
        </p:scale>
        <p:origin x="1248" y="4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 Thi Kim Oanh (FE FPTU CT)" userId="33772939-cd87-45c1-be61-e0648bc25a53" providerId="ADAL" clId="{50DEF07F-4C0D-4159-BF27-73E52D8E7026}"/>
    <pc:docChg chg="custSel addSld modSld sldOrd">
      <pc:chgData name="Le Thi Kim Oanh (FE FPTU CT)" userId="33772939-cd87-45c1-be61-e0648bc25a53" providerId="ADAL" clId="{50DEF07F-4C0D-4159-BF27-73E52D8E7026}" dt="2021-09-14T04:30:45.508" v="197" actId="14100"/>
      <pc:docMkLst>
        <pc:docMk/>
      </pc:docMkLst>
      <pc:sldChg chg="delSp modSp mod modAnim modNotesTx">
        <pc:chgData name="Le Thi Kim Oanh (FE FPTU CT)" userId="33772939-cd87-45c1-be61-e0648bc25a53" providerId="ADAL" clId="{50DEF07F-4C0D-4159-BF27-73E52D8E7026}" dt="2021-09-14T04:22:58.328" v="143" actId="14100"/>
        <pc:sldMkLst>
          <pc:docMk/>
          <pc:sldMk cId="1921137803" sldId="353"/>
        </pc:sldMkLst>
        <pc:spChg chg="mod">
          <ac:chgData name="Le Thi Kim Oanh (FE FPTU CT)" userId="33772939-cd87-45c1-be61-e0648bc25a53" providerId="ADAL" clId="{50DEF07F-4C0D-4159-BF27-73E52D8E7026}" dt="2021-09-14T04:21:26.579" v="24" actId="20577"/>
          <ac:spMkLst>
            <pc:docMk/>
            <pc:sldMk cId="1921137803" sldId="353"/>
            <ac:spMk id="4" creationId="{9CB7EEE1-C007-45D6-9CB2-FB416E743C66}"/>
          </ac:spMkLst>
        </pc:spChg>
        <pc:spChg chg="mod">
          <ac:chgData name="Le Thi Kim Oanh (FE FPTU CT)" userId="33772939-cd87-45c1-be61-e0648bc25a53" providerId="ADAL" clId="{50DEF07F-4C0D-4159-BF27-73E52D8E7026}" dt="2021-09-14T04:22:58.328" v="143" actId="14100"/>
          <ac:spMkLst>
            <pc:docMk/>
            <pc:sldMk cId="1921137803" sldId="353"/>
            <ac:spMk id="5" creationId="{9F4B3034-E2E3-4173-8554-B1E008035346}"/>
          </ac:spMkLst>
        </pc:spChg>
        <pc:picChg chg="del">
          <ac:chgData name="Le Thi Kim Oanh (FE FPTU CT)" userId="33772939-cd87-45c1-be61-e0648bc25a53" providerId="ADAL" clId="{50DEF07F-4C0D-4159-BF27-73E52D8E7026}" dt="2021-09-14T04:21:19.866" v="17" actId="478"/>
          <ac:picMkLst>
            <pc:docMk/>
            <pc:sldMk cId="1921137803" sldId="353"/>
            <ac:picMk id="2" creationId="{F2446994-5A7F-4466-B08B-0DAACA089F48}"/>
          </ac:picMkLst>
        </pc:picChg>
        <pc:picChg chg="del">
          <ac:chgData name="Le Thi Kim Oanh (FE FPTU CT)" userId="33772939-cd87-45c1-be61-e0648bc25a53" providerId="ADAL" clId="{50DEF07F-4C0D-4159-BF27-73E52D8E7026}" dt="2021-09-14T04:21:17.250" v="15" actId="478"/>
          <ac:picMkLst>
            <pc:docMk/>
            <pc:sldMk cId="1921137803" sldId="353"/>
            <ac:picMk id="6146" creationId="{C4E91EDC-B948-49F7-9C82-6BA867E663CF}"/>
          </ac:picMkLst>
        </pc:picChg>
        <pc:picChg chg="del">
          <ac:chgData name="Le Thi Kim Oanh (FE FPTU CT)" userId="33772939-cd87-45c1-be61-e0648bc25a53" providerId="ADAL" clId="{50DEF07F-4C0D-4159-BF27-73E52D8E7026}" dt="2021-09-14T04:21:17.815" v="16" actId="478"/>
          <ac:picMkLst>
            <pc:docMk/>
            <pc:sldMk cId="1921137803" sldId="353"/>
            <ac:picMk id="6150" creationId="{A3E41B6F-F00F-4852-B30E-7AAB70912452}"/>
          </ac:picMkLst>
        </pc:picChg>
      </pc:sldChg>
      <pc:sldChg chg="modSp mod">
        <pc:chgData name="Le Thi Kim Oanh (FE FPTU CT)" userId="33772939-cd87-45c1-be61-e0648bc25a53" providerId="ADAL" clId="{50DEF07F-4C0D-4159-BF27-73E52D8E7026}" dt="2021-09-14T04:20:55.214" v="13" actId="20577"/>
        <pc:sldMkLst>
          <pc:docMk/>
          <pc:sldMk cId="1898346204" sldId="443"/>
        </pc:sldMkLst>
        <pc:spChg chg="mod">
          <ac:chgData name="Le Thi Kim Oanh (FE FPTU CT)" userId="33772939-cd87-45c1-be61-e0648bc25a53" providerId="ADAL" clId="{50DEF07F-4C0D-4159-BF27-73E52D8E7026}" dt="2021-09-13T13:41:34.020" v="8" actId="403"/>
          <ac:spMkLst>
            <pc:docMk/>
            <pc:sldMk cId="1898346204" sldId="443"/>
            <ac:spMk id="2" creationId="{5EF6DCCE-80F6-4D0D-97C7-067D35D1D426}"/>
          </ac:spMkLst>
        </pc:spChg>
        <pc:spChg chg="mod">
          <ac:chgData name="Le Thi Kim Oanh (FE FPTU CT)" userId="33772939-cd87-45c1-be61-e0648bc25a53" providerId="ADAL" clId="{50DEF07F-4C0D-4159-BF27-73E52D8E7026}" dt="2021-09-14T04:19:26.405" v="9" actId="20577"/>
          <ac:spMkLst>
            <pc:docMk/>
            <pc:sldMk cId="1898346204" sldId="443"/>
            <ac:spMk id="34" creationId="{01D98E79-DCBD-40D8-91C0-33E95A32483A}"/>
          </ac:spMkLst>
        </pc:spChg>
        <pc:spChg chg="mod">
          <ac:chgData name="Le Thi Kim Oanh (FE FPTU CT)" userId="33772939-cd87-45c1-be61-e0648bc25a53" providerId="ADAL" clId="{50DEF07F-4C0D-4159-BF27-73E52D8E7026}" dt="2021-09-14T04:20:55.214" v="13" actId="20577"/>
          <ac:spMkLst>
            <pc:docMk/>
            <pc:sldMk cId="1898346204" sldId="443"/>
            <ac:spMk id="76" creationId="{5488B2A3-09E1-4ED9-8CB5-A06EA337ED44}"/>
          </ac:spMkLst>
        </pc:spChg>
      </pc:sldChg>
      <pc:sldChg chg="addSp delSp modSp add mod">
        <pc:chgData name="Le Thi Kim Oanh (FE FPTU CT)" userId="33772939-cd87-45c1-be61-e0648bc25a53" providerId="ADAL" clId="{50DEF07F-4C0D-4159-BF27-73E52D8E7026}" dt="2021-09-14T04:26:50.247" v="170" actId="20577"/>
        <pc:sldMkLst>
          <pc:docMk/>
          <pc:sldMk cId="3766553441" sldId="532"/>
        </pc:sldMkLst>
        <pc:spChg chg="mod">
          <ac:chgData name="Le Thi Kim Oanh (FE FPTU CT)" userId="33772939-cd87-45c1-be61-e0648bc25a53" providerId="ADAL" clId="{50DEF07F-4C0D-4159-BF27-73E52D8E7026}" dt="2021-09-14T04:26:50.247" v="170" actId="20577"/>
          <ac:spMkLst>
            <pc:docMk/>
            <pc:sldMk cId="3766553441" sldId="532"/>
            <ac:spMk id="2" creationId="{42E7FF3D-1C5F-4028-AF2A-1DAE728C2E9F}"/>
          </ac:spMkLst>
        </pc:spChg>
        <pc:spChg chg="add del mod">
          <ac:chgData name="Le Thi Kim Oanh (FE FPTU CT)" userId="33772939-cd87-45c1-be61-e0648bc25a53" providerId="ADAL" clId="{50DEF07F-4C0D-4159-BF27-73E52D8E7026}" dt="2021-09-14T04:26:29.479" v="160" actId="931"/>
          <ac:spMkLst>
            <pc:docMk/>
            <pc:sldMk cId="3766553441" sldId="532"/>
            <ac:spMk id="4" creationId="{0A283472-9FDF-4A69-98B1-A59D8421622B}"/>
          </ac:spMkLst>
        </pc:spChg>
        <pc:picChg chg="del">
          <ac:chgData name="Le Thi Kim Oanh (FE FPTU CT)" userId="33772939-cd87-45c1-be61-e0648bc25a53" providerId="ADAL" clId="{50DEF07F-4C0D-4159-BF27-73E52D8E7026}" dt="2021-09-14T04:26:24.165" v="159" actId="478"/>
          <ac:picMkLst>
            <pc:docMk/>
            <pc:sldMk cId="3766553441" sldId="532"/>
            <ac:picMk id="6" creationId="{73F97F71-496B-4FF9-BFF7-1E7EB15F26F5}"/>
          </ac:picMkLst>
        </pc:picChg>
        <pc:picChg chg="add mod">
          <ac:chgData name="Le Thi Kim Oanh (FE FPTU CT)" userId="33772939-cd87-45c1-be61-e0648bc25a53" providerId="ADAL" clId="{50DEF07F-4C0D-4159-BF27-73E52D8E7026}" dt="2021-09-14T04:26:36.476" v="166" actId="14100"/>
          <ac:picMkLst>
            <pc:docMk/>
            <pc:sldMk cId="3766553441" sldId="532"/>
            <ac:picMk id="7" creationId="{C88E82E9-6205-4AB3-8B32-9213965C7F90}"/>
          </ac:picMkLst>
        </pc:picChg>
      </pc:sldChg>
      <pc:sldChg chg="add ord">
        <pc:chgData name="Le Thi Kim Oanh (FE FPTU CT)" userId="33772939-cd87-45c1-be61-e0648bc25a53" providerId="ADAL" clId="{50DEF07F-4C0D-4159-BF27-73E52D8E7026}" dt="2021-09-14T04:24:00.248" v="157"/>
        <pc:sldMkLst>
          <pc:docMk/>
          <pc:sldMk cId="657549217" sldId="558"/>
        </pc:sldMkLst>
      </pc:sldChg>
      <pc:sldChg chg="addSp delSp modSp new mod setBg modClrScheme chgLayout">
        <pc:chgData name="Le Thi Kim Oanh (FE FPTU CT)" userId="33772939-cd87-45c1-be61-e0648bc25a53" providerId="ADAL" clId="{50DEF07F-4C0D-4159-BF27-73E52D8E7026}" dt="2021-09-14T04:23:28.912" v="149" actId="26606"/>
        <pc:sldMkLst>
          <pc:docMk/>
          <pc:sldMk cId="2131610338" sldId="559"/>
        </pc:sldMkLst>
        <pc:spChg chg="del">
          <ac:chgData name="Le Thi Kim Oanh (FE FPTU CT)" userId="33772939-cd87-45c1-be61-e0648bc25a53" providerId="ADAL" clId="{50DEF07F-4C0D-4159-BF27-73E52D8E7026}" dt="2021-09-14T04:23:11.044" v="145" actId="700"/>
          <ac:spMkLst>
            <pc:docMk/>
            <pc:sldMk cId="2131610338" sldId="559"/>
            <ac:spMk id="2" creationId="{0E294168-35D1-4616-B328-EC1F3725DC2C}"/>
          </ac:spMkLst>
        </pc:spChg>
        <pc:spChg chg="del">
          <ac:chgData name="Le Thi Kim Oanh (FE FPTU CT)" userId="33772939-cd87-45c1-be61-e0648bc25a53" providerId="ADAL" clId="{50DEF07F-4C0D-4159-BF27-73E52D8E7026}" dt="2021-09-14T04:23:11.044" v="145" actId="700"/>
          <ac:spMkLst>
            <pc:docMk/>
            <pc:sldMk cId="2131610338" sldId="559"/>
            <ac:spMk id="3" creationId="{B7FFD6BF-1DBF-4BCA-BC86-DFBFC0B905DB}"/>
          </ac:spMkLst>
        </pc:spChg>
        <pc:spChg chg="del">
          <ac:chgData name="Le Thi Kim Oanh (FE FPTU CT)" userId="33772939-cd87-45c1-be61-e0648bc25a53" providerId="ADAL" clId="{50DEF07F-4C0D-4159-BF27-73E52D8E7026}" dt="2021-09-14T04:23:11.044" v="145" actId="700"/>
          <ac:spMkLst>
            <pc:docMk/>
            <pc:sldMk cId="2131610338" sldId="559"/>
            <ac:spMk id="4" creationId="{FA62F31E-B9AE-4D31-A97F-58A254652B31}"/>
          </ac:spMkLst>
        </pc:spChg>
        <pc:picChg chg="add mod">
          <ac:chgData name="Le Thi Kim Oanh (FE FPTU CT)" userId="33772939-cd87-45c1-be61-e0648bc25a53" providerId="ADAL" clId="{50DEF07F-4C0D-4159-BF27-73E52D8E7026}" dt="2021-09-14T04:23:28.912" v="149" actId="26606"/>
          <ac:picMkLst>
            <pc:docMk/>
            <pc:sldMk cId="2131610338" sldId="559"/>
            <ac:picMk id="6" creationId="{094F8243-7A19-441C-8006-625CFEE52899}"/>
          </ac:picMkLst>
        </pc:picChg>
      </pc:sldChg>
      <pc:sldChg chg="addSp delSp modSp add mod">
        <pc:chgData name="Le Thi Kim Oanh (FE FPTU CT)" userId="33772939-cd87-45c1-be61-e0648bc25a53" providerId="ADAL" clId="{50DEF07F-4C0D-4159-BF27-73E52D8E7026}" dt="2021-09-14T04:23:48.579" v="155" actId="962"/>
        <pc:sldMkLst>
          <pc:docMk/>
          <pc:sldMk cId="2845830887" sldId="560"/>
        </pc:sldMkLst>
        <pc:picChg chg="add mod">
          <ac:chgData name="Le Thi Kim Oanh (FE FPTU CT)" userId="33772939-cd87-45c1-be61-e0648bc25a53" providerId="ADAL" clId="{50DEF07F-4C0D-4159-BF27-73E52D8E7026}" dt="2021-09-14T04:23:48.579" v="155" actId="962"/>
          <ac:picMkLst>
            <pc:docMk/>
            <pc:sldMk cId="2845830887" sldId="560"/>
            <ac:picMk id="3" creationId="{10A4BC5A-0727-4242-A778-662A48871D1E}"/>
          </ac:picMkLst>
        </pc:picChg>
        <pc:picChg chg="del">
          <ac:chgData name="Le Thi Kim Oanh (FE FPTU CT)" userId="33772939-cd87-45c1-be61-e0648bc25a53" providerId="ADAL" clId="{50DEF07F-4C0D-4159-BF27-73E52D8E7026}" dt="2021-09-14T04:23:40.926" v="151" actId="478"/>
          <ac:picMkLst>
            <pc:docMk/>
            <pc:sldMk cId="2845830887" sldId="560"/>
            <ac:picMk id="6" creationId="{094F8243-7A19-441C-8006-625CFEE52899}"/>
          </ac:picMkLst>
        </pc:picChg>
      </pc:sldChg>
      <pc:sldChg chg="addSp delSp modSp add mod ord">
        <pc:chgData name="Le Thi Kim Oanh (FE FPTU CT)" userId="33772939-cd87-45c1-be61-e0648bc25a53" providerId="ADAL" clId="{50DEF07F-4C0D-4159-BF27-73E52D8E7026}" dt="2021-09-14T04:29:52.555" v="180" actId="14100"/>
        <pc:sldMkLst>
          <pc:docMk/>
          <pc:sldMk cId="4135665342" sldId="561"/>
        </pc:sldMkLst>
        <pc:spChg chg="add del mod">
          <ac:chgData name="Le Thi Kim Oanh (FE FPTU CT)" userId="33772939-cd87-45c1-be61-e0648bc25a53" providerId="ADAL" clId="{50DEF07F-4C0D-4159-BF27-73E52D8E7026}" dt="2021-09-14T04:29:45.851" v="175" actId="931"/>
          <ac:spMkLst>
            <pc:docMk/>
            <pc:sldMk cId="4135665342" sldId="561"/>
            <ac:spMk id="4" creationId="{A4A9E7F3-C18C-4DF6-9231-FC09F2A89C1B}"/>
          </ac:spMkLst>
        </pc:spChg>
        <pc:picChg chg="add mod">
          <ac:chgData name="Le Thi Kim Oanh (FE FPTU CT)" userId="33772939-cd87-45c1-be61-e0648bc25a53" providerId="ADAL" clId="{50DEF07F-4C0D-4159-BF27-73E52D8E7026}" dt="2021-09-14T04:29:52.555" v="180" actId="14100"/>
          <ac:picMkLst>
            <pc:docMk/>
            <pc:sldMk cId="4135665342" sldId="561"/>
            <ac:picMk id="6" creationId="{41C92822-2F47-4D0E-9FB5-248884046357}"/>
          </ac:picMkLst>
        </pc:picChg>
        <pc:picChg chg="del">
          <ac:chgData name="Le Thi Kim Oanh (FE FPTU CT)" userId="33772939-cd87-45c1-be61-e0648bc25a53" providerId="ADAL" clId="{50DEF07F-4C0D-4159-BF27-73E52D8E7026}" dt="2021-09-14T04:29:32.339" v="174" actId="478"/>
          <ac:picMkLst>
            <pc:docMk/>
            <pc:sldMk cId="4135665342" sldId="561"/>
            <ac:picMk id="7" creationId="{C88E82E9-6205-4AB3-8B32-9213965C7F90}"/>
          </ac:picMkLst>
        </pc:picChg>
      </pc:sldChg>
      <pc:sldChg chg="addSp delSp modSp add mod">
        <pc:chgData name="Le Thi Kim Oanh (FE FPTU CT)" userId="33772939-cd87-45c1-be61-e0648bc25a53" providerId="ADAL" clId="{50DEF07F-4C0D-4159-BF27-73E52D8E7026}" dt="2021-09-14T04:30:20.868" v="189" actId="1076"/>
        <pc:sldMkLst>
          <pc:docMk/>
          <pc:sldMk cId="3611676395" sldId="562"/>
        </pc:sldMkLst>
        <pc:spChg chg="add del mod">
          <ac:chgData name="Le Thi Kim Oanh (FE FPTU CT)" userId="33772939-cd87-45c1-be61-e0648bc25a53" providerId="ADAL" clId="{50DEF07F-4C0D-4159-BF27-73E52D8E7026}" dt="2021-09-14T04:30:13.638" v="183" actId="931"/>
          <ac:spMkLst>
            <pc:docMk/>
            <pc:sldMk cId="3611676395" sldId="562"/>
            <ac:spMk id="4" creationId="{86C5246D-B98A-4B0A-8635-B2AAA876F54F}"/>
          </ac:spMkLst>
        </pc:spChg>
        <pc:picChg chg="del">
          <ac:chgData name="Le Thi Kim Oanh (FE FPTU CT)" userId="33772939-cd87-45c1-be61-e0648bc25a53" providerId="ADAL" clId="{50DEF07F-4C0D-4159-BF27-73E52D8E7026}" dt="2021-09-14T04:30:07.689" v="182" actId="478"/>
          <ac:picMkLst>
            <pc:docMk/>
            <pc:sldMk cId="3611676395" sldId="562"/>
            <ac:picMk id="6" creationId="{41C92822-2F47-4D0E-9FB5-248884046357}"/>
          </ac:picMkLst>
        </pc:picChg>
        <pc:picChg chg="add mod">
          <ac:chgData name="Le Thi Kim Oanh (FE FPTU CT)" userId="33772939-cd87-45c1-be61-e0648bc25a53" providerId="ADAL" clId="{50DEF07F-4C0D-4159-BF27-73E52D8E7026}" dt="2021-09-14T04:30:20.868" v="189" actId="1076"/>
          <ac:picMkLst>
            <pc:docMk/>
            <pc:sldMk cId="3611676395" sldId="562"/>
            <ac:picMk id="7" creationId="{1E0FDB6C-F292-4A1C-AB53-34A40B4DAEB1}"/>
          </ac:picMkLst>
        </pc:picChg>
      </pc:sldChg>
      <pc:sldChg chg="addSp delSp modSp add mod">
        <pc:chgData name="Le Thi Kim Oanh (FE FPTU CT)" userId="33772939-cd87-45c1-be61-e0648bc25a53" providerId="ADAL" clId="{50DEF07F-4C0D-4159-BF27-73E52D8E7026}" dt="2021-09-14T04:30:45.508" v="197" actId="14100"/>
        <pc:sldMkLst>
          <pc:docMk/>
          <pc:sldMk cId="423598440" sldId="563"/>
        </pc:sldMkLst>
        <pc:spChg chg="add del mod">
          <ac:chgData name="Le Thi Kim Oanh (FE FPTU CT)" userId="33772939-cd87-45c1-be61-e0648bc25a53" providerId="ADAL" clId="{50DEF07F-4C0D-4159-BF27-73E52D8E7026}" dt="2021-09-14T04:30:38.500" v="192" actId="931"/>
          <ac:spMkLst>
            <pc:docMk/>
            <pc:sldMk cId="423598440" sldId="563"/>
            <ac:spMk id="4" creationId="{5056417B-A94C-44FB-86C4-0F5B0EEBCC3D}"/>
          </ac:spMkLst>
        </pc:spChg>
        <pc:picChg chg="add mod">
          <ac:chgData name="Le Thi Kim Oanh (FE FPTU CT)" userId="33772939-cd87-45c1-be61-e0648bc25a53" providerId="ADAL" clId="{50DEF07F-4C0D-4159-BF27-73E52D8E7026}" dt="2021-09-14T04:30:45.508" v="197" actId="14100"/>
          <ac:picMkLst>
            <pc:docMk/>
            <pc:sldMk cId="423598440" sldId="563"/>
            <ac:picMk id="6" creationId="{5D24C063-7CC8-4C42-8A05-2006FA5C0A80}"/>
          </ac:picMkLst>
        </pc:picChg>
        <pc:picChg chg="del">
          <ac:chgData name="Le Thi Kim Oanh (FE FPTU CT)" userId="33772939-cd87-45c1-be61-e0648bc25a53" providerId="ADAL" clId="{50DEF07F-4C0D-4159-BF27-73E52D8E7026}" dt="2021-09-14T04:30:31.003" v="191" actId="478"/>
          <ac:picMkLst>
            <pc:docMk/>
            <pc:sldMk cId="423598440" sldId="563"/>
            <ac:picMk id="7" creationId="{1E0FDB6C-F292-4A1C-AB53-34A40B4DAEB1}"/>
          </ac:picMkLst>
        </pc:picChg>
      </pc:sldChg>
    </pc:docChg>
  </pc:docChgLst>
  <pc:docChgLst>
    <pc:chgData name="Oanh Le Thi Kim  (FE FPTU CT)" userId="33772939-cd87-45c1-be61-e0648bc25a53" providerId="ADAL" clId="{50DEF07F-4C0D-4159-BF27-73E52D8E7026}"/>
    <pc:docChg chg="addSld delSld modSld delSection modSection">
      <pc:chgData name="Oanh Le Thi Kim  (FE FPTU CT)" userId="33772939-cd87-45c1-be61-e0648bc25a53" providerId="ADAL" clId="{50DEF07F-4C0D-4159-BF27-73E52D8E7026}" dt="2021-08-22T02:20:32.834" v="4"/>
      <pc:docMkLst>
        <pc:docMk/>
      </pc:docMkLst>
      <pc:sldChg chg="delSp add del setBg delDesignElem">
        <pc:chgData name="Oanh Le Thi Kim  (FE FPTU CT)" userId="33772939-cd87-45c1-be61-e0648bc25a53" providerId="ADAL" clId="{50DEF07F-4C0D-4159-BF27-73E52D8E7026}" dt="2021-08-22T02:20:32.834" v="4"/>
        <pc:sldMkLst>
          <pc:docMk/>
          <pc:sldMk cId="1809037783" sldId="256"/>
        </pc:sldMkLst>
        <pc:spChg chg="del">
          <ac:chgData name="Oanh Le Thi Kim  (FE FPTU CT)" userId="33772939-cd87-45c1-be61-e0648bc25a53" providerId="ADAL" clId="{50DEF07F-4C0D-4159-BF27-73E52D8E7026}" dt="2021-08-22T02:20:32.834" v="4"/>
          <ac:spMkLst>
            <pc:docMk/>
            <pc:sldMk cId="1809037783" sldId="256"/>
            <ac:spMk id="27" creationId="{7E0DC0F3-E144-463E-88B2-409384AEEEDB}"/>
          </ac:spMkLst>
        </pc:spChg>
        <pc:spChg chg="del">
          <ac:chgData name="Oanh Le Thi Kim  (FE FPTU CT)" userId="33772939-cd87-45c1-be61-e0648bc25a53" providerId="ADAL" clId="{50DEF07F-4C0D-4159-BF27-73E52D8E7026}" dt="2021-08-22T02:20:32.834" v="4"/>
          <ac:spMkLst>
            <pc:docMk/>
            <pc:sldMk cId="1809037783" sldId="256"/>
            <ac:spMk id="28" creationId="{13A8998A-DE1B-4FAE-820A-8A8B3A7B2EE0}"/>
          </ac:spMkLst>
        </pc:spChg>
        <pc:spChg chg="del">
          <ac:chgData name="Oanh Le Thi Kim  (FE FPTU CT)" userId="33772939-cd87-45c1-be61-e0648bc25a53" providerId="ADAL" clId="{50DEF07F-4C0D-4159-BF27-73E52D8E7026}" dt="2021-08-22T02:20:32.834" v="4"/>
          <ac:spMkLst>
            <pc:docMk/>
            <pc:sldMk cId="1809037783" sldId="256"/>
            <ac:spMk id="29" creationId="{39EBA89E-988C-457C-8BDF-3AAB4D9C5878}"/>
          </ac:spMkLst>
        </pc:spChg>
        <pc:spChg chg="del">
          <ac:chgData name="Oanh Le Thi Kim  (FE FPTU CT)" userId="33772939-cd87-45c1-be61-e0648bc25a53" providerId="ADAL" clId="{50DEF07F-4C0D-4159-BF27-73E52D8E7026}" dt="2021-08-22T02:20:32.834" v="4"/>
          <ac:spMkLst>
            <pc:docMk/>
            <pc:sldMk cId="1809037783" sldId="256"/>
            <ac:spMk id="30" creationId="{F7F6B76E-48DD-46FC-A900-366468BBE2D7}"/>
          </ac:spMkLst>
        </pc:spChg>
        <pc:spChg chg="del">
          <ac:chgData name="Oanh Le Thi Kim  (FE FPTU CT)" userId="33772939-cd87-45c1-be61-e0648bc25a53" providerId="ADAL" clId="{50DEF07F-4C0D-4159-BF27-73E52D8E7026}" dt="2021-08-22T02:20:32.834" v="4"/>
          <ac:spMkLst>
            <pc:docMk/>
            <pc:sldMk cId="1809037783" sldId="256"/>
            <ac:spMk id="31" creationId="{313DBE6E-A8BE-42BD-A187-65E0DDA0DC82}"/>
          </ac:spMkLst>
        </pc:spChg>
      </pc:sldChg>
      <pc:sldChg chg="del">
        <pc:chgData name="Oanh Le Thi Kim  (FE FPTU CT)" userId="33772939-cd87-45c1-be61-e0648bc25a53" providerId="ADAL" clId="{50DEF07F-4C0D-4159-BF27-73E52D8E7026}" dt="2021-08-08T10:06:22.391" v="0" actId="47"/>
        <pc:sldMkLst>
          <pc:docMk/>
          <pc:sldMk cId="1275143594" sldId="258"/>
        </pc:sldMkLst>
      </pc:sldChg>
      <pc:sldChg chg="del">
        <pc:chgData name="Oanh Le Thi Kim  (FE FPTU CT)" userId="33772939-cd87-45c1-be61-e0648bc25a53" providerId="ADAL" clId="{50DEF07F-4C0D-4159-BF27-73E52D8E7026}" dt="2021-08-08T10:06:22.391" v="0" actId="47"/>
        <pc:sldMkLst>
          <pc:docMk/>
          <pc:sldMk cId="1378875007" sldId="351"/>
        </pc:sldMkLst>
      </pc:sldChg>
      <pc:sldChg chg="del">
        <pc:chgData name="Oanh Le Thi Kim  (FE FPTU CT)" userId="33772939-cd87-45c1-be61-e0648bc25a53" providerId="ADAL" clId="{50DEF07F-4C0D-4159-BF27-73E52D8E7026}" dt="2021-08-08T10:06:22.391" v="0" actId="47"/>
        <pc:sldMkLst>
          <pc:docMk/>
          <pc:sldMk cId="1502880382" sldId="352"/>
        </pc:sldMkLst>
      </pc:sldChg>
      <pc:sldChg chg="del">
        <pc:chgData name="Oanh Le Thi Kim  (FE FPTU CT)" userId="33772939-cd87-45c1-be61-e0648bc25a53" providerId="ADAL" clId="{50DEF07F-4C0D-4159-BF27-73E52D8E7026}" dt="2021-08-08T10:06:22.391" v="0" actId="47"/>
        <pc:sldMkLst>
          <pc:docMk/>
          <pc:sldMk cId="2396949239" sldId="357"/>
        </pc:sldMkLst>
      </pc:sldChg>
      <pc:sldChg chg="del">
        <pc:chgData name="Oanh Le Thi Kim  (FE FPTU CT)" userId="33772939-cd87-45c1-be61-e0648bc25a53" providerId="ADAL" clId="{50DEF07F-4C0D-4159-BF27-73E52D8E7026}" dt="2021-08-08T10:06:22.391" v="0" actId="47"/>
        <pc:sldMkLst>
          <pc:docMk/>
          <pc:sldMk cId="2373456421" sldId="358"/>
        </pc:sldMkLst>
      </pc:sldChg>
      <pc:sldChg chg="del">
        <pc:chgData name="Oanh Le Thi Kim  (FE FPTU CT)" userId="33772939-cd87-45c1-be61-e0648bc25a53" providerId="ADAL" clId="{50DEF07F-4C0D-4159-BF27-73E52D8E7026}" dt="2021-08-08T10:06:22.391" v="0" actId="47"/>
        <pc:sldMkLst>
          <pc:docMk/>
          <pc:sldMk cId="2507326125" sldId="360"/>
        </pc:sldMkLst>
      </pc:sldChg>
      <pc:sldChg chg="del">
        <pc:chgData name="Oanh Le Thi Kim  (FE FPTU CT)" userId="33772939-cd87-45c1-be61-e0648bc25a53" providerId="ADAL" clId="{50DEF07F-4C0D-4159-BF27-73E52D8E7026}" dt="2021-08-08T10:06:22.391" v="0" actId="47"/>
        <pc:sldMkLst>
          <pc:docMk/>
          <pc:sldMk cId="406647322" sldId="363"/>
        </pc:sldMkLst>
      </pc:sldChg>
      <pc:sldChg chg="del">
        <pc:chgData name="Oanh Le Thi Kim  (FE FPTU CT)" userId="33772939-cd87-45c1-be61-e0648bc25a53" providerId="ADAL" clId="{50DEF07F-4C0D-4159-BF27-73E52D8E7026}" dt="2021-08-08T10:06:22.391" v="0" actId="47"/>
        <pc:sldMkLst>
          <pc:docMk/>
          <pc:sldMk cId="2705303052" sldId="370"/>
        </pc:sldMkLst>
      </pc:sldChg>
      <pc:sldChg chg="del">
        <pc:chgData name="Oanh Le Thi Kim  (FE FPTU CT)" userId="33772939-cd87-45c1-be61-e0648bc25a53" providerId="ADAL" clId="{50DEF07F-4C0D-4159-BF27-73E52D8E7026}" dt="2021-08-08T10:06:22.391" v="0" actId="47"/>
        <pc:sldMkLst>
          <pc:docMk/>
          <pc:sldMk cId="2104607827" sldId="371"/>
        </pc:sldMkLst>
      </pc:sldChg>
      <pc:sldChg chg="del">
        <pc:chgData name="Oanh Le Thi Kim  (FE FPTU CT)" userId="33772939-cd87-45c1-be61-e0648bc25a53" providerId="ADAL" clId="{50DEF07F-4C0D-4159-BF27-73E52D8E7026}" dt="2021-08-08T10:06:22.391" v="0" actId="47"/>
        <pc:sldMkLst>
          <pc:docMk/>
          <pc:sldMk cId="3397200444" sldId="372"/>
        </pc:sldMkLst>
      </pc:sldChg>
      <pc:sldChg chg="del">
        <pc:chgData name="Oanh Le Thi Kim  (FE FPTU CT)" userId="33772939-cd87-45c1-be61-e0648bc25a53" providerId="ADAL" clId="{50DEF07F-4C0D-4159-BF27-73E52D8E7026}" dt="2021-08-08T10:06:22.391" v="0" actId="47"/>
        <pc:sldMkLst>
          <pc:docMk/>
          <pc:sldMk cId="906519154" sldId="415"/>
        </pc:sldMkLst>
      </pc:sldChg>
      <pc:sldChg chg="del">
        <pc:chgData name="Oanh Le Thi Kim  (FE FPTU CT)" userId="33772939-cd87-45c1-be61-e0648bc25a53" providerId="ADAL" clId="{50DEF07F-4C0D-4159-BF27-73E52D8E7026}" dt="2021-08-08T10:06:22.391" v="0" actId="47"/>
        <pc:sldMkLst>
          <pc:docMk/>
          <pc:sldMk cId="1364144826" sldId="427"/>
        </pc:sldMkLst>
      </pc:sldChg>
      <pc:sldChg chg="del">
        <pc:chgData name="Oanh Le Thi Kim  (FE FPTU CT)" userId="33772939-cd87-45c1-be61-e0648bc25a53" providerId="ADAL" clId="{50DEF07F-4C0D-4159-BF27-73E52D8E7026}" dt="2021-08-08T10:06:22.391" v="0" actId="47"/>
        <pc:sldMkLst>
          <pc:docMk/>
          <pc:sldMk cId="608496223" sldId="428"/>
        </pc:sldMkLst>
      </pc:sldChg>
      <pc:sldChg chg="del">
        <pc:chgData name="Oanh Le Thi Kim  (FE FPTU CT)" userId="33772939-cd87-45c1-be61-e0648bc25a53" providerId="ADAL" clId="{50DEF07F-4C0D-4159-BF27-73E52D8E7026}" dt="2021-08-08T10:06:22.391" v="0" actId="47"/>
        <pc:sldMkLst>
          <pc:docMk/>
          <pc:sldMk cId="88392919" sldId="429"/>
        </pc:sldMkLst>
      </pc:sldChg>
      <pc:sldChg chg="del">
        <pc:chgData name="Oanh Le Thi Kim  (FE FPTU CT)" userId="33772939-cd87-45c1-be61-e0648bc25a53" providerId="ADAL" clId="{50DEF07F-4C0D-4159-BF27-73E52D8E7026}" dt="2021-08-08T10:06:22.391" v="0" actId="47"/>
        <pc:sldMkLst>
          <pc:docMk/>
          <pc:sldMk cId="886559900" sldId="430"/>
        </pc:sldMkLst>
      </pc:sldChg>
      <pc:sldChg chg="del">
        <pc:chgData name="Oanh Le Thi Kim  (FE FPTU CT)" userId="33772939-cd87-45c1-be61-e0648bc25a53" providerId="ADAL" clId="{50DEF07F-4C0D-4159-BF27-73E52D8E7026}" dt="2021-08-08T10:06:35.180" v="1" actId="47"/>
        <pc:sldMkLst>
          <pc:docMk/>
          <pc:sldMk cId="4025790530" sldId="444"/>
        </pc:sldMkLst>
      </pc:sldChg>
      <pc:sldChg chg="del">
        <pc:chgData name="Oanh Le Thi Kim  (FE FPTU CT)" userId="33772939-cd87-45c1-be61-e0648bc25a53" providerId="ADAL" clId="{50DEF07F-4C0D-4159-BF27-73E52D8E7026}" dt="2021-08-08T10:06:35.180" v="1" actId="47"/>
        <pc:sldMkLst>
          <pc:docMk/>
          <pc:sldMk cId="3450673402" sldId="454"/>
        </pc:sldMkLst>
      </pc:sldChg>
      <pc:sldChg chg="del">
        <pc:chgData name="Oanh Le Thi Kim  (FE FPTU CT)" userId="33772939-cd87-45c1-be61-e0648bc25a53" providerId="ADAL" clId="{50DEF07F-4C0D-4159-BF27-73E52D8E7026}" dt="2021-08-08T10:06:35.180" v="1" actId="47"/>
        <pc:sldMkLst>
          <pc:docMk/>
          <pc:sldMk cId="3715108067" sldId="455"/>
        </pc:sldMkLst>
      </pc:sldChg>
      <pc:sldChg chg="del">
        <pc:chgData name="Oanh Le Thi Kim  (FE FPTU CT)" userId="33772939-cd87-45c1-be61-e0648bc25a53" providerId="ADAL" clId="{50DEF07F-4C0D-4159-BF27-73E52D8E7026}" dt="2021-08-08T10:06:22.391" v="0" actId="47"/>
        <pc:sldMkLst>
          <pc:docMk/>
          <pc:sldMk cId="3154101632" sldId="461"/>
        </pc:sldMkLst>
      </pc:sldChg>
      <pc:sldChg chg="del">
        <pc:chgData name="Oanh Le Thi Kim  (FE FPTU CT)" userId="33772939-cd87-45c1-be61-e0648bc25a53" providerId="ADAL" clId="{50DEF07F-4C0D-4159-BF27-73E52D8E7026}" dt="2021-08-08T10:06:22.391" v="0" actId="47"/>
        <pc:sldMkLst>
          <pc:docMk/>
          <pc:sldMk cId="479023796" sldId="465"/>
        </pc:sldMkLst>
      </pc:sldChg>
      <pc:sldChg chg="del">
        <pc:chgData name="Oanh Le Thi Kim  (FE FPTU CT)" userId="33772939-cd87-45c1-be61-e0648bc25a53" providerId="ADAL" clId="{50DEF07F-4C0D-4159-BF27-73E52D8E7026}" dt="2021-08-08T10:06:22.391" v="0" actId="47"/>
        <pc:sldMkLst>
          <pc:docMk/>
          <pc:sldMk cId="1463685746" sldId="467"/>
        </pc:sldMkLst>
      </pc:sldChg>
      <pc:sldChg chg="del">
        <pc:chgData name="Oanh Le Thi Kim  (FE FPTU CT)" userId="33772939-cd87-45c1-be61-e0648bc25a53" providerId="ADAL" clId="{50DEF07F-4C0D-4159-BF27-73E52D8E7026}" dt="2021-08-08T10:06:22.391" v="0" actId="47"/>
        <pc:sldMkLst>
          <pc:docMk/>
          <pc:sldMk cId="639745509" sldId="468"/>
        </pc:sldMkLst>
      </pc:sldChg>
      <pc:sldChg chg="del">
        <pc:chgData name="Oanh Le Thi Kim  (FE FPTU CT)" userId="33772939-cd87-45c1-be61-e0648bc25a53" providerId="ADAL" clId="{50DEF07F-4C0D-4159-BF27-73E52D8E7026}" dt="2021-08-08T10:06:22.391" v="0" actId="47"/>
        <pc:sldMkLst>
          <pc:docMk/>
          <pc:sldMk cId="1651932579" sldId="469"/>
        </pc:sldMkLst>
      </pc:sldChg>
      <pc:sldChg chg="del">
        <pc:chgData name="Oanh Le Thi Kim  (FE FPTU CT)" userId="33772939-cd87-45c1-be61-e0648bc25a53" providerId="ADAL" clId="{50DEF07F-4C0D-4159-BF27-73E52D8E7026}" dt="2021-08-08T10:06:22.391" v="0" actId="47"/>
        <pc:sldMkLst>
          <pc:docMk/>
          <pc:sldMk cId="1761823914" sldId="470"/>
        </pc:sldMkLst>
      </pc:sldChg>
      <pc:sldChg chg="del">
        <pc:chgData name="Oanh Le Thi Kim  (FE FPTU CT)" userId="33772939-cd87-45c1-be61-e0648bc25a53" providerId="ADAL" clId="{50DEF07F-4C0D-4159-BF27-73E52D8E7026}" dt="2021-08-08T10:06:22.391" v="0" actId="47"/>
        <pc:sldMkLst>
          <pc:docMk/>
          <pc:sldMk cId="2492953139" sldId="473"/>
        </pc:sldMkLst>
      </pc:sldChg>
      <pc:sldChg chg="del">
        <pc:chgData name="Oanh Le Thi Kim  (FE FPTU CT)" userId="33772939-cd87-45c1-be61-e0648bc25a53" providerId="ADAL" clId="{50DEF07F-4C0D-4159-BF27-73E52D8E7026}" dt="2021-08-08T10:06:22.391" v="0" actId="47"/>
        <pc:sldMkLst>
          <pc:docMk/>
          <pc:sldMk cId="1040436584" sldId="474"/>
        </pc:sldMkLst>
      </pc:sldChg>
      <pc:sldChg chg="del">
        <pc:chgData name="Oanh Le Thi Kim  (FE FPTU CT)" userId="33772939-cd87-45c1-be61-e0648bc25a53" providerId="ADAL" clId="{50DEF07F-4C0D-4159-BF27-73E52D8E7026}" dt="2021-08-08T10:06:22.391" v="0" actId="47"/>
        <pc:sldMkLst>
          <pc:docMk/>
          <pc:sldMk cId="342738750" sldId="475"/>
        </pc:sldMkLst>
      </pc:sldChg>
      <pc:sldChg chg="del">
        <pc:chgData name="Oanh Le Thi Kim  (FE FPTU CT)" userId="33772939-cd87-45c1-be61-e0648bc25a53" providerId="ADAL" clId="{50DEF07F-4C0D-4159-BF27-73E52D8E7026}" dt="2021-08-08T10:06:22.391" v="0" actId="47"/>
        <pc:sldMkLst>
          <pc:docMk/>
          <pc:sldMk cId="3362160084" sldId="481"/>
        </pc:sldMkLst>
      </pc:sldChg>
      <pc:sldChg chg="del">
        <pc:chgData name="Oanh Le Thi Kim  (FE FPTU CT)" userId="33772939-cd87-45c1-be61-e0648bc25a53" providerId="ADAL" clId="{50DEF07F-4C0D-4159-BF27-73E52D8E7026}" dt="2021-08-08T10:06:22.391" v="0" actId="47"/>
        <pc:sldMkLst>
          <pc:docMk/>
          <pc:sldMk cId="2208081324" sldId="485"/>
        </pc:sldMkLst>
      </pc:sldChg>
      <pc:sldChg chg="del">
        <pc:chgData name="Oanh Le Thi Kim  (FE FPTU CT)" userId="33772939-cd87-45c1-be61-e0648bc25a53" providerId="ADAL" clId="{50DEF07F-4C0D-4159-BF27-73E52D8E7026}" dt="2021-08-08T10:06:22.391" v="0" actId="47"/>
        <pc:sldMkLst>
          <pc:docMk/>
          <pc:sldMk cId="894429737" sldId="486"/>
        </pc:sldMkLst>
      </pc:sldChg>
      <pc:sldChg chg="del">
        <pc:chgData name="Oanh Le Thi Kim  (FE FPTU CT)" userId="33772939-cd87-45c1-be61-e0648bc25a53" providerId="ADAL" clId="{50DEF07F-4C0D-4159-BF27-73E52D8E7026}" dt="2021-08-08T10:06:22.391" v="0" actId="47"/>
        <pc:sldMkLst>
          <pc:docMk/>
          <pc:sldMk cId="3384855407" sldId="487"/>
        </pc:sldMkLst>
      </pc:sldChg>
      <pc:sldChg chg="del">
        <pc:chgData name="Oanh Le Thi Kim  (FE FPTU CT)" userId="33772939-cd87-45c1-be61-e0648bc25a53" providerId="ADAL" clId="{50DEF07F-4C0D-4159-BF27-73E52D8E7026}" dt="2021-08-08T10:06:22.391" v="0" actId="47"/>
        <pc:sldMkLst>
          <pc:docMk/>
          <pc:sldMk cId="1064471091" sldId="491"/>
        </pc:sldMkLst>
      </pc:sldChg>
      <pc:sldChg chg="del">
        <pc:chgData name="Oanh Le Thi Kim  (FE FPTU CT)" userId="33772939-cd87-45c1-be61-e0648bc25a53" providerId="ADAL" clId="{50DEF07F-4C0D-4159-BF27-73E52D8E7026}" dt="2021-08-08T10:06:22.391" v="0" actId="47"/>
        <pc:sldMkLst>
          <pc:docMk/>
          <pc:sldMk cId="3151075774" sldId="496"/>
        </pc:sldMkLst>
      </pc:sldChg>
      <pc:sldChg chg="del">
        <pc:chgData name="Oanh Le Thi Kim  (FE FPTU CT)" userId="33772939-cd87-45c1-be61-e0648bc25a53" providerId="ADAL" clId="{50DEF07F-4C0D-4159-BF27-73E52D8E7026}" dt="2021-08-08T10:06:22.391" v="0" actId="47"/>
        <pc:sldMkLst>
          <pc:docMk/>
          <pc:sldMk cId="292098498" sldId="497"/>
        </pc:sldMkLst>
      </pc:sldChg>
      <pc:sldChg chg="del">
        <pc:chgData name="Oanh Le Thi Kim  (FE FPTU CT)" userId="33772939-cd87-45c1-be61-e0648bc25a53" providerId="ADAL" clId="{50DEF07F-4C0D-4159-BF27-73E52D8E7026}" dt="2021-08-08T10:06:35.180" v="1" actId="47"/>
        <pc:sldMkLst>
          <pc:docMk/>
          <pc:sldMk cId="1974939322" sldId="498"/>
        </pc:sldMkLst>
      </pc:sldChg>
      <pc:sldChg chg="del">
        <pc:chgData name="Oanh Le Thi Kim  (FE FPTU CT)" userId="33772939-cd87-45c1-be61-e0648bc25a53" providerId="ADAL" clId="{50DEF07F-4C0D-4159-BF27-73E52D8E7026}" dt="2021-08-08T10:06:35.180" v="1" actId="47"/>
        <pc:sldMkLst>
          <pc:docMk/>
          <pc:sldMk cId="966064167" sldId="499"/>
        </pc:sldMkLst>
      </pc:sldChg>
      <pc:sldChg chg="del">
        <pc:chgData name="Oanh Le Thi Kim  (FE FPTU CT)" userId="33772939-cd87-45c1-be61-e0648bc25a53" providerId="ADAL" clId="{50DEF07F-4C0D-4159-BF27-73E52D8E7026}" dt="2021-08-08T10:06:22.391" v="0" actId="47"/>
        <pc:sldMkLst>
          <pc:docMk/>
          <pc:sldMk cId="316366365" sldId="508"/>
        </pc:sldMkLst>
      </pc:sldChg>
      <pc:sldChg chg="del">
        <pc:chgData name="Oanh Le Thi Kim  (FE FPTU CT)" userId="33772939-cd87-45c1-be61-e0648bc25a53" providerId="ADAL" clId="{50DEF07F-4C0D-4159-BF27-73E52D8E7026}" dt="2021-08-08T10:06:35.180" v="1" actId="47"/>
        <pc:sldMkLst>
          <pc:docMk/>
          <pc:sldMk cId="4106046634" sldId="511"/>
        </pc:sldMkLst>
      </pc:sldChg>
      <pc:sldChg chg="del">
        <pc:chgData name="Oanh Le Thi Kim  (FE FPTU CT)" userId="33772939-cd87-45c1-be61-e0648bc25a53" providerId="ADAL" clId="{50DEF07F-4C0D-4159-BF27-73E52D8E7026}" dt="2021-08-08T10:06:35.180" v="1" actId="47"/>
        <pc:sldMkLst>
          <pc:docMk/>
          <pc:sldMk cId="3735703511" sldId="512"/>
        </pc:sldMkLst>
      </pc:sldChg>
      <pc:sldChg chg="del">
        <pc:chgData name="Oanh Le Thi Kim  (FE FPTU CT)" userId="33772939-cd87-45c1-be61-e0648bc25a53" providerId="ADAL" clId="{50DEF07F-4C0D-4159-BF27-73E52D8E7026}" dt="2021-08-08T10:06:35.180" v="1" actId="47"/>
        <pc:sldMkLst>
          <pc:docMk/>
          <pc:sldMk cId="1447244196" sldId="515"/>
        </pc:sldMkLst>
      </pc:sldChg>
      <pc:sldChg chg="del">
        <pc:chgData name="Oanh Le Thi Kim  (FE FPTU CT)" userId="33772939-cd87-45c1-be61-e0648bc25a53" providerId="ADAL" clId="{50DEF07F-4C0D-4159-BF27-73E52D8E7026}" dt="2021-08-08T10:06:35.180" v="1" actId="47"/>
        <pc:sldMkLst>
          <pc:docMk/>
          <pc:sldMk cId="903742106" sldId="516"/>
        </pc:sldMkLst>
      </pc:sldChg>
      <pc:sldChg chg="del">
        <pc:chgData name="Oanh Le Thi Kim  (FE FPTU CT)" userId="33772939-cd87-45c1-be61-e0648bc25a53" providerId="ADAL" clId="{50DEF07F-4C0D-4159-BF27-73E52D8E7026}" dt="2021-08-08T10:06:35.180" v="1" actId="47"/>
        <pc:sldMkLst>
          <pc:docMk/>
          <pc:sldMk cId="1153816822" sldId="520"/>
        </pc:sldMkLst>
      </pc:sldChg>
      <pc:sldChg chg="del">
        <pc:chgData name="Oanh Le Thi Kim  (FE FPTU CT)" userId="33772939-cd87-45c1-be61-e0648bc25a53" providerId="ADAL" clId="{50DEF07F-4C0D-4159-BF27-73E52D8E7026}" dt="2021-08-08T10:06:22.391" v="0" actId="47"/>
        <pc:sldMkLst>
          <pc:docMk/>
          <pc:sldMk cId="3188478350" sldId="522"/>
        </pc:sldMkLst>
      </pc:sldChg>
      <pc:sldChg chg="del">
        <pc:chgData name="Oanh Le Thi Kim  (FE FPTU CT)" userId="33772939-cd87-45c1-be61-e0648bc25a53" providerId="ADAL" clId="{50DEF07F-4C0D-4159-BF27-73E52D8E7026}" dt="2021-08-08T10:06:22.391" v="0" actId="47"/>
        <pc:sldMkLst>
          <pc:docMk/>
          <pc:sldMk cId="3327128442" sldId="523"/>
        </pc:sldMkLst>
      </pc:sldChg>
      <pc:sldChg chg="del">
        <pc:chgData name="Oanh Le Thi Kim  (FE FPTU CT)" userId="33772939-cd87-45c1-be61-e0648bc25a53" providerId="ADAL" clId="{50DEF07F-4C0D-4159-BF27-73E52D8E7026}" dt="2021-08-08T10:06:22.391" v="0" actId="47"/>
        <pc:sldMkLst>
          <pc:docMk/>
          <pc:sldMk cId="3578843821" sldId="524"/>
        </pc:sldMkLst>
      </pc:sldChg>
      <pc:sldChg chg="del">
        <pc:chgData name="Oanh Le Thi Kim  (FE FPTU CT)" userId="33772939-cd87-45c1-be61-e0648bc25a53" providerId="ADAL" clId="{50DEF07F-4C0D-4159-BF27-73E52D8E7026}" dt="2021-08-08T10:06:22.391" v="0" actId="47"/>
        <pc:sldMkLst>
          <pc:docMk/>
          <pc:sldMk cId="3061728550" sldId="525"/>
        </pc:sldMkLst>
      </pc:sldChg>
      <pc:sldChg chg="del">
        <pc:chgData name="Oanh Le Thi Kim  (FE FPTU CT)" userId="33772939-cd87-45c1-be61-e0648bc25a53" providerId="ADAL" clId="{50DEF07F-4C0D-4159-BF27-73E52D8E7026}" dt="2021-08-08T10:06:22.391" v="0" actId="47"/>
        <pc:sldMkLst>
          <pc:docMk/>
          <pc:sldMk cId="3525301300" sldId="526"/>
        </pc:sldMkLst>
      </pc:sldChg>
      <pc:sldChg chg="del">
        <pc:chgData name="Oanh Le Thi Kim  (FE FPTU CT)" userId="33772939-cd87-45c1-be61-e0648bc25a53" providerId="ADAL" clId="{50DEF07F-4C0D-4159-BF27-73E52D8E7026}" dt="2021-08-08T10:06:22.391" v="0" actId="47"/>
        <pc:sldMkLst>
          <pc:docMk/>
          <pc:sldMk cId="609547584" sldId="527"/>
        </pc:sldMkLst>
      </pc:sldChg>
      <pc:sldChg chg="del">
        <pc:chgData name="Oanh Le Thi Kim  (FE FPTU CT)" userId="33772939-cd87-45c1-be61-e0648bc25a53" providerId="ADAL" clId="{50DEF07F-4C0D-4159-BF27-73E52D8E7026}" dt="2021-08-08T10:06:22.391" v="0" actId="47"/>
        <pc:sldMkLst>
          <pc:docMk/>
          <pc:sldMk cId="4197795030" sldId="528"/>
        </pc:sldMkLst>
      </pc:sldChg>
      <pc:sldChg chg="del">
        <pc:chgData name="Oanh Le Thi Kim  (FE FPTU CT)" userId="33772939-cd87-45c1-be61-e0648bc25a53" providerId="ADAL" clId="{50DEF07F-4C0D-4159-BF27-73E52D8E7026}" dt="2021-08-08T10:06:22.391" v="0" actId="47"/>
        <pc:sldMkLst>
          <pc:docMk/>
          <pc:sldMk cId="2142847344" sldId="529"/>
        </pc:sldMkLst>
      </pc:sldChg>
      <pc:sldChg chg="del">
        <pc:chgData name="Oanh Le Thi Kim  (FE FPTU CT)" userId="33772939-cd87-45c1-be61-e0648bc25a53" providerId="ADAL" clId="{50DEF07F-4C0D-4159-BF27-73E52D8E7026}" dt="2021-08-08T10:06:22.391" v="0" actId="47"/>
        <pc:sldMkLst>
          <pc:docMk/>
          <pc:sldMk cId="1240510156" sldId="530"/>
        </pc:sldMkLst>
      </pc:sldChg>
      <pc:sldChg chg="del">
        <pc:chgData name="Oanh Le Thi Kim  (FE FPTU CT)" userId="33772939-cd87-45c1-be61-e0648bc25a53" providerId="ADAL" clId="{50DEF07F-4C0D-4159-BF27-73E52D8E7026}" dt="2021-08-08T10:06:22.391" v="0" actId="47"/>
        <pc:sldMkLst>
          <pc:docMk/>
          <pc:sldMk cId="1876143650" sldId="531"/>
        </pc:sldMkLst>
      </pc:sldChg>
      <pc:sldChg chg="del">
        <pc:chgData name="Oanh Le Thi Kim  (FE FPTU CT)" userId="33772939-cd87-45c1-be61-e0648bc25a53" providerId="ADAL" clId="{50DEF07F-4C0D-4159-BF27-73E52D8E7026}" dt="2021-08-08T10:06:22.391" v="0" actId="47"/>
        <pc:sldMkLst>
          <pc:docMk/>
          <pc:sldMk cId="4116813254" sldId="532"/>
        </pc:sldMkLst>
      </pc:sldChg>
      <pc:sldChg chg="del">
        <pc:chgData name="Oanh Le Thi Kim  (FE FPTU CT)" userId="33772939-cd87-45c1-be61-e0648bc25a53" providerId="ADAL" clId="{50DEF07F-4C0D-4159-BF27-73E52D8E7026}" dt="2021-08-08T10:06:22.391" v="0" actId="47"/>
        <pc:sldMkLst>
          <pc:docMk/>
          <pc:sldMk cId="1828293573" sldId="533"/>
        </pc:sldMkLst>
      </pc:sldChg>
      <pc:sldChg chg="del">
        <pc:chgData name="Oanh Le Thi Kim  (FE FPTU CT)" userId="33772939-cd87-45c1-be61-e0648bc25a53" providerId="ADAL" clId="{50DEF07F-4C0D-4159-BF27-73E52D8E7026}" dt="2021-08-08T10:06:22.391" v="0" actId="47"/>
        <pc:sldMkLst>
          <pc:docMk/>
          <pc:sldMk cId="2779800683" sldId="534"/>
        </pc:sldMkLst>
      </pc:sldChg>
      <pc:sldChg chg="del">
        <pc:chgData name="Oanh Le Thi Kim  (FE FPTU CT)" userId="33772939-cd87-45c1-be61-e0648bc25a53" providerId="ADAL" clId="{50DEF07F-4C0D-4159-BF27-73E52D8E7026}" dt="2021-08-08T10:06:22.391" v="0" actId="47"/>
        <pc:sldMkLst>
          <pc:docMk/>
          <pc:sldMk cId="1861529350" sldId="535"/>
        </pc:sldMkLst>
      </pc:sldChg>
      <pc:sldChg chg="del">
        <pc:chgData name="Oanh Le Thi Kim  (FE FPTU CT)" userId="33772939-cd87-45c1-be61-e0648bc25a53" providerId="ADAL" clId="{50DEF07F-4C0D-4159-BF27-73E52D8E7026}" dt="2021-08-08T10:06:22.391" v="0" actId="47"/>
        <pc:sldMkLst>
          <pc:docMk/>
          <pc:sldMk cId="2274424584" sldId="536"/>
        </pc:sldMkLst>
      </pc:sldChg>
      <pc:sldChg chg="del">
        <pc:chgData name="Oanh Le Thi Kim  (FE FPTU CT)" userId="33772939-cd87-45c1-be61-e0648bc25a53" providerId="ADAL" clId="{50DEF07F-4C0D-4159-BF27-73E52D8E7026}" dt="2021-08-08T10:06:22.391" v="0" actId="47"/>
        <pc:sldMkLst>
          <pc:docMk/>
          <pc:sldMk cId="2666912814" sldId="537"/>
        </pc:sldMkLst>
      </pc:sldChg>
      <pc:sldChg chg="del">
        <pc:chgData name="Oanh Le Thi Kim  (FE FPTU CT)" userId="33772939-cd87-45c1-be61-e0648bc25a53" providerId="ADAL" clId="{50DEF07F-4C0D-4159-BF27-73E52D8E7026}" dt="2021-08-08T10:06:22.391" v="0" actId="47"/>
        <pc:sldMkLst>
          <pc:docMk/>
          <pc:sldMk cId="3064711339" sldId="539"/>
        </pc:sldMkLst>
      </pc:sldChg>
      <pc:sldChg chg="del">
        <pc:chgData name="Oanh Le Thi Kim  (FE FPTU CT)" userId="33772939-cd87-45c1-be61-e0648bc25a53" providerId="ADAL" clId="{50DEF07F-4C0D-4159-BF27-73E52D8E7026}" dt="2021-08-08T10:06:22.391" v="0" actId="47"/>
        <pc:sldMkLst>
          <pc:docMk/>
          <pc:sldMk cId="2233207590" sldId="540"/>
        </pc:sldMkLst>
      </pc:sldChg>
      <pc:sldChg chg="del">
        <pc:chgData name="Oanh Le Thi Kim  (FE FPTU CT)" userId="33772939-cd87-45c1-be61-e0648bc25a53" providerId="ADAL" clId="{50DEF07F-4C0D-4159-BF27-73E52D8E7026}" dt="2021-08-08T10:06:22.391" v="0" actId="47"/>
        <pc:sldMkLst>
          <pc:docMk/>
          <pc:sldMk cId="3937232163" sldId="542"/>
        </pc:sldMkLst>
      </pc:sldChg>
      <pc:sldChg chg="del">
        <pc:chgData name="Oanh Le Thi Kim  (FE FPTU CT)" userId="33772939-cd87-45c1-be61-e0648bc25a53" providerId="ADAL" clId="{50DEF07F-4C0D-4159-BF27-73E52D8E7026}" dt="2021-08-08T10:06:22.391" v="0" actId="47"/>
        <pc:sldMkLst>
          <pc:docMk/>
          <pc:sldMk cId="761691474" sldId="544"/>
        </pc:sldMkLst>
      </pc:sldChg>
      <pc:sldChg chg="del">
        <pc:chgData name="Oanh Le Thi Kim  (FE FPTU CT)" userId="33772939-cd87-45c1-be61-e0648bc25a53" providerId="ADAL" clId="{50DEF07F-4C0D-4159-BF27-73E52D8E7026}" dt="2021-08-08T10:06:22.391" v="0" actId="47"/>
        <pc:sldMkLst>
          <pc:docMk/>
          <pc:sldMk cId="3493391816" sldId="545"/>
        </pc:sldMkLst>
      </pc:sldChg>
      <pc:sldChg chg="del">
        <pc:chgData name="Oanh Le Thi Kim  (FE FPTU CT)" userId="33772939-cd87-45c1-be61-e0648bc25a53" providerId="ADAL" clId="{50DEF07F-4C0D-4159-BF27-73E52D8E7026}" dt="2021-08-08T10:06:22.391" v="0" actId="47"/>
        <pc:sldMkLst>
          <pc:docMk/>
          <pc:sldMk cId="2483994906" sldId="546"/>
        </pc:sldMkLst>
      </pc:sldChg>
      <pc:sldChg chg="del">
        <pc:chgData name="Oanh Le Thi Kim  (FE FPTU CT)" userId="33772939-cd87-45c1-be61-e0648bc25a53" providerId="ADAL" clId="{50DEF07F-4C0D-4159-BF27-73E52D8E7026}" dt="2021-08-08T10:06:22.391" v="0" actId="47"/>
        <pc:sldMkLst>
          <pc:docMk/>
          <pc:sldMk cId="840231377" sldId="552"/>
        </pc:sldMkLst>
      </pc:sldChg>
      <pc:sldChg chg="del">
        <pc:chgData name="Oanh Le Thi Kim  (FE FPTU CT)" userId="33772939-cd87-45c1-be61-e0648bc25a53" providerId="ADAL" clId="{50DEF07F-4C0D-4159-BF27-73E52D8E7026}" dt="2021-08-08T10:06:35.180" v="1" actId="47"/>
        <pc:sldMkLst>
          <pc:docMk/>
          <pc:sldMk cId="4189729720" sldId="558"/>
        </pc:sldMkLst>
      </pc:sldChg>
      <pc:sldChg chg="del">
        <pc:chgData name="Oanh Le Thi Kim  (FE FPTU CT)" userId="33772939-cd87-45c1-be61-e0648bc25a53" providerId="ADAL" clId="{50DEF07F-4C0D-4159-BF27-73E52D8E7026}" dt="2021-08-08T10:06:35.180" v="1" actId="47"/>
        <pc:sldMkLst>
          <pc:docMk/>
          <pc:sldMk cId="3933939711" sldId="559"/>
        </pc:sldMkLst>
      </pc:sldChg>
      <pc:sldChg chg="del">
        <pc:chgData name="Oanh Le Thi Kim  (FE FPTU CT)" userId="33772939-cd87-45c1-be61-e0648bc25a53" providerId="ADAL" clId="{50DEF07F-4C0D-4159-BF27-73E52D8E7026}" dt="2021-08-08T10:06:35.180" v="1" actId="47"/>
        <pc:sldMkLst>
          <pc:docMk/>
          <pc:sldMk cId="47248008" sldId="560"/>
        </pc:sldMkLst>
      </pc:sldChg>
      <pc:sldChg chg="del">
        <pc:chgData name="Oanh Le Thi Kim  (FE FPTU CT)" userId="33772939-cd87-45c1-be61-e0648bc25a53" providerId="ADAL" clId="{50DEF07F-4C0D-4159-BF27-73E52D8E7026}" dt="2021-08-08T10:06:35.180" v="1" actId="47"/>
        <pc:sldMkLst>
          <pc:docMk/>
          <pc:sldMk cId="3499322909" sldId="561"/>
        </pc:sldMkLst>
      </pc:sldChg>
      <pc:sldChg chg="del">
        <pc:chgData name="Oanh Le Thi Kim  (FE FPTU CT)" userId="33772939-cd87-45c1-be61-e0648bc25a53" providerId="ADAL" clId="{50DEF07F-4C0D-4159-BF27-73E52D8E7026}" dt="2021-08-08T10:06:35.180" v="1" actId="47"/>
        <pc:sldMkLst>
          <pc:docMk/>
          <pc:sldMk cId="2700409769" sldId="562"/>
        </pc:sldMkLst>
      </pc:sldChg>
      <pc:sldChg chg="del">
        <pc:chgData name="Oanh Le Thi Kim  (FE FPTU CT)" userId="33772939-cd87-45c1-be61-e0648bc25a53" providerId="ADAL" clId="{50DEF07F-4C0D-4159-BF27-73E52D8E7026}" dt="2021-08-08T10:06:35.180" v="1" actId="47"/>
        <pc:sldMkLst>
          <pc:docMk/>
          <pc:sldMk cId="1072070141" sldId="563"/>
        </pc:sldMkLst>
      </pc:sldChg>
      <pc:sldChg chg="del">
        <pc:chgData name="Oanh Le Thi Kim  (FE FPTU CT)" userId="33772939-cd87-45c1-be61-e0648bc25a53" providerId="ADAL" clId="{50DEF07F-4C0D-4159-BF27-73E52D8E7026}" dt="2021-08-08T10:06:35.180" v="1" actId="47"/>
        <pc:sldMkLst>
          <pc:docMk/>
          <pc:sldMk cId="2342303636" sldId="564"/>
        </pc:sldMkLst>
      </pc:sldChg>
      <pc:sldChg chg="del">
        <pc:chgData name="Oanh Le Thi Kim  (FE FPTU CT)" userId="33772939-cd87-45c1-be61-e0648bc25a53" providerId="ADAL" clId="{50DEF07F-4C0D-4159-BF27-73E52D8E7026}" dt="2021-08-08T10:06:22.391" v="0" actId="47"/>
        <pc:sldMkLst>
          <pc:docMk/>
          <pc:sldMk cId="3495950575" sldId="566"/>
        </pc:sldMkLst>
      </pc:sldChg>
      <pc:sldChg chg="del">
        <pc:chgData name="Oanh Le Thi Kim  (FE FPTU CT)" userId="33772939-cd87-45c1-be61-e0648bc25a53" providerId="ADAL" clId="{50DEF07F-4C0D-4159-BF27-73E52D8E7026}" dt="2021-08-08T10:06:22.391" v="0" actId="47"/>
        <pc:sldMkLst>
          <pc:docMk/>
          <pc:sldMk cId="2222945943" sldId="567"/>
        </pc:sldMkLst>
      </pc:sldChg>
      <pc:sldChg chg="del">
        <pc:chgData name="Oanh Le Thi Kim  (FE FPTU CT)" userId="33772939-cd87-45c1-be61-e0648bc25a53" providerId="ADAL" clId="{50DEF07F-4C0D-4159-BF27-73E52D8E7026}" dt="2021-08-08T10:06:22.391" v="0" actId="47"/>
        <pc:sldMkLst>
          <pc:docMk/>
          <pc:sldMk cId="3718655682" sldId="568"/>
        </pc:sldMkLst>
      </pc:sldChg>
      <pc:sldChg chg="del">
        <pc:chgData name="Oanh Le Thi Kim  (FE FPTU CT)" userId="33772939-cd87-45c1-be61-e0648bc25a53" providerId="ADAL" clId="{50DEF07F-4C0D-4159-BF27-73E52D8E7026}" dt="2021-08-08T10:06:22.391" v="0" actId="47"/>
        <pc:sldMkLst>
          <pc:docMk/>
          <pc:sldMk cId="754117947" sldId="5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D4AC79-637E-4A71-B73B-6E806EDF51EE}" type="datetimeFigureOut">
              <a:rPr lang="en-US" smtClean="0"/>
              <a:t>9/14/2021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E8D07D-93F7-416F-A73A-05ECF16F3B14}" type="slidenum">
              <a:rPr lang="en-US" smtClean="0"/>
              <a:t>‹#›</a:t>
            </a:fld>
            <a:endParaRPr lang="en-US"/>
          </a:p>
        </p:txBody>
      </p:sp>
    </p:spTree>
    <p:extLst>
      <p:ext uri="{BB962C8B-B14F-4D97-AF65-F5344CB8AC3E}">
        <p14:creationId xmlns:p14="http://schemas.microsoft.com/office/powerpoint/2010/main" val="4185001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7CD11A-EED3-40CE-98A3-28FEE84867B3}" type="slidenum">
              <a:rPr lang="en-US" smtClean="0"/>
              <a:t>2</a:t>
            </a:fld>
            <a:endParaRPr lang="en-US"/>
          </a:p>
        </p:txBody>
      </p:sp>
    </p:spTree>
    <p:extLst>
      <p:ext uri="{BB962C8B-B14F-4D97-AF65-F5344CB8AC3E}">
        <p14:creationId xmlns:p14="http://schemas.microsoft.com/office/powerpoint/2010/main" val="1994347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3</a:t>
            </a:fld>
            <a:endParaRPr lang="en-US"/>
          </a:p>
        </p:txBody>
      </p:sp>
    </p:spTree>
    <p:extLst>
      <p:ext uri="{BB962C8B-B14F-4D97-AF65-F5344CB8AC3E}">
        <p14:creationId xmlns:p14="http://schemas.microsoft.com/office/powerpoint/2010/main" val="27860498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dirty="0">
                <a:solidFill>
                  <a:srgbClr val="000000"/>
                </a:solidFill>
                <a:effectLst/>
                <a:latin typeface="Arial" panose="020B0604020202020204" pitchFamily="34" charset="0"/>
              </a:rPr>
              <a:t>地震があったら、机の下に入って、揺れがおさまるのを待ちます。</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4</a:t>
            </a:fld>
            <a:endParaRPr lang="en-US"/>
          </a:p>
        </p:txBody>
      </p:sp>
    </p:spTree>
    <p:extLst>
      <p:ext uri="{BB962C8B-B14F-4D97-AF65-F5344CB8AC3E}">
        <p14:creationId xmlns:p14="http://schemas.microsoft.com/office/powerpoint/2010/main" val="3568976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Dựa vào bài đọc trang </a:t>
            </a:r>
            <a:r>
              <a:rPr lang="ja-JP" altLang="en-US" dirty="0"/>
              <a:t>６５</a:t>
            </a:r>
            <a:r>
              <a:rPr lang="vi-VN" dirty="0"/>
              <a:t> để trả lời các câu hỏi trên. </a:t>
            </a:r>
            <a:endParaRPr lang="en-US" dirty="0"/>
          </a:p>
        </p:txBody>
      </p:sp>
      <p:sp>
        <p:nvSpPr>
          <p:cNvPr id="4" name="Slide Number Placeholder 3"/>
          <p:cNvSpPr>
            <a:spLocks noGrp="1"/>
          </p:cNvSpPr>
          <p:nvPr>
            <p:ph type="sldNum" sz="quarter" idx="5"/>
          </p:nvPr>
        </p:nvSpPr>
        <p:spPr/>
        <p:txBody>
          <a:bodyPr/>
          <a:lstStyle/>
          <a:p>
            <a:fld id="{74E8D07D-93F7-416F-A73A-05ECF16F3B14}" type="slidenum">
              <a:rPr lang="en-US" smtClean="0"/>
              <a:t>7</a:t>
            </a:fld>
            <a:endParaRPr lang="en-US"/>
          </a:p>
        </p:txBody>
      </p:sp>
    </p:spTree>
    <p:extLst>
      <p:ext uri="{BB962C8B-B14F-4D97-AF65-F5344CB8AC3E}">
        <p14:creationId xmlns:p14="http://schemas.microsoft.com/office/powerpoint/2010/main" val="22065414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Dựa vào bài đọc trang </a:t>
            </a:r>
            <a:r>
              <a:rPr lang="ja-JP" altLang="en-US" dirty="0"/>
              <a:t>６５</a:t>
            </a:r>
            <a:r>
              <a:rPr lang="vi-VN" dirty="0"/>
              <a:t> để trả lời các câu hỏi trên. </a:t>
            </a:r>
            <a:endParaRPr lang="en-US" dirty="0"/>
          </a:p>
        </p:txBody>
      </p:sp>
      <p:sp>
        <p:nvSpPr>
          <p:cNvPr id="4" name="Slide Number Placeholder 3"/>
          <p:cNvSpPr>
            <a:spLocks noGrp="1"/>
          </p:cNvSpPr>
          <p:nvPr>
            <p:ph type="sldNum" sz="quarter" idx="5"/>
          </p:nvPr>
        </p:nvSpPr>
        <p:spPr/>
        <p:txBody>
          <a:bodyPr/>
          <a:lstStyle/>
          <a:p>
            <a:fld id="{74E8D07D-93F7-416F-A73A-05ECF16F3B14}" type="slidenum">
              <a:rPr lang="en-US" smtClean="0"/>
              <a:t>8</a:t>
            </a:fld>
            <a:endParaRPr lang="en-US"/>
          </a:p>
        </p:txBody>
      </p:sp>
    </p:spTree>
    <p:extLst>
      <p:ext uri="{BB962C8B-B14F-4D97-AF65-F5344CB8AC3E}">
        <p14:creationId xmlns:p14="http://schemas.microsoft.com/office/powerpoint/2010/main" val="29536633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9</a:t>
            </a:fld>
            <a:endParaRPr lang="en-US"/>
          </a:p>
        </p:txBody>
      </p:sp>
    </p:spTree>
    <p:extLst>
      <p:ext uri="{BB962C8B-B14F-4D97-AF65-F5344CB8AC3E}">
        <p14:creationId xmlns:p14="http://schemas.microsoft.com/office/powerpoint/2010/main" val="31416869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10</a:t>
            </a:fld>
            <a:endParaRPr lang="en-US"/>
          </a:p>
        </p:txBody>
      </p:sp>
    </p:spTree>
    <p:extLst>
      <p:ext uri="{BB962C8B-B14F-4D97-AF65-F5344CB8AC3E}">
        <p14:creationId xmlns:p14="http://schemas.microsoft.com/office/powerpoint/2010/main" val="801147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vi-VN" b="0" i="0" dirty="0">
                <a:solidFill>
                  <a:srgbClr val="000000"/>
                </a:solidFill>
                <a:effectLst/>
                <a:latin typeface="Arial" panose="020B0604020202020204" pitchFamily="34" charset="0"/>
              </a:rPr>
              <a:t>３．</a:t>
            </a:r>
            <a:r>
              <a:rPr lang="vi-VN" altLang="ja-JP" b="0" i="0" dirty="0">
                <a:solidFill>
                  <a:srgbClr val="000000"/>
                </a:solidFill>
                <a:effectLst/>
                <a:latin typeface="Arial" panose="020B0604020202020204" pitchFamily="34" charset="0"/>
              </a:rPr>
              <a:t>SV tự điền vào</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12</a:t>
            </a:fld>
            <a:endParaRPr lang="en-US"/>
          </a:p>
        </p:txBody>
      </p:sp>
    </p:spTree>
    <p:extLst>
      <p:ext uri="{BB962C8B-B14F-4D97-AF65-F5344CB8AC3E}">
        <p14:creationId xmlns:p14="http://schemas.microsoft.com/office/powerpoint/2010/main" val="1396600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vi-VN" b="0" i="0" dirty="0">
                <a:solidFill>
                  <a:srgbClr val="000000"/>
                </a:solidFill>
                <a:effectLst/>
                <a:latin typeface="Arial" panose="020B0604020202020204" pitchFamily="34" charset="0"/>
              </a:rPr>
              <a:t>３．</a:t>
            </a:r>
            <a:r>
              <a:rPr lang="vi-VN" altLang="ja-JP" b="0" i="0" dirty="0">
                <a:solidFill>
                  <a:srgbClr val="000000"/>
                </a:solidFill>
                <a:effectLst/>
                <a:latin typeface="Arial" panose="020B0604020202020204" pitchFamily="34" charset="0"/>
              </a:rPr>
              <a:t>SV tự điền vào</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13</a:t>
            </a:fld>
            <a:endParaRPr lang="en-US"/>
          </a:p>
        </p:txBody>
      </p:sp>
    </p:spTree>
    <p:extLst>
      <p:ext uri="{BB962C8B-B14F-4D97-AF65-F5344CB8AC3E}">
        <p14:creationId xmlns:p14="http://schemas.microsoft.com/office/powerpoint/2010/main" val="25225145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vi-VN" b="0" i="0" dirty="0">
                <a:solidFill>
                  <a:srgbClr val="000000"/>
                </a:solidFill>
                <a:effectLst/>
                <a:latin typeface="Arial" panose="020B0604020202020204" pitchFamily="34" charset="0"/>
              </a:rPr>
              <a:t>３．</a:t>
            </a:r>
            <a:r>
              <a:rPr lang="vi-VN" altLang="ja-JP" b="0" i="0" dirty="0">
                <a:solidFill>
                  <a:srgbClr val="000000"/>
                </a:solidFill>
                <a:effectLst/>
                <a:latin typeface="Arial" panose="020B0604020202020204" pitchFamily="34" charset="0"/>
              </a:rPr>
              <a:t>SV tự điền vào</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14</a:t>
            </a:fld>
            <a:endParaRPr lang="en-US"/>
          </a:p>
        </p:txBody>
      </p:sp>
    </p:spTree>
    <p:extLst>
      <p:ext uri="{BB962C8B-B14F-4D97-AF65-F5344CB8AC3E}">
        <p14:creationId xmlns:p14="http://schemas.microsoft.com/office/powerpoint/2010/main" val="4134514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15</a:t>
            </a:fld>
            <a:endParaRPr lang="en-US"/>
          </a:p>
        </p:txBody>
      </p:sp>
    </p:spTree>
    <p:extLst>
      <p:ext uri="{BB962C8B-B14F-4D97-AF65-F5344CB8AC3E}">
        <p14:creationId xmlns:p14="http://schemas.microsoft.com/office/powerpoint/2010/main" val="27939909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vi-VN" b="0" i="0" dirty="0">
                <a:solidFill>
                  <a:srgbClr val="000000"/>
                </a:solidFill>
                <a:effectLst/>
                <a:latin typeface="Arial" panose="020B0604020202020204" pitchFamily="34" charset="0"/>
              </a:rPr>
              <a:t>３．</a:t>
            </a:r>
            <a:r>
              <a:rPr lang="vi-VN" altLang="ja-JP" b="0" i="0" dirty="0">
                <a:solidFill>
                  <a:srgbClr val="000000"/>
                </a:solidFill>
                <a:effectLst/>
                <a:latin typeface="Arial" panose="020B0604020202020204" pitchFamily="34" charset="0"/>
              </a:rPr>
              <a:t>SV tự điền vào</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17</a:t>
            </a:fld>
            <a:endParaRPr lang="en-US"/>
          </a:p>
        </p:txBody>
      </p:sp>
    </p:spTree>
    <p:extLst>
      <p:ext uri="{BB962C8B-B14F-4D97-AF65-F5344CB8AC3E}">
        <p14:creationId xmlns:p14="http://schemas.microsoft.com/office/powerpoint/2010/main" val="29622218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dirty="0">
                <a:solidFill>
                  <a:srgbClr val="000000"/>
                </a:solidFill>
                <a:effectLst/>
                <a:latin typeface="Arial" panose="020B0604020202020204" pitchFamily="34" charset="0"/>
              </a:rPr>
              <a:t>４</a:t>
            </a:r>
            <a:r>
              <a:rPr lang="ja-JP" altLang="vi-VN" b="0" i="0" dirty="0">
                <a:solidFill>
                  <a:srgbClr val="000000"/>
                </a:solidFill>
                <a:effectLst/>
                <a:latin typeface="Arial" panose="020B0604020202020204" pitchFamily="34" charset="0"/>
              </a:rPr>
              <a:t>．</a:t>
            </a:r>
            <a:r>
              <a:rPr lang="vi-VN" altLang="ja-JP" b="0" i="0" dirty="0">
                <a:solidFill>
                  <a:srgbClr val="000000"/>
                </a:solidFill>
                <a:effectLst/>
                <a:latin typeface="Arial" panose="020B0604020202020204" pitchFamily="34" charset="0"/>
              </a:rPr>
              <a:t>SV tự điền vào</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18</a:t>
            </a:fld>
            <a:endParaRPr lang="en-US"/>
          </a:p>
        </p:txBody>
      </p:sp>
    </p:spTree>
    <p:extLst>
      <p:ext uri="{BB962C8B-B14F-4D97-AF65-F5344CB8AC3E}">
        <p14:creationId xmlns:p14="http://schemas.microsoft.com/office/powerpoint/2010/main" val="16037892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19</a:t>
            </a:fld>
            <a:endParaRPr lang="en-US"/>
          </a:p>
        </p:txBody>
      </p:sp>
    </p:spTree>
    <p:extLst>
      <p:ext uri="{BB962C8B-B14F-4D97-AF65-F5344CB8AC3E}">
        <p14:creationId xmlns:p14="http://schemas.microsoft.com/office/powerpoint/2010/main" val="36369433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21</a:t>
            </a:fld>
            <a:endParaRPr lang="en-US"/>
          </a:p>
        </p:txBody>
      </p:sp>
    </p:spTree>
    <p:extLst>
      <p:ext uri="{BB962C8B-B14F-4D97-AF65-F5344CB8AC3E}">
        <p14:creationId xmlns:p14="http://schemas.microsoft.com/office/powerpoint/2010/main" val="4305622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22</a:t>
            </a:fld>
            <a:endParaRPr lang="en-US"/>
          </a:p>
        </p:txBody>
      </p:sp>
    </p:spTree>
    <p:extLst>
      <p:ext uri="{BB962C8B-B14F-4D97-AF65-F5344CB8AC3E}">
        <p14:creationId xmlns:p14="http://schemas.microsoft.com/office/powerpoint/2010/main" val="35442024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23</a:t>
            </a:fld>
            <a:endParaRPr lang="en-US"/>
          </a:p>
        </p:txBody>
      </p:sp>
    </p:spTree>
    <p:extLst>
      <p:ext uri="{BB962C8B-B14F-4D97-AF65-F5344CB8AC3E}">
        <p14:creationId xmlns:p14="http://schemas.microsoft.com/office/powerpoint/2010/main" val="8086354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25</a:t>
            </a:fld>
            <a:endParaRPr lang="en-US"/>
          </a:p>
        </p:txBody>
      </p:sp>
    </p:spTree>
    <p:extLst>
      <p:ext uri="{BB962C8B-B14F-4D97-AF65-F5344CB8AC3E}">
        <p14:creationId xmlns:p14="http://schemas.microsoft.com/office/powerpoint/2010/main" val="1876050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8C7FB-2231-4C26-BB4A-5BA9894A69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818C77-A614-417B-BFC7-CBA53A8BB7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77160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46F45-CA2A-4988-873F-0116AC8431F6}"/>
              </a:ext>
            </a:extLst>
          </p:cNvPr>
          <p:cNvSpPr>
            <a:spLocks noGrp="1"/>
          </p:cNvSpPr>
          <p:nvPr>
            <p:ph type="title"/>
          </p:nvPr>
        </p:nvSpPr>
        <p:spPr>
          <a:xfrm>
            <a:off x="629265" y="365126"/>
            <a:ext cx="10943610" cy="814745"/>
          </a:xfrm>
        </p:spPr>
        <p:txBody>
          <a:bodyPr>
            <a:normAutofit/>
          </a:bodyPr>
          <a:lstStyle>
            <a:lvl1pPr>
              <a:defRPr sz="3600"/>
            </a:lvl1pPr>
          </a:lstStyle>
          <a:p>
            <a:endParaRPr lang="en-US" dirty="0"/>
          </a:p>
        </p:txBody>
      </p:sp>
      <p:sp>
        <p:nvSpPr>
          <p:cNvPr id="7" name="Content Placeholder 6">
            <a:extLst>
              <a:ext uri="{FF2B5EF4-FFF2-40B4-BE49-F238E27FC236}">
                <a16:creationId xmlns:a16="http://schemas.microsoft.com/office/drawing/2014/main" id="{B525123F-A5C6-452C-853C-53235A48CAD6}"/>
              </a:ext>
            </a:extLst>
          </p:cNvPr>
          <p:cNvSpPr>
            <a:spLocks noGrp="1"/>
          </p:cNvSpPr>
          <p:nvPr>
            <p:ph sz="quarter" idx="13"/>
          </p:nvPr>
        </p:nvSpPr>
        <p:spPr>
          <a:xfrm>
            <a:off x="629265" y="1828800"/>
            <a:ext cx="5466735" cy="3480619"/>
          </a:xfrm>
        </p:spPr>
        <p:txBody>
          <a:bodyPr/>
          <a:lstStyle>
            <a:lvl1pPr>
              <a:defRPr sz="2000"/>
            </a:lvl1pPr>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8">
            <a:extLst>
              <a:ext uri="{FF2B5EF4-FFF2-40B4-BE49-F238E27FC236}">
                <a16:creationId xmlns:a16="http://schemas.microsoft.com/office/drawing/2014/main" id="{60EA6298-9743-48B8-A25C-863BFFCB9144}"/>
              </a:ext>
            </a:extLst>
          </p:cNvPr>
          <p:cNvSpPr>
            <a:spLocks noGrp="1"/>
          </p:cNvSpPr>
          <p:nvPr>
            <p:ph type="pic" sz="quarter" idx="14"/>
          </p:nvPr>
        </p:nvSpPr>
        <p:spPr>
          <a:xfrm>
            <a:off x="7030065" y="1946275"/>
            <a:ext cx="4542810" cy="3097673"/>
          </a:xfrm>
        </p:spPr>
        <p:txBody>
          <a:bodyPr/>
          <a:lstStyle/>
          <a:p>
            <a:endParaRPr lang="en-US" dirty="0"/>
          </a:p>
        </p:txBody>
      </p:sp>
    </p:spTree>
    <p:extLst>
      <p:ext uri="{BB962C8B-B14F-4D97-AF65-F5344CB8AC3E}">
        <p14:creationId xmlns:p14="http://schemas.microsoft.com/office/powerpoint/2010/main" val="1456329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F0BCD-32CE-47F3-8315-2473B8AF7D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C3059B-2D6C-42DF-8074-E72342B294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C109A9-74C6-4023-9D79-7A19C6307D1C}"/>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5" name="Footer Placeholder 4">
            <a:extLst>
              <a:ext uri="{FF2B5EF4-FFF2-40B4-BE49-F238E27FC236}">
                <a16:creationId xmlns:a16="http://schemas.microsoft.com/office/drawing/2014/main" id="{3FC4CFD5-90D6-432F-982A-07461275F1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35A442-C7AE-48C1-A3E8-4B6127CDFA46}"/>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83033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2EE63-C26E-421A-9CD1-766899CBB1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148466-D14C-4196-A871-13A00CE155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A42D23-2217-473F-B4F1-927F290E1AC2}"/>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5" name="Footer Placeholder 4">
            <a:extLst>
              <a:ext uri="{FF2B5EF4-FFF2-40B4-BE49-F238E27FC236}">
                <a16:creationId xmlns:a16="http://schemas.microsoft.com/office/drawing/2014/main" id="{2E424888-79E9-4FC9-982B-6C9DB3869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337D11-5F5D-4098-A402-1EEE154AE52B}"/>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813631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38151-881E-45F1-B5A1-3486E147F0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D9466A-EF98-4CBB-A36A-A5D6793094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1B4661-4C1D-4729-97C4-09C1E14E8E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54AE64-DDF8-4823-8895-A51D00245C72}"/>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6" name="Footer Placeholder 5">
            <a:extLst>
              <a:ext uri="{FF2B5EF4-FFF2-40B4-BE49-F238E27FC236}">
                <a16:creationId xmlns:a16="http://schemas.microsoft.com/office/drawing/2014/main" id="{9EE416DA-647E-4533-AC1E-34BAB737B6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D3EB35-FFDF-424A-9F11-1EA3BD27C9A6}"/>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3864499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D358B-1377-48AB-832D-4300317078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2A7963-751E-45AC-8609-D56E81E28E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8B208A-D174-4295-B7E2-24EE8E954F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517FF0-5F6E-4193-B326-0659B6B061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B28880-116C-42E4-AC92-D5BB5A644E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8204A1-F53A-4EE0-9CDA-CC556A2FA99A}"/>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8" name="Footer Placeholder 7">
            <a:extLst>
              <a:ext uri="{FF2B5EF4-FFF2-40B4-BE49-F238E27FC236}">
                <a16:creationId xmlns:a16="http://schemas.microsoft.com/office/drawing/2014/main" id="{62FC743E-65FF-4520-BEFB-283E61A876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A248EE8-1196-4741-B910-F79F488CE358}"/>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2812396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54CBB-8EA5-4786-9A6E-6AD78DC24FA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740D110-F6DD-48CB-B86A-DCD389BF4B0E}"/>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4" name="Footer Placeholder 3">
            <a:extLst>
              <a:ext uri="{FF2B5EF4-FFF2-40B4-BE49-F238E27FC236}">
                <a16:creationId xmlns:a16="http://schemas.microsoft.com/office/drawing/2014/main" id="{E4196B01-C666-4C99-B6D5-0312A7D6AF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32530F-F05A-4103-ACA3-8524E3952FDB}"/>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873919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774ECB-40C6-4E27-B12A-76765E06C047}"/>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3" name="Footer Placeholder 2">
            <a:extLst>
              <a:ext uri="{FF2B5EF4-FFF2-40B4-BE49-F238E27FC236}">
                <a16:creationId xmlns:a16="http://schemas.microsoft.com/office/drawing/2014/main" id="{7348A493-46CF-4B48-9829-0B9348D9B1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394916-4042-4D8E-892A-914EFC5C8468}"/>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403158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E9A22-F9BC-46DC-AEE7-154C4212FD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D0601E-00A8-49B9-A830-4F65C30C5C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2F4117-F189-49C1-B50B-A6E6F7D45C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4FDE5D-3801-4B6B-BB4E-8C13D3FA86F7}"/>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6" name="Footer Placeholder 5">
            <a:extLst>
              <a:ext uri="{FF2B5EF4-FFF2-40B4-BE49-F238E27FC236}">
                <a16:creationId xmlns:a16="http://schemas.microsoft.com/office/drawing/2014/main" id="{A8B2F431-0B70-4957-8502-1C9D5ED222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0A9ED5-091C-47EC-A349-9DDCAFB0C0E4}"/>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695164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D373A-8FCB-4D17-8EAD-FFC347B841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5F3061-C6B3-46FD-9AA6-647F375FF5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3B56BAD-90B9-4DDC-9323-CE6E7CA3C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DBCEDF-9268-40D0-8BD3-2F66ED598A99}"/>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6" name="Footer Placeholder 5">
            <a:extLst>
              <a:ext uri="{FF2B5EF4-FFF2-40B4-BE49-F238E27FC236}">
                <a16:creationId xmlns:a16="http://schemas.microsoft.com/office/drawing/2014/main" id="{A0378D75-586A-435B-AEB3-3B663B057A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3D7D3-8D4E-4C0C-93BA-6805456BB9ED}"/>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4140445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86861-86FD-46D3-8C4A-BD8F8739CF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8C41C9-0E4E-4630-AD3A-F9C0111246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479CB1-9562-4BE1-B3DF-73F80ED0F05D}"/>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5" name="Footer Placeholder 4">
            <a:extLst>
              <a:ext uri="{FF2B5EF4-FFF2-40B4-BE49-F238E27FC236}">
                <a16:creationId xmlns:a16="http://schemas.microsoft.com/office/drawing/2014/main" id="{F63F8E2C-7661-4D7C-84B6-9613A552DE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B337A5-7C23-45ED-A420-AFC1BDEB366E}"/>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9181832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581C5C-90C6-4213-9929-35460CC0E9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25DB24-352A-43EE-BF2B-4B92429C67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B6E31F-E745-417D-96CF-F813DB47BAA0}"/>
              </a:ext>
            </a:extLst>
          </p:cNvPr>
          <p:cNvSpPr>
            <a:spLocks noGrp="1"/>
          </p:cNvSpPr>
          <p:nvPr>
            <p:ph type="dt" sz="half" idx="10"/>
          </p:nvPr>
        </p:nvSpPr>
        <p:spPr/>
        <p:txBody>
          <a:bodyPr/>
          <a:lstStyle/>
          <a:p>
            <a:fld id="{685A48F5-4720-4E72-9BE0-60A65680E518}" type="datetimeFigureOut">
              <a:rPr lang="en-US" smtClean="0"/>
              <a:t>9/14/2021</a:t>
            </a:fld>
            <a:endParaRPr lang="en-US"/>
          </a:p>
        </p:txBody>
      </p:sp>
      <p:sp>
        <p:nvSpPr>
          <p:cNvPr id="5" name="Footer Placeholder 4">
            <a:extLst>
              <a:ext uri="{FF2B5EF4-FFF2-40B4-BE49-F238E27FC236}">
                <a16:creationId xmlns:a16="http://schemas.microsoft.com/office/drawing/2014/main" id="{3EE4D048-BFA9-4C3F-8E7F-5A04C24917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4F8832-E1F7-428C-9C5E-4EDA77C09F4A}"/>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31808220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7996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6D6F93-6FDF-4426-9952-14A26626E7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F8CDEE-2564-4A48-A6AE-B4267AB94B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56B168-9AF9-46D3-A943-488DA535DE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5A48F5-4720-4E72-9BE0-60A65680E518}" type="datetimeFigureOut">
              <a:rPr lang="en-US" smtClean="0"/>
              <a:t>9/14/2021</a:t>
            </a:fld>
            <a:endParaRPr lang="en-US"/>
          </a:p>
        </p:txBody>
      </p:sp>
      <p:sp>
        <p:nvSpPr>
          <p:cNvPr id="5" name="Footer Placeholder 4">
            <a:extLst>
              <a:ext uri="{FF2B5EF4-FFF2-40B4-BE49-F238E27FC236}">
                <a16:creationId xmlns:a16="http://schemas.microsoft.com/office/drawing/2014/main" id="{27CA7723-1DC3-4BA8-87A4-36C9907B35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BFB9CAE-CE0B-4F9B-AFE8-36EF8BF3DB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3A991B-FBDD-4339-A602-F29DCEBE7F2E}" type="slidenum">
              <a:rPr lang="en-US" smtClean="0"/>
              <a:t>‹#›</a:t>
            </a:fld>
            <a:endParaRPr lang="en-US"/>
          </a:p>
        </p:txBody>
      </p:sp>
    </p:spTree>
    <p:extLst>
      <p:ext uri="{BB962C8B-B14F-4D97-AF65-F5344CB8AC3E}">
        <p14:creationId xmlns:p14="http://schemas.microsoft.com/office/powerpoint/2010/main" val="3024305187"/>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7.JP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AAF1E5F-AE49-4BFB-A904-4DB64475F4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1633" y="76169"/>
            <a:ext cx="5304739" cy="556996"/>
          </a:xfrm>
          <a:prstGeom prst="rect">
            <a:avLst/>
          </a:prstGeom>
        </p:spPr>
      </p:pic>
      <p:pic>
        <p:nvPicPr>
          <p:cNvPr id="2" name="Picture 2" descr="ペットと避難している人たちのイラスト">
            <a:extLst>
              <a:ext uri="{FF2B5EF4-FFF2-40B4-BE49-F238E27FC236}">
                <a16:creationId xmlns:a16="http://schemas.microsoft.com/office/drawing/2014/main" id="{A4E34955-B981-45EA-BD27-FB70B41411A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27472" y="1282012"/>
            <a:ext cx="4614130" cy="4614130"/>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a:extLst>
              <a:ext uri="{FF2B5EF4-FFF2-40B4-BE49-F238E27FC236}">
                <a16:creationId xmlns:a16="http://schemas.microsoft.com/office/drawing/2014/main" id="{CC93BCF8-1575-47FE-83D7-E49D028334FA}"/>
              </a:ext>
            </a:extLst>
          </p:cNvPr>
          <p:cNvSpPr>
            <a:spLocks noGrp="1"/>
          </p:cNvSpPr>
          <p:nvPr>
            <p:ph type="title"/>
          </p:nvPr>
        </p:nvSpPr>
        <p:spPr>
          <a:xfrm>
            <a:off x="6697928" y="1702959"/>
            <a:ext cx="4558191" cy="1283186"/>
          </a:xfrm>
          <a:solidFill>
            <a:srgbClr val="5E9C53"/>
          </a:solidFill>
        </p:spPr>
        <p:txBody>
          <a:bodyPr>
            <a:normAutofit/>
          </a:bodyPr>
          <a:lstStyle/>
          <a:p>
            <a:pPr algn="ctr"/>
            <a:r>
              <a:rPr lang="ja-JP" altLang="en-US" sz="6000" b="1" dirty="0">
                <a:solidFill>
                  <a:srgbClr val="FF0000"/>
                </a:solidFill>
              </a:rPr>
              <a:t>第</a:t>
            </a:r>
            <a:r>
              <a:rPr lang="vi-VN" altLang="ja-JP" sz="6000" b="1" dirty="0">
                <a:solidFill>
                  <a:srgbClr val="FF0000"/>
                </a:solidFill>
              </a:rPr>
              <a:t>5</a:t>
            </a:r>
            <a:r>
              <a:rPr lang="ja-JP" altLang="en-US" sz="6000" b="1" dirty="0">
                <a:solidFill>
                  <a:srgbClr val="FF0000"/>
                </a:solidFill>
              </a:rPr>
              <a:t>課</a:t>
            </a:r>
            <a:endParaRPr lang="en-US" sz="6000" b="1" dirty="0">
              <a:solidFill>
                <a:srgbClr val="FF0000"/>
              </a:solidFill>
            </a:endParaRPr>
          </a:p>
        </p:txBody>
      </p:sp>
      <p:sp>
        <p:nvSpPr>
          <p:cNvPr id="8" name="Content Placeholder 7">
            <a:extLst>
              <a:ext uri="{FF2B5EF4-FFF2-40B4-BE49-F238E27FC236}">
                <a16:creationId xmlns:a16="http://schemas.microsoft.com/office/drawing/2014/main" id="{1F42536D-8522-415B-8140-96FCF821CC3B}"/>
              </a:ext>
            </a:extLst>
          </p:cNvPr>
          <p:cNvSpPr>
            <a:spLocks noGrp="1"/>
          </p:cNvSpPr>
          <p:nvPr>
            <p:ph idx="1"/>
          </p:nvPr>
        </p:nvSpPr>
        <p:spPr>
          <a:xfrm>
            <a:off x="6691056" y="3234881"/>
            <a:ext cx="4558191" cy="2819365"/>
          </a:xfrm>
          <a:solidFill>
            <a:schemeClr val="accent2">
              <a:lumMod val="20000"/>
              <a:lumOff val="80000"/>
            </a:schemeClr>
          </a:solidFill>
        </p:spPr>
        <p:txBody>
          <a:bodyPr anchor="t">
            <a:normAutofit/>
          </a:bodyPr>
          <a:lstStyle/>
          <a:p>
            <a:pPr marL="0" indent="0">
              <a:buNone/>
            </a:pPr>
            <a:endParaRPr lang="en-US" altLang="ja-JP" sz="2400" b="1" dirty="0">
              <a:solidFill>
                <a:srgbClr val="FEFFFF"/>
              </a:solidFill>
            </a:endParaRPr>
          </a:p>
          <a:p>
            <a:pPr marL="0" indent="0" algn="ctr">
              <a:buNone/>
            </a:pPr>
            <a:r>
              <a:rPr lang="ja-JP" altLang="en-US" sz="6000" b="1" dirty="0">
                <a:solidFill>
                  <a:srgbClr val="FF0000"/>
                </a:solidFill>
              </a:rPr>
              <a:t>緊急事態</a:t>
            </a:r>
            <a:endParaRPr lang="en-US" sz="6000" b="1" dirty="0">
              <a:solidFill>
                <a:srgbClr val="FF0000"/>
              </a:solidFill>
            </a:endParaRPr>
          </a:p>
        </p:txBody>
      </p:sp>
    </p:spTree>
    <p:extLst>
      <p:ext uri="{BB962C8B-B14F-4D97-AF65-F5344CB8AC3E}">
        <p14:creationId xmlns:p14="http://schemas.microsoft.com/office/powerpoint/2010/main" val="1809037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ight Arrow 31">
            <a:extLst>
              <a:ext uri="{FF2B5EF4-FFF2-40B4-BE49-F238E27FC236}">
                <a16:creationId xmlns:a16="http://schemas.microsoft.com/office/drawing/2014/main" id="{AF13FB71-FB39-43DD-8C61-DD31CDAF2B18}"/>
              </a:ext>
            </a:extLst>
          </p:cNvPr>
          <p:cNvSpPr/>
          <p:nvPr/>
        </p:nvSpPr>
        <p:spPr>
          <a:xfrm>
            <a:off x="3456782" y="1448955"/>
            <a:ext cx="4475380" cy="941145"/>
          </a:xfrm>
          <a:prstGeom prst="rightArrow">
            <a:avLst>
              <a:gd name="adj1" fmla="val 70149"/>
              <a:gd name="adj2" fmla="val 6627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accent3"/>
              </a:solidFill>
            </a:endParaRPr>
          </a:p>
        </p:txBody>
      </p:sp>
      <p:sp>
        <p:nvSpPr>
          <p:cNvPr id="67" name="Right Arrow 50">
            <a:extLst>
              <a:ext uri="{FF2B5EF4-FFF2-40B4-BE49-F238E27FC236}">
                <a16:creationId xmlns:a16="http://schemas.microsoft.com/office/drawing/2014/main" id="{DA11F572-F2F7-4422-966B-B26E1FC9651E}"/>
              </a:ext>
            </a:extLst>
          </p:cNvPr>
          <p:cNvSpPr/>
          <p:nvPr/>
        </p:nvSpPr>
        <p:spPr>
          <a:xfrm>
            <a:off x="3435971" y="2671183"/>
            <a:ext cx="3566113" cy="941145"/>
          </a:xfrm>
          <a:prstGeom prst="rightArrow">
            <a:avLst>
              <a:gd name="adj1" fmla="val 70149"/>
              <a:gd name="adj2" fmla="val 6627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accent2"/>
              </a:solidFill>
            </a:endParaRPr>
          </a:p>
        </p:txBody>
      </p:sp>
      <p:sp>
        <p:nvSpPr>
          <p:cNvPr id="69" name="Rectangle 68">
            <a:extLst>
              <a:ext uri="{FF2B5EF4-FFF2-40B4-BE49-F238E27FC236}">
                <a16:creationId xmlns:a16="http://schemas.microsoft.com/office/drawing/2014/main" id="{95BED15D-0C26-48BE-B68B-62AD18DD1C26}"/>
              </a:ext>
            </a:extLst>
          </p:cNvPr>
          <p:cNvSpPr/>
          <p:nvPr/>
        </p:nvSpPr>
        <p:spPr>
          <a:xfrm>
            <a:off x="3456781" y="0"/>
            <a:ext cx="45719" cy="687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70" name="TextBox 69">
            <a:extLst>
              <a:ext uri="{FF2B5EF4-FFF2-40B4-BE49-F238E27FC236}">
                <a16:creationId xmlns:a16="http://schemas.microsoft.com/office/drawing/2014/main" id="{50D9759D-D2A1-4776-9FE3-C180179E2D07}"/>
              </a:ext>
            </a:extLst>
          </p:cNvPr>
          <p:cNvSpPr txBox="1"/>
          <p:nvPr/>
        </p:nvSpPr>
        <p:spPr>
          <a:xfrm>
            <a:off x="1998813" y="1725035"/>
            <a:ext cx="1313180" cy="523220"/>
          </a:xfrm>
          <a:prstGeom prst="rect">
            <a:avLst/>
          </a:prstGeom>
          <a:noFill/>
        </p:spPr>
        <p:txBody>
          <a:bodyPr wrap="square" rtlCol="0" anchor="ctr">
            <a:spAutoFit/>
          </a:bodyPr>
          <a:lstStyle/>
          <a:p>
            <a:pPr algn="ctr"/>
            <a:r>
              <a:rPr lang="en-US" altLang="ko-KR" sz="2800" b="1">
                <a:solidFill>
                  <a:schemeClr val="bg1"/>
                </a:solidFill>
              </a:rPr>
              <a:t>1</a:t>
            </a:r>
            <a:endParaRPr lang="ko-KR" altLang="en-US" sz="2800" b="1" dirty="0">
              <a:solidFill>
                <a:schemeClr val="bg1"/>
              </a:solidFill>
            </a:endParaRPr>
          </a:p>
        </p:txBody>
      </p:sp>
      <p:sp>
        <p:nvSpPr>
          <p:cNvPr id="71" name="TextBox 70">
            <a:extLst>
              <a:ext uri="{FF2B5EF4-FFF2-40B4-BE49-F238E27FC236}">
                <a16:creationId xmlns:a16="http://schemas.microsoft.com/office/drawing/2014/main" id="{645780F6-BE70-4CDD-8B06-0F7CB32B539B}"/>
              </a:ext>
            </a:extLst>
          </p:cNvPr>
          <p:cNvSpPr txBox="1"/>
          <p:nvPr/>
        </p:nvSpPr>
        <p:spPr>
          <a:xfrm>
            <a:off x="1880987" y="2691775"/>
            <a:ext cx="1313180" cy="523220"/>
          </a:xfrm>
          <a:prstGeom prst="rect">
            <a:avLst/>
          </a:prstGeom>
          <a:noFill/>
        </p:spPr>
        <p:txBody>
          <a:bodyPr wrap="square" rtlCol="0" anchor="ctr">
            <a:spAutoFit/>
          </a:bodyPr>
          <a:lstStyle/>
          <a:p>
            <a:pPr algn="ctr"/>
            <a:r>
              <a:rPr lang="en-US" altLang="ko-KR" sz="2800" b="1">
                <a:solidFill>
                  <a:schemeClr val="bg1"/>
                </a:solidFill>
              </a:rPr>
              <a:t>2</a:t>
            </a:r>
            <a:endParaRPr lang="ko-KR" altLang="en-US" sz="2800" b="1" dirty="0">
              <a:solidFill>
                <a:schemeClr val="bg1"/>
              </a:solidFill>
            </a:endParaRPr>
          </a:p>
        </p:txBody>
      </p:sp>
      <p:sp>
        <p:nvSpPr>
          <p:cNvPr id="72" name="TextBox 71">
            <a:extLst>
              <a:ext uri="{FF2B5EF4-FFF2-40B4-BE49-F238E27FC236}">
                <a16:creationId xmlns:a16="http://schemas.microsoft.com/office/drawing/2014/main" id="{2813E2F9-8AD4-456C-8DAF-D78D64C46E53}"/>
              </a:ext>
            </a:extLst>
          </p:cNvPr>
          <p:cNvSpPr txBox="1"/>
          <p:nvPr/>
        </p:nvSpPr>
        <p:spPr>
          <a:xfrm>
            <a:off x="1880987" y="3658515"/>
            <a:ext cx="1313180" cy="523220"/>
          </a:xfrm>
          <a:prstGeom prst="rect">
            <a:avLst/>
          </a:prstGeom>
          <a:noFill/>
        </p:spPr>
        <p:txBody>
          <a:bodyPr wrap="square" rtlCol="0" anchor="ctr">
            <a:spAutoFit/>
          </a:bodyPr>
          <a:lstStyle/>
          <a:p>
            <a:pPr algn="ctr"/>
            <a:r>
              <a:rPr lang="en-US" altLang="ko-KR" sz="2800" b="1">
                <a:solidFill>
                  <a:schemeClr val="bg1"/>
                </a:solidFill>
              </a:rPr>
              <a:t>3</a:t>
            </a:r>
            <a:endParaRPr lang="ko-KR" altLang="en-US" sz="2800" b="1" dirty="0">
              <a:solidFill>
                <a:schemeClr val="bg1"/>
              </a:solidFill>
            </a:endParaRPr>
          </a:p>
        </p:txBody>
      </p:sp>
      <p:sp>
        <p:nvSpPr>
          <p:cNvPr id="73" name="TextBox 72">
            <a:extLst>
              <a:ext uri="{FF2B5EF4-FFF2-40B4-BE49-F238E27FC236}">
                <a16:creationId xmlns:a16="http://schemas.microsoft.com/office/drawing/2014/main" id="{BCCBE81C-AF3F-48C4-ABD1-0165CF397291}"/>
              </a:ext>
            </a:extLst>
          </p:cNvPr>
          <p:cNvSpPr txBox="1"/>
          <p:nvPr/>
        </p:nvSpPr>
        <p:spPr>
          <a:xfrm>
            <a:off x="1880987" y="4638405"/>
            <a:ext cx="1313180" cy="523220"/>
          </a:xfrm>
          <a:prstGeom prst="rect">
            <a:avLst/>
          </a:prstGeom>
          <a:noFill/>
        </p:spPr>
        <p:txBody>
          <a:bodyPr wrap="square" rtlCol="0" anchor="ctr">
            <a:spAutoFit/>
          </a:bodyPr>
          <a:lstStyle/>
          <a:p>
            <a:pPr algn="ctr"/>
            <a:r>
              <a:rPr lang="en-US" altLang="ko-KR" sz="2800" b="1">
                <a:solidFill>
                  <a:schemeClr val="bg1"/>
                </a:solidFill>
              </a:rPr>
              <a:t>4</a:t>
            </a:r>
            <a:endParaRPr lang="ko-KR" altLang="en-US" sz="2800" b="1" dirty="0">
              <a:solidFill>
                <a:schemeClr val="bg1"/>
              </a:solidFill>
            </a:endParaRPr>
          </a:p>
        </p:txBody>
      </p:sp>
      <p:sp>
        <p:nvSpPr>
          <p:cNvPr id="74" name="TextBox 73">
            <a:extLst>
              <a:ext uri="{FF2B5EF4-FFF2-40B4-BE49-F238E27FC236}">
                <a16:creationId xmlns:a16="http://schemas.microsoft.com/office/drawing/2014/main" id="{8282BA71-423F-4FAD-A715-7A62D8245FB8}"/>
              </a:ext>
            </a:extLst>
          </p:cNvPr>
          <p:cNvSpPr txBox="1"/>
          <p:nvPr/>
        </p:nvSpPr>
        <p:spPr>
          <a:xfrm>
            <a:off x="1880987" y="5591997"/>
            <a:ext cx="1313180" cy="523220"/>
          </a:xfrm>
          <a:prstGeom prst="rect">
            <a:avLst/>
          </a:prstGeom>
          <a:noFill/>
        </p:spPr>
        <p:txBody>
          <a:bodyPr wrap="square" rtlCol="0" anchor="ctr">
            <a:spAutoFit/>
          </a:bodyPr>
          <a:lstStyle/>
          <a:p>
            <a:pPr algn="ctr"/>
            <a:r>
              <a:rPr lang="en-US" altLang="ko-KR" sz="2800" b="1">
                <a:solidFill>
                  <a:schemeClr val="bg1"/>
                </a:solidFill>
              </a:rPr>
              <a:t>5</a:t>
            </a:r>
            <a:endParaRPr lang="ko-KR" altLang="en-US" sz="2800" b="1" dirty="0">
              <a:solidFill>
                <a:schemeClr val="bg1"/>
              </a:solidFill>
            </a:endParaRPr>
          </a:p>
        </p:txBody>
      </p:sp>
      <p:sp>
        <p:nvSpPr>
          <p:cNvPr id="76" name="TextBox 75">
            <a:extLst>
              <a:ext uri="{FF2B5EF4-FFF2-40B4-BE49-F238E27FC236}">
                <a16:creationId xmlns:a16="http://schemas.microsoft.com/office/drawing/2014/main" id="{5488B2A3-09E1-4ED9-8CB5-A06EA337ED44}"/>
              </a:ext>
            </a:extLst>
          </p:cNvPr>
          <p:cNvSpPr txBox="1"/>
          <p:nvPr/>
        </p:nvSpPr>
        <p:spPr>
          <a:xfrm>
            <a:off x="3486610" y="2905780"/>
            <a:ext cx="3778087" cy="584775"/>
          </a:xfrm>
          <a:prstGeom prst="rect">
            <a:avLst/>
          </a:prstGeom>
          <a:noFill/>
        </p:spPr>
        <p:txBody>
          <a:bodyPr wrap="square" rtlCol="0">
            <a:spAutoFit/>
          </a:bodyPr>
          <a:lstStyle/>
          <a:p>
            <a:r>
              <a:rPr lang="ja-JP" altLang="en-US" sz="2800" b="1" dirty="0">
                <a:solidFill>
                  <a:srgbClr val="5E9C53"/>
                </a:solidFill>
                <a:cs typeface="Arial" pitchFamily="34" charset="0"/>
              </a:rPr>
              <a:t>使ってみよう</a:t>
            </a:r>
            <a:r>
              <a:rPr lang="vi-VN" altLang="ja-JP" sz="2800" b="1" dirty="0">
                <a:solidFill>
                  <a:srgbClr val="5E9C53"/>
                </a:solidFill>
                <a:cs typeface="Arial" pitchFamily="34" charset="0"/>
              </a:rPr>
              <a:t>4</a:t>
            </a:r>
            <a:r>
              <a:rPr lang="vi-VN" altLang="ja-JP" sz="3200" b="1" dirty="0">
                <a:solidFill>
                  <a:srgbClr val="5E9C53"/>
                </a:solidFill>
                <a:cs typeface="Arial" pitchFamily="34" charset="0"/>
              </a:rPr>
              <a:t>(</a:t>
            </a:r>
            <a:r>
              <a:rPr lang="vi-VN" altLang="ja-JP" sz="2800" b="1" dirty="0">
                <a:solidFill>
                  <a:srgbClr val="5E9C53"/>
                </a:solidFill>
                <a:cs typeface="Arial" pitchFamily="34" charset="0"/>
              </a:rPr>
              <a:t>69</a:t>
            </a:r>
            <a:r>
              <a:rPr lang="vi-VN" altLang="ja-JP" sz="3200" b="1" dirty="0">
                <a:solidFill>
                  <a:srgbClr val="5E9C53"/>
                </a:solidFill>
                <a:cs typeface="Arial" pitchFamily="34" charset="0"/>
              </a:rPr>
              <a:t>)</a:t>
            </a:r>
            <a:endParaRPr lang="ko-KR" altLang="en-US" sz="3200" b="1" dirty="0">
              <a:solidFill>
                <a:srgbClr val="5E9C53"/>
              </a:solidFill>
              <a:cs typeface="Arial" pitchFamily="34" charset="0"/>
            </a:endParaRPr>
          </a:p>
        </p:txBody>
      </p:sp>
      <p:sp>
        <p:nvSpPr>
          <p:cNvPr id="90" name="Text Placeholder 1">
            <a:extLst>
              <a:ext uri="{FF2B5EF4-FFF2-40B4-BE49-F238E27FC236}">
                <a16:creationId xmlns:a16="http://schemas.microsoft.com/office/drawing/2014/main" id="{A5B4DECC-1281-46B0-9065-19B46646F737}"/>
              </a:ext>
            </a:extLst>
          </p:cNvPr>
          <p:cNvSpPr txBox="1">
            <a:spLocks/>
          </p:cNvSpPr>
          <p:nvPr/>
        </p:nvSpPr>
        <p:spPr>
          <a:xfrm>
            <a:off x="4063636" y="339509"/>
            <a:ext cx="7833090" cy="724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5400"/>
              <a:t>I</a:t>
            </a:r>
            <a:endParaRPr lang="en-US" sz="5400" dirty="0"/>
          </a:p>
        </p:txBody>
      </p:sp>
      <p:sp>
        <p:nvSpPr>
          <p:cNvPr id="2" name="TextBox 1">
            <a:extLst>
              <a:ext uri="{FF2B5EF4-FFF2-40B4-BE49-F238E27FC236}">
                <a16:creationId xmlns:a16="http://schemas.microsoft.com/office/drawing/2014/main" id="{5EF6DCCE-80F6-4D0D-97C7-067D35D1D426}"/>
              </a:ext>
            </a:extLst>
          </p:cNvPr>
          <p:cNvSpPr txBox="1"/>
          <p:nvPr/>
        </p:nvSpPr>
        <p:spPr>
          <a:xfrm>
            <a:off x="3765113" y="137201"/>
            <a:ext cx="3853157" cy="1015663"/>
          </a:xfrm>
          <a:prstGeom prst="rect">
            <a:avLst/>
          </a:prstGeom>
          <a:solidFill>
            <a:srgbClr val="5E9C53"/>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vi-VN" altLang="ja-JP" sz="5400" dirty="0">
                <a:solidFill>
                  <a:srgbClr val="A11D2B"/>
                </a:solidFill>
              </a:rPr>
              <a:t>SLOT </a:t>
            </a:r>
            <a:r>
              <a:rPr lang="en-US" altLang="ja-JP" sz="6000" dirty="0">
                <a:solidFill>
                  <a:srgbClr val="A11D2B"/>
                </a:solidFill>
              </a:rPr>
              <a:t>54</a:t>
            </a:r>
            <a:endParaRPr lang="en-US" sz="4000" dirty="0">
              <a:solidFill>
                <a:srgbClr val="A11D2B"/>
              </a:solidFill>
            </a:endParaRPr>
          </a:p>
        </p:txBody>
      </p:sp>
      <p:sp>
        <p:nvSpPr>
          <p:cNvPr id="34" name="TextBox 33">
            <a:extLst>
              <a:ext uri="{FF2B5EF4-FFF2-40B4-BE49-F238E27FC236}">
                <a16:creationId xmlns:a16="http://schemas.microsoft.com/office/drawing/2014/main" id="{01D98E79-DCBD-40D8-91C0-33E95A32483A}"/>
              </a:ext>
            </a:extLst>
          </p:cNvPr>
          <p:cNvSpPr txBox="1"/>
          <p:nvPr/>
        </p:nvSpPr>
        <p:spPr>
          <a:xfrm>
            <a:off x="3502500" y="1675612"/>
            <a:ext cx="5094164" cy="584775"/>
          </a:xfrm>
          <a:prstGeom prst="rect">
            <a:avLst/>
          </a:prstGeom>
          <a:noFill/>
        </p:spPr>
        <p:txBody>
          <a:bodyPr wrap="square" rtlCol="0">
            <a:spAutoFit/>
          </a:bodyPr>
          <a:lstStyle/>
          <a:p>
            <a:r>
              <a:rPr lang="ja-JP" altLang="en-US" sz="3200" dirty="0">
                <a:solidFill>
                  <a:srgbClr val="1A1E3B"/>
                </a:solidFill>
                <a:highlight>
                  <a:srgbClr val="FFFF00"/>
                </a:highlight>
                <a:cs typeface="Arial" pitchFamily="34" charset="0"/>
              </a:rPr>
              <a:t>見つけた　</a:t>
            </a:r>
            <a:r>
              <a:rPr lang="vi-VN" altLang="ja-JP" sz="3200" dirty="0">
                <a:solidFill>
                  <a:srgbClr val="1A1E3B"/>
                </a:solidFill>
                <a:cs typeface="Arial" pitchFamily="34" charset="0"/>
              </a:rPr>
              <a:t>(</a:t>
            </a:r>
            <a:r>
              <a:rPr lang="en-US" altLang="ja-JP" sz="3200" dirty="0">
                <a:solidFill>
                  <a:srgbClr val="1A1E3B"/>
                </a:solidFill>
                <a:cs typeface="Arial" pitchFamily="34" charset="0"/>
              </a:rPr>
              <a:t>65)</a:t>
            </a:r>
            <a:endParaRPr lang="ko-KR" altLang="en-US" sz="3600" dirty="0">
              <a:solidFill>
                <a:srgbClr val="1A1E3B"/>
              </a:solidFill>
              <a:cs typeface="Arial" pitchFamily="34" charset="0"/>
            </a:endParaRPr>
          </a:p>
        </p:txBody>
      </p:sp>
      <p:sp>
        <p:nvSpPr>
          <p:cNvPr id="15" name="Right Arrow 50">
            <a:extLst>
              <a:ext uri="{FF2B5EF4-FFF2-40B4-BE49-F238E27FC236}">
                <a16:creationId xmlns:a16="http://schemas.microsoft.com/office/drawing/2014/main" id="{9C788273-1AEB-44E3-B90A-617F3F3462B9}"/>
              </a:ext>
            </a:extLst>
          </p:cNvPr>
          <p:cNvSpPr/>
          <p:nvPr/>
        </p:nvSpPr>
        <p:spPr>
          <a:xfrm>
            <a:off x="3555251" y="3693248"/>
            <a:ext cx="3203100" cy="941145"/>
          </a:xfrm>
          <a:prstGeom prst="rightArrow">
            <a:avLst>
              <a:gd name="adj1" fmla="val 70149"/>
              <a:gd name="adj2" fmla="val 66274"/>
            </a:avLst>
          </a:prstGeom>
          <a:solidFill>
            <a:srgbClr val="1A1E3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accent2"/>
              </a:solidFill>
            </a:endParaRPr>
          </a:p>
        </p:txBody>
      </p:sp>
      <p:sp>
        <p:nvSpPr>
          <p:cNvPr id="16" name="TextBox 15">
            <a:extLst>
              <a:ext uri="{FF2B5EF4-FFF2-40B4-BE49-F238E27FC236}">
                <a16:creationId xmlns:a16="http://schemas.microsoft.com/office/drawing/2014/main" id="{0D5ACDDE-862D-4FD7-9D73-CD0CDD17E919}"/>
              </a:ext>
            </a:extLst>
          </p:cNvPr>
          <p:cNvSpPr txBox="1"/>
          <p:nvPr/>
        </p:nvSpPr>
        <p:spPr>
          <a:xfrm>
            <a:off x="3732455" y="3893411"/>
            <a:ext cx="2973143" cy="523220"/>
          </a:xfrm>
          <a:prstGeom prst="rect">
            <a:avLst/>
          </a:prstGeom>
          <a:noFill/>
        </p:spPr>
        <p:txBody>
          <a:bodyPr wrap="square" rtlCol="0">
            <a:spAutoFit/>
          </a:bodyPr>
          <a:lstStyle/>
          <a:p>
            <a:r>
              <a:rPr lang="ja-JP" altLang="en-US" sz="2400" b="1" dirty="0">
                <a:solidFill>
                  <a:srgbClr val="D9910B"/>
                </a:solidFill>
                <a:cs typeface="Arial" pitchFamily="34" charset="0"/>
              </a:rPr>
              <a:t>文法</a:t>
            </a:r>
            <a:r>
              <a:rPr lang="ja-JP" altLang="en-US" sz="2800" b="1" dirty="0">
                <a:solidFill>
                  <a:srgbClr val="D9910B"/>
                </a:solidFill>
                <a:cs typeface="Arial" pitchFamily="34" charset="0"/>
              </a:rPr>
              <a:t>：</a:t>
            </a:r>
            <a:r>
              <a:rPr lang="vi-VN" altLang="ja-JP" sz="2800" b="1" dirty="0">
                <a:solidFill>
                  <a:srgbClr val="D9910B"/>
                </a:solidFill>
                <a:cs typeface="Arial" pitchFamily="34" charset="0"/>
              </a:rPr>
              <a:t>1.2.3.4</a:t>
            </a:r>
            <a:endParaRPr lang="ko-KR" altLang="en-US" sz="2800" b="1" dirty="0">
              <a:solidFill>
                <a:srgbClr val="D9910B"/>
              </a:solidFill>
              <a:cs typeface="Arial" pitchFamily="34" charset="0"/>
            </a:endParaRPr>
          </a:p>
        </p:txBody>
      </p:sp>
    </p:spTree>
    <p:extLst>
      <p:ext uri="{BB962C8B-B14F-4D97-AF65-F5344CB8AC3E}">
        <p14:creationId xmlns:p14="http://schemas.microsoft.com/office/powerpoint/2010/main" val="1898346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1465423" y="137819"/>
            <a:ext cx="9448801" cy="1047132"/>
          </a:xfrm>
          <a:solidFill>
            <a:srgbClr val="D9910B"/>
          </a:solidFill>
        </p:spPr>
        <p:txBody>
          <a:bodyPr vert="horz" lIns="91440" tIns="45720" rIns="91440" bIns="45720" rtlCol="0" anchor="ctr">
            <a:normAutofit/>
          </a:bodyPr>
          <a:lstStyle/>
          <a:p>
            <a:pPr algn="ctr"/>
            <a:r>
              <a:rPr lang="ja-JP" altLang="en-US" sz="4800" b="1" kern="1200" dirty="0">
                <a:solidFill>
                  <a:srgbClr val="A11D2B"/>
                </a:solidFill>
                <a:latin typeface="+mj-lt"/>
                <a:ea typeface="+mj-ea"/>
                <a:cs typeface="+mj-cs"/>
              </a:rPr>
              <a:t>見つけた　</a:t>
            </a:r>
            <a:r>
              <a:rPr lang="en-US" altLang="ja-JP" sz="4800" b="1" dirty="0">
                <a:solidFill>
                  <a:srgbClr val="A11D2B"/>
                </a:solidFill>
              </a:rPr>
              <a:t> </a:t>
            </a:r>
            <a:r>
              <a:rPr lang="ja-JP" altLang="en-US" sz="4800" b="1" dirty="0">
                <a:solidFill>
                  <a:srgbClr val="A11D2B"/>
                </a:solidFill>
              </a:rPr>
              <a:t>（</a:t>
            </a:r>
            <a:r>
              <a:rPr lang="en-US" altLang="ja-JP" sz="4800" b="1" dirty="0">
                <a:solidFill>
                  <a:srgbClr val="A11D2B"/>
                </a:solidFill>
              </a:rPr>
              <a:t>P.</a:t>
            </a:r>
            <a:r>
              <a:rPr lang="vi-VN" altLang="ja-JP" sz="4800" b="1" dirty="0">
                <a:solidFill>
                  <a:srgbClr val="A11D2B"/>
                </a:solidFill>
              </a:rPr>
              <a:t>65</a:t>
            </a:r>
            <a:r>
              <a:rPr lang="ja-JP" altLang="en-US" sz="4800" b="1" dirty="0">
                <a:solidFill>
                  <a:srgbClr val="A11D2B"/>
                </a:solidFill>
              </a:rPr>
              <a:t>）</a:t>
            </a:r>
            <a:endParaRPr lang="en-US" sz="4800" b="1" kern="1200" dirty="0">
              <a:solidFill>
                <a:srgbClr val="A11D2B"/>
              </a:solidFill>
              <a:latin typeface="+mj-lt"/>
              <a:ea typeface="+mj-ea"/>
              <a:cs typeface="+mj-cs"/>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7018" y="2808514"/>
            <a:ext cx="10894422" cy="2312126"/>
          </a:xfrm>
          <a:solidFill>
            <a:schemeClr val="accent2">
              <a:lumMod val="40000"/>
              <a:lumOff val="60000"/>
            </a:schemeClr>
          </a:solidFill>
        </p:spPr>
        <p:txBody>
          <a:bodyPr vert="horz" lIns="91440" tIns="45720" rIns="91440" bIns="45720" rtlCol="0">
            <a:normAutofit/>
          </a:bodyPr>
          <a:lstStyle/>
          <a:p>
            <a:pPr marL="0" indent="0">
              <a:buNone/>
            </a:pPr>
            <a:r>
              <a:rPr lang="ja-JP" altLang="en-US" sz="3200" dirty="0">
                <a:highlight>
                  <a:srgbClr val="FFFF00"/>
                </a:highlight>
              </a:rPr>
              <a:t>できること</a:t>
            </a:r>
            <a:endParaRPr lang="en-US" altLang="ja-JP" sz="3200" dirty="0">
              <a:highlight>
                <a:srgbClr val="FFFF00"/>
              </a:highlight>
            </a:endParaRPr>
          </a:p>
          <a:p>
            <a:pPr marL="0" indent="0">
              <a:buNone/>
            </a:pPr>
            <a:endParaRPr lang="en-US" altLang="ja-JP" sz="3200" dirty="0">
              <a:highlight>
                <a:srgbClr val="FFFF00"/>
              </a:highlight>
            </a:endParaRPr>
          </a:p>
          <a:p>
            <a:pPr marL="0" indent="0">
              <a:buNone/>
            </a:pPr>
            <a:r>
              <a:rPr lang="ja-JP" altLang="en-US" sz="3200" b="0" i="0" dirty="0">
                <a:solidFill>
                  <a:srgbClr val="FF0000"/>
                </a:solidFill>
                <a:effectLst/>
                <a:latin typeface="Arial" panose="020B0604020202020204" pitchFamily="34" charset="0"/>
              </a:rPr>
              <a:t>避難の際の注意事項を読んで、情報を得ることができる。</a:t>
            </a:r>
            <a:endParaRPr lang="ja-JP" altLang="en-US" sz="3600" b="0" i="0" dirty="0">
              <a:solidFill>
                <a:srgbClr val="FF0000"/>
              </a:solidFill>
              <a:effectLst/>
              <a:latin typeface="Arial" panose="020B0604020202020204" pitchFamily="34" charset="0"/>
            </a:endParaRPr>
          </a:p>
        </p:txBody>
      </p:sp>
    </p:spTree>
    <p:extLst>
      <p:ext uri="{BB962C8B-B14F-4D97-AF65-F5344CB8AC3E}">
        <p14:creationId xmlns:p14="http://schemas.microsoft.com/office/powerpoint/2010/main" val="1921137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fade">
                                      <p:cBhvr>
                                        <p:cTn id="7" dur="1000"/>
                                        <p:tgtEl>
                                          <p:spTgt spid="5">
                                            <p:bg/>
                                          </p:spTgt>
                                        </p:tgtEl>
                                      </p:cBhvr>
                                    </p:animEffect>
                                    <p:anim calcmode="lin" valueType="num">
                                      <p:cBhvr>
                                        <p:cTn id="8" dur="1000" fill="hold"/>
                                        <p:tgtEl>
                                          <p:spTgt spid="5">
                                            <p:bg/>
                                          </p:spTgt>
                                        </p:tgtEl>
                                        <p:attrNameLst>
                                          <p:attrName>ppt_x</p:attrName>
                                        </p:attrNameLst>
                                      </p:cBhvr>
                                      <p:tavLst>
                                        <p:tav tm="0">
                                          <p:val>
                                            <p:strVal val="#ppt_x"/>
                                          </p:val>
                                        </p:tav>
                                        <p:tav tm="100000">
                                          <p:val>
                                            <p:strVal val="#ppt_x"/>
                                          </p:val>
                                        </p:tav>
                                      </p:tavLst>
                                    </p:anim>
                                    <p:anim calcmode="lin" valueType="num">
                                      <p:cBhvr>
                                        <p:cTn id="9" dur="1000" fill="hold"/>
                                        <p:tgtEl>
                                          <p:spTgt spid="5">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1000"/>
                                        <p:tgtEl>
                                          <p:spTgt spid="5">
                                            <p:txEl>
                                              <p:pRg st="2" end="2"/>
                                            </p:txEl>
                                          </p:spTgt>
                                        </p:tgtEl>
                                      </p:cBhvr>
                                    </p:animEffect>
                                    <p:anim calcmode="lin" valueType="num">
                                      <p:cBhvr>
                                        <p:cTn id="2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1465423" y="137819"/>
            <a:ext cx="9448801" cy="1047132"/>
          </a:xfrm>
          <a:solidFill>
            <a:srgbClr val="D9910B"/>
          </a:solidFill>
        </p:spPr>
        <p:txBody>
          <a:bodyPr vert="horz" lIns="91440" tIns="45720" rIns="91440" bIns="45720" rtlCol="0" anchor="ctr">
            <a:normAutofit/>
          </a:bodyPr>
          <a:lstStyle/>
          <a:p>
            <a:pPr algn="ctr"/>
            <a:r>
              <a:rPr lang="ja-JP" altLang="en-US" sz="4800" b="1" kern="1200" dirty="0">
                <a:solidFill>
                  <a:srgbClr val="A11D2B"/>
                </a:solidFill>
                <a:latin typeface="+mj-lt"/>
                <a:ea typeface="+mj-ea"/>
                <a:cs typeface="+mj-cs"/>
              </a:rPr>
              <a:t>見つけた　</a:t>
            </a:r>
            <a:r>
              <a:rPr lang="en-US" altLang="ja-JP" sz="4800" b="1" dirty="0">
                <a:solidFill>
                  <a:srgbClr val="A11D2B"/>
                </a:solidFill>
              </a:rPr>
              <a:t> </a:t>
            </a:r>
            <a:r>
              <a:rPr lang="ja-JP" altLang="en-US" sz="4800" b="1" dirty="0">
                <a:solidFill>
                  <a:srgbClr val="A11D2B"/>
                </a:solidFill>
              </a:rPr>
              <a:t>（</a:t>
            </a:r>
            <a:r>
              <a:rPr lang="vi-VN" altLang="ja-JP" sz="4800" b="1" dirty="0">
                <a:solidFill>
                  <a:srgbClr val="A11D2B"/>
                </a:solidFill>
              </a:rPr>
              <a:t>65</a:t>
            </a:r>
            <a:r>
              <a:rPr lang="ja-JP" altLang="en-US" sz="4800" b="1" dirty="0">
                <a:solidFill>
                  <a:srgbClr val="A11D2B"/>
                </a:solidFill>
              </a:rPr>
              <a:t>ページ）</a:t>
            </a:r>
            <a:endParaRPr lang="en-US" sz="4800" b="1" kern="1200" dirty="0">
              <a:solidFill>
                <a:srgbClr val="A11D2B"/>
              </a:solidFill>
              <a:latin typeface="+mj-lt"/>
              <a:ea typeface="+mj-ea"/>
              <a:cs typeface="+mj-cs"/>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849086" y="4444498"/>
            <a:ext cx="10158963" cy="1877926"/>
          </a:xfrm>
          <a:solidFill>
            <a:srgbClr val="5E9C53"/>
          </a:solidFill>
        </p:spPr>
        <p:txBody>
          <a:bodyPr vert="horz" lIns="91440" tIns="45720" rIns="91440" bIns="45720" rtlCol="0">
            <a:normAutofit/>
          </a:bodyPr>
          <a:lstStyle/>
          <a:p>
            <a:pPr>
              <a:buFont typeface="+mj-lt"/>
              <a:buAutoNum type="arabicPeriod"/>
            </a:pPr>
            <a:r>
              <a:rPr lang="ja-JP" altLang="en-US" sz="2800" dirty="0"/>
              <a:t>もし今、地震や火事などがあったらどうしますか。</a:t>
            </a:r>
            <a:endParaRPr lang="en-US" altLang="ja-JP" sz="3200" b="0" i="0" dirty="0">
              <a:solidFill>
                <a:srgbClr val="000000"/>
              </a:solidFill>
              <a:effectLst/>
              <a:latin typeface="Arial" panose="020B0604020202020204" pitchFamily="34" charset="0"/>
            </a:endParaRPr>
          </a:p>
          <a:p>
            <a:pPr>
              <a:buFont typeface="+mj-lt"/>
              <a:buAutoNum type="arabicPeriod"/>
            </a:pPr>
            <a:r>
              <a:rPr lang="ja-JP" altLang="en-US" sz="2800" dirty="0"/>
              <a:t>どうやって逃げたらいいか学校で練習したことがありますか。</a:t>
            </a:r>
            <a:endParaRPr lang="ja-JP" altLang="en-US" sz="3200" b="0" i="0" dirty="0">
              <a:solidFill>
                <a:srgbClr val="000000"/>
              </a:solidFill>
              <a:effectLst/>
              <a:latin typeface="Arial" panose="020B0604020202020204" pitchFamily="34" charset="0"/>
            </a:endParaRPr>
          </a:p>
        </p:txBody>
      </p:sp>
      <p:pic>
        <p:nvPicPr>
          <p:cNvPr id="6146" name="Picture 2" descr="津波から逃げる人々のイラスト">
            <a:extLst>
              <a:ext uri="{FF2B5EF4-FFF2-40B4-BE49-F238E27FC236}">
                <a16:creationId xmlns:a16="http://schemas.microsoft.com/office/drawing/2014/main" id="{C4E91EDC-B948-49F7-9C82-6BA867E663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272" y="1596364"/>
            <a:ext cx="2730232" cy="2730232"/>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火事から避難する人たちのイラスト（大人）">
            <a:extLst>
              <a:ext uri="{FF2B5EF4-FFF2-40B4-BE49-F238E27FC236}">
                <a16:creationId xmlns:a16="http://schemas.microsoft.com/office/drawing/2014/main" id="{A3E41B6F-F00F-4852-B30E-7AAB709124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7954" y="1647897"/>
            <a:ext cx="2730232" cy="273023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F2446994-5A7F-4466-B08B-0DAACA089F48}"/>
              </a:ext>
            </a:extLst>
          </p:cNvPr>
          <p:cNvPicPr>
            <a:picLocks noChangeAspect="1"/>
          </p:cNvPicPr>
          <p:nvPr/>
        </p:nvPicPr>
        <p:blipFill>
          <a:blip r:embed="rId5"/>
          <a:stretch>
            <a:fillRect/>
          </a:stretch>
        </p:blipFill>
        <p:spPr>
          <a:xfrm>
            <a:off x="7894313" y="1581529"/>
            <a:ext cx="2862969" cy="2862969"/>
          </a:xfrm>
          <a:prstGeom prst="rect">
            <a:avLst/>
          </a:prstGeom>
        </p:spPr>
      </p:pic>
    </p:spTree>
    <p:extLst>
      <p:ext uri="{BB962C8B-B14F-4D97-AF65-F5344CB8AC3E}">
        <p14:creationId xmlns:p14="http://schemas.microsoft.com/office/powerpoint/2010/main" val="657549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fade">
                                      <p:cBhvr>
                                        <p:cTn id="7" dur="1000"/>
                                        <p:tgtEl>
                                          <p:spTgt spid="5">
                                            <p:bg/>
                                          </p:spTgt>
                                        </p:tgtEl>
                                      </p:cBhvr>
                                    </p:animEffect>
                                    <p:anim calcmode="lin" valueType="num">
                                      <p:cBhvr>
                                        <p:cTn id="8" dur="1000" fill="hold"/>
                                        <p:tgtEl>
                                          <p:spTgt spid="5">
                                            <p:bg/>
                                          </p:spTgt>
                                        </p:tgtEl>
                                        <p:attrNameLst>
                                          <p:attrName>ppt_x</p:attrName>
                                        </p:attrNameLst>
                                      </p:cBhvr>
                                      <p:tavLst>
                                        <p:tav tm="0">
                                          <p:val>
                                            <p:strVal val="#ppt_x"/>
                                          </p:val>
                                        </p:tav>
                                        <p:tav tm="100000">
                                          <p:val>
                                            <p:strVal val="#ppt_x"/>
                                          </p:val>
                                        </p:tav>
                                      </p:tavLst>
                                    </p:anim>
                                    <p:anim calcmode="lin" valueType="num">
                                      <p:cBhvr>
                                        <p:cTn id="9" dur="1000" fill="hold"/>
                                        <p:tgtEl>
                                          <p:spTgt spid="5">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fade">
                                      <p:cBhvr>
                                        <p:cTn id="21" dur="1000"/>
                                        <p:tgtEl>
                                          <p:spTgt spid="5">
                                            <p:txEl>
                                              <p:pRg st="1" end="1"/>
                                            </p:txEl>
                                          </p:spTgt>
                                        </p:tgtEl>
                                      </p:cBhvr>
                                    </p:animEffect>
                                    <p:anim calcmode="lin" valueType="num">
                                      <p:cBhvr>
                                        <p:cTn id="22"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Text&#10;&#10;Description automatically generated">
            <a:extLst>
              <a:ext uri="{FF2B5EF4-FFF2-40B4-BE49-F238E27FC236}">
                <a16:creationId xmlns:a16="http://schemas.microsoft.com/office/drawing/2014/main" id="{094F8243-7A19-441C-8006-625CFEE528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1394" y="643466"/>
            <a:ext cx="10129212" cy="5571067"/>
          </a:xfrm>
          <a:prstGeom prst="rect">
            <a:avLst/>
          </a:prstGeom>
        </p:spPr>
      </p:pic>
    </p:spTree>
    <p:extLst>
      <p:ext uri="{BB962C8B-B14F-4D97-AF65-F5344CB8AC3E}">
        <p14:creationId xmlns:p14="http://schemas.microsoft.com/office/powerpoint/2010/main" val="2131610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picture containing diagram&#10;&#10;Description automatically generated">
            <a:extLst>
              <a:ext uri="{FF2B5EF4-FFF2-40B4-BE49-F238E27FC236}">
                <a16:creationId xmlns:a16="http://schemas.microsoft.com/office/drawing/2014/main" id="{10A4BC5A-0727-4242-A778-662A48871D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534244"/>
            <a:ext cx="10905066" cy="3789510"/>
          </a:xfrm>
          <a:prstGeom prst="rect">
            <a:avLst/>
          </a:prstGeom>
        </p:spPr>
      </p:pic>
    </p:spTree>
    <p:extLst>
      <p:ext uri="{BB962C8B-B14F-4D97-AF65-F5344CB8AC3E}">
        <p14:creationId xmlns:p14="http://schemas.microsoft.com/office/powerpoint/2010/main" val="2845830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6811" y="271105"/>
            <a:ext cx="6328610" cy="814745"/>
          </a:xfrm>
          <a:solidFill>
            <a:srgbClr val="5E9C53"/>
          </a:solidFill>
        </p:spPr>
        <p:txBody>
          <a:bodyPr>
            <a:normAutofit/>
          </a:bodyPr>
          <a:lstStyle/>
          <a:p>
            <a:pPr algn="ctr"/>
            <a:r>
              <a:rPr lang="vi-VN" altLang="ja-JP" sz="4000" b="1" dirty="0">
                <a:solidFill>
                  <a:srgbClr val="C00000"/>
                </a:solidFill>
              </a:rPr>
              <a:t> </a:t>
            </a:r>
            <a:r>
              <a:rPr lang="ja-JP" altLang="en-US" sz="4000" b="1" dirty="0">
                <a:solidFill>
                  <a:srgbClr val="C00000"/>
                </a:solidFill>
              </a:rPr>
              <a:t>答えてみて</a:t>
            </a:r>
            <a:endParaRPr kumimoji="1" lang="ja-JP" altLang="en-US" sz="8000" b="1" dirty="0">
              <a:solidFill>
                <a:srgbClr val="C00000"/>
              </a:solidFill>
            </a:endParaRPr>
          </a:p>
        </p:txBody>
      </p:sp>
      <p:sp>
        <p:nvSpPr>
          <p:cNvPr id="8" name="Content Placeholder 2">
            <a:extLst>
              <a:ext uri="{FF2B5EF4-FFF2-40B4-BE49-F238E27FC236}">
                <a16:creationId xmlns:a16="http://schemas.microsoft.com/office/drawing/2014/main" id="{DAEFD4E7-6F3B-431B-AFC3-4AD21E95532A}"/>
              </a:ext>
            </a:extLst>
          </p:cNvPr>
          <p:cNvSpPr txBox="1">
            <a:spLocks/>
          </p:cNvSpPr>
          <p:nvPr/>
        </p:nvSpPr>
        <p:spPr>
          <a:xfrm>
            <a:off x="360947" y="1492980"/>
            <a:ext cx="7502893" cy="4595000"/>
          </a:xfrm>
          <a:prstGeom prst="rect">
            <a:avLst/>
          </a:prstGeom>
          <a:solidFill>
            <a:schemeClr val="accent4">
              <a:lumMod val="40000"/>
              <a:lumOff val="6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Font typeface="+mj-lt"/>
              <a:buAutoNum type="arabicPeriod"/>
            </a:pPr>
            <a:endParaRPr lang="en-US" altLang="ja-JP" sz="2800" b="0" i="0" dirty="0">
              <a:solidFill>
                <a:srgbClr val="000000"/>
              </a:solidFill>
              <a:effectLst/>
              <a:latin typeface="Arial" panose="020B0604020202020204" pitchFamily="34" charset="0"/>
            </a:endParaRPr>
          </a:p>
          <a:p>
            <a:pPr algn="l">
              <a:buFont typeface="+mj-lt"/>
              <a:buAutoNum type="arabicPeriod"/>
            </a:pPr>
            <a:r>
              <a:rPr lang="ja-JP" altLang="en-US" sz="3200" b="0" i="0" dirty="0">
                <a:solidFill>
                  <a:srgbClr val="000000"/>
                </a:solidFill>
                <a:effectLst/>
                <a:latin typeface="Arial" panose="020B0604020202020204" pitchFamily="34" charset="0"/>
              </a:rPr>
              <a:t>逃げるときの正しい方法はどれですか。</a:t>
            </a:r>
            <a:endParaRPr lang="en-US" altLang="ja-JP" sz="3200" b="0" i="0" dirty="0">
              <a:solidFill>
                <a:srgbClr val="000000"/>
              </a:solidFill>
              <a:effectLst/>
              <a:latin typeface="Arial" panose="020B0604020202020204" pitchFamily="34" charset="0"/>
            </a:endParaRPr>
          </a:p>
          <a:p>
            <a:pPr algn="l">
              <a:buFont typeface="+mj-lt"/>
              <a:buAutoNum type="arabicPeriod"/>
            </a:pPr>
            <a:endParaRPr lang="en-US" altLang="ja-JP" sz="3200" b="0" i="0" dirty="0">
              <a:solidFill>
                <a:srgbClr val="000000"/>
              </a:solidFill>
              <a:effectLst/>
              <a:latin typeface="Arial" panose="020B0604020202020204" pitchFamily="34" charset="0"/>
            </a:endParaRPr>
          </a:p>
          <a:p>
            <a:pPr algn="l">
              <a:buFont typeface="+mj-lt"/>
              <a:buAutoNum type="arabicPeriod"/>
            </a:pPr>
            <a:r>
              <a:rPr lang="ja-JP" altLang="en-US" sz="3200" b="0" i="0" dirty="0">
                <a:solidFill>
                  <a:srgbClr val="000000"/>
                </a:solidFill>
                <a:effectLst/>
                <a:latin typeface="Arial" panose="020B0604020202020204" pitchFamily="34" charset="0"/>
              </a:rPr>
              <a:t>地震や火事のとき、どうなる人が多いですか。</a:t>
            </a:r>
            <a:endParaRPr lang="en-US" altLang="ja-JP" sz="3200" b="0" i="0" dirty="0">
              <a:solidFill>
                <a:srgbClr val="000000"/>
              </a:solidFill>
              <a:effectLst/>
              <a:latin typeface="Arial" panose="020B0604020202020204" pitchFamily="34" charset="0"/>
            </a:endParaRPr>
          </a:p>
          <a:p>
            <a:pPr algn="l">
              <a:buFont typeface="+mj-lt"/>
              <a:buAutoNum type="arabicPeriod"/>
            </a:pPr>
            <a:endParaRPr lang="en-US" altLang="ja-JP" sz="3200" b="0" i="0" dirty="0">
              <a:solidFill>
                <a:srgbClr val="000000"/>
              </a:solidFill>
              <a:effectLst/>
              <a:latin typeface="Arial" panose="020B0604020202020204" pitchFamily="34" charset="0"/>
            </a:endParaRPr>
          </a:p>
          <a:p>
            <a:pPr algn="l">
              <a:buFont typeface="+mj-lt"/>
              <a:buAutoNum type="arabicPeriod"/>
            </a:pPr>
            <a:r>
              <a:rPr lang="ja-JP" altLang="en-US" sz="3200" b="0" i="0" dirty="0">
                <a:solidFill>
                  <a:srgbClr val="000000"/>
                </a:solidFill>
                <a:effectLst/>
                <a:latin typeface="Arial" panose="020B0604020202020204" pitchFamily="34" charset="0"/>
              </a:rPr>
              <a:t>「誰でも慌てるものです」と「誰でも慌てます」はどう違いますか。</a:t>
            </a:r>
            <a:endParaRPr lang="ja-JP" altLang="en-US" sz="3600" b="0" i="0" dirty="0">
              <a:solidFill>
                <a:srgbClr val="000000"/>
              </a:solidFill>
              <a:effectLst/>
              <a:latin typeface="Arial" panose="020B0604020202020204" pitchFamily="34" charset="0"/>
            </a:endParaRPr>
          </a:p>
        </p:txBody>
      </p:sp>
      <p:pic>
        <p:nvPicPr>
          <p:cNvPr id="7170" name="Picture 2" descr="「高台に避難してください」のイラスト">
            <a:extLst>
              <a:ext uri="{FF2B5EF4-FFF2-40B4-BE49-F238E27FC236}">
                <a16:creationId xmlns:a16="http://schemas.microsoft.com/office/drawing/2014/main" id="{9E1F7784-92E9-444D-B8C6-879C12FA56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0956" y="2104208"/>
            <a:ext cx="3173730" cy="3173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947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6811" y="271105"/>
            <a:ext cx="6328610" cy="814745"/>
          </a:xfrm>
          <a:solidFill>
            <a:srgbClr val="5E9C53"/>
          </a:solidFill>
        </p:spPr>
        <p:txBody>
          <a:bodyPr>
            <a:normAutofit/>
          </a:bodyPr>
          <a:lstStyle/>
          <a:p>
            <a:pPr algn="ctr"/>
            <a:r>
              <a:rPr lang="vi-VN" altLang="ja-JP" sz="4000" b="1" dirty="0">
                <a:solidFill>
                  <a:srgbClr val="C00000"/>
                </a:solidFill>
              </a:rPr>
              <a:t> </a:t>
            </a:r>
            <a:r>
              <a:rPr lang="ja-JP" altLang="en-US" sz="4000" b="1" dirty="0">
                <a:solidFill>
                  <a:srgbClr val="C00000"/>
                </a:solidFill>
              </a:rPr>
              <a:t>答えてみて</a:t>
            </a:r>
            <a:endParaRPr kumimoji="1" lang="ja-JP" altLang="en-US" sz="8000" b="1" dirty="0">
              <a:solidFill>
                <a:srgbClr val="C00000"/>
              </a:solidFill>
            </a:endParaRPr>
          </a:p>
        </p:txBody>
      </p:sp>
      <p:sp>
        <p:nvSpPr>
          <p:cNvPr id="8" name="Content Placeholder 2">
            <a:extLst>
              <a:ext uri="{FF2B5EF4-FFF2-40B4-BE49-F238E27FC236}">
                <a16:creationId xmlns:a16="http://schemas.microsoft.com/office/drawing/2014/main" id="{DAEFD4E7-6F3B-431B-AFC3-4AD21E95532A}"/>
              </a:ext>
            </a:extLst>
          </p:cNvPr>
          <p:cNvSpPr txBox="1">
            <a:spLocks/>
          </p:cNvSpPr>
          <p:nvPr/>
        </p:nvSpPr>
        <p:spPr>
          <a:xfrm>
            <a:off x="360947" y="1492980"/>
            <a:ext cx="7502893" cy="4595000"/>
          </a:xfrm>
          <a:prstGeom prst="rect">
            <a:avLst/>
          </a:prstGeom>
          <a:solidFill>
            <a:schemeClr val="accent4">
              <a:lumMod val="40000"/>
              <a:lumOff val="6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Font typeface="+mj-lt"/>
              <a:buAutoNum type="arabicPeriod"/>
            </a:pPr>
            <a:endParaRPr lang="en-US" altLang="ja-JP" sz="2800" b="0" i="0" dirty="0">
              <a:solidFill>
                <a:srgbClr val="000000"/>
              </a:solidFill>
              <a:effectLst/>
              <a:latin typeface="Arial" panose="020B0604020202020204" pitchFamily="34" charset="0"/>
            </a:endParaRPr>
          </a:p>
          <a:p>
            <a:pPr marL="0" indent="0" algn="l">
              <a:buNone/>
            </a:pPr>
            <a:r>
              <a:rPr lang="ja-JP" altLang="en-US" sz="2800" dirty="0">
                <a:solidFill>
                  <a:srgbClr val="000000"/>
                </a:solidFill>
                <a:latin typeface="Arial" panose="020B0604020202020204" pitchFamily="34" charset="0"/>
              </a:rPr>
              <a:t>４．</a:t>
            </a:r>
            <a:r>
              <a:rPr lang="ja-JP" altLang="en-US" sz="3200" dirty="0">
                <a:solidFill>
                  <a:srgbClr val="000000"/>
                </a:solidFill>
                <a:latin typeface="Arial" panose="020B0604020202020204" pitchFamily="34" charset="0"/>
              </a:rPr>
              <a:t>「</a:t>
            </a:r>
            <a:r>
              <a:rPr lang="ja-JP" altLang="en-US" sz="3200" b="0" i="0" dirty="0">
                <a:solidFill>
                  <a:srgbClr val="000000"/>
                </a:solidFill>
                <a:effectLst/>
                <a:latin typeface="Arial" panose="020B0604020202020204" pitchFamily="34" charset="0"/>
              </a:rPr>
              <a:t>指示通りに」というのは、どういう意味ですか。先生が言ったことをしますか。それとも他のことをしますか。</a:t>
            </a:r>
            <a:endParaRPr lang="en-US" altLang="ja-JP" sz="3200" b="0" i="0" dirty="0">
              <a:solidFill>
                <a:srgbClr val="000000"/>
              </a:solidFill>
              <a:effectLst/>
              <a:latin typeface="Arial" panose="020B0604020202020204" pitchFamily="34" charset="0"/>
            </a:endParaRPr>
          </a:p>
          <a:p>
            <a:pPr marL="0" indent="0" algn="l">
              <a:buNone/>
            </a:pPr>
            <a:br>
              <a:rPr lang="ja-JP" altLang="en-US" sz="3200" dirty="0"/>
            </a:br>
            <a:r>
              <a:rPr lang="ja-JP" altLang="en-US" sz="3200" dirty="0">
                <a:solidFill>
                  <a:srgbClr val="000000"/>
                </a:solidFill>
                <a:latin typeface="Arial" panose="020B0604020202020204" pitchFamily="34" charset="0"/>
              </a:rPr>
              <a:t>５．</a:t>
            </a:r>
            <a:r>
              <a:rPr lang="ja-JP" altLang="en-US" sz="3200" b="0" i="0" dirty="0">
                <a:solidFill>
                  <a:srgbClr val="000000"/>
                </a:solidFill>
                <a:effectLst/>
                <a:latin typeface="Arial" panose="020B0604020202020204" pitchFamily="34" charset="0"/>
              </a:rPr>
              <a:t>お知らせには「避難する際」や「避難の際」とありますが、この「際」はどういう意味だと思いますか。</a:t>
            </a:r>
            <a:endParaRPr lang="ja-JP" altLang="en-US" sz="4000" b="0" i="0" dirty="0">
              <a:solidFill>
                <a:srgbClr val="000000"/>
              </a:solidFill>
              <a:effectLst/>
              <a:latin typeface="Arial" panose="020B0604020202020204" pitchFamily="34" charset="0"/>
            </a:endParaRPr>
          </a:p>
        </p:txBody>
      </p:sp>
      <p:pic>
        <p:nvPicPr>
          <p:cNvPr id="7170" name="Picture 2" descr="「高台に避難してください」のイラスト">
            <a:extLst>
              <a:ext uri="{FF2B5EF4-FFF2-40B4-BE49-F238E27FC236}">
                <a16:creationId xmlns:a16="http://schemas.microsoft.com/office/drawing/2014/main" id="{9E1F7784-92E9-444D-B8C6-879C12FA56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0956" y="2104208"/>
            <a:ext cx="3173730" cy="3173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7912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1197428" y="1621971"/>
            <a:ext cx="10374509" cy="3071425"/>
          </a:xfrm>
          <a:solidFill>
            <a:srgbClr val="5E9C53"/>
          </a:solidFill>
        </p:spPr>
        <p:txBody>
          <a:bodyPr>
            <a:normAutofit/>
          </a:bodyPr>
          <a:lstStyle/>
          <a:p>
            <a:pPr algn="ctr"/>
            <a:r>
              <a:rPr lang="ja-JP" altLang="en-US" sz="4000" b="1" dirty="0">
                <a:solidFill>
                  <a:srgbClr val="A11D2B"/>
                </a:solidFill>
              </a:rPr>
              <a:t>使ってみよう</a:t>
            </a:r>
            <a:r>
              <a:rPr lang="vi-VN" altLang="ja-JP" sz="4000" b="1" dirty="0">
                <a:solidFill>
                  <a:srgbClr val="A11D2B"/>
                </a:solidFill>
              </a:rPr>
              <a:t>4</a:t>
            </a:r>
            <a:br>
              <a:rPr lang="en-US" altLang="ja-JP" sz="4000" b="1" dirty="0">
                <a:solidFill>
                  <a:srgbClr val="A11D2B"/>
                </a:solidFill>
              </a:rPr>
            </a:br>
            <a:r>
              <a:rPr lang="ja-JP" altLang="en-US" sz="4000" b="1" dirty="0">
                <a:solidFill>
                  <a:srgbClr val="A11D2B"/>
                </a:solidFill>
              </a:rPr>
              <a:t>文法</a:t>
            </a:r>
            <a:r>
              <a:rPr lang="vi-VN" altLang="ja-JP" sz="4000" b="1" dirty="0">
                <a:solidFill>
                  <a:srgbClr val="A11D2B"/>
                </a:solidFill>
              </a:rPr>
              <a:t>1</a:t>
            </a:r>
            <a:r>
              <a:rPr lang="en-US" altLang="ja-JP" sz="4000" b="1" dirty="0">
                <a:solidFill>
                  <a:srgbClr val="A11D2B"/>
                </a:solidFill>
              </a:rPr>
              <a:t>.</a:t>
            </a:r>
            <a:r>
              <a:rPr lang="vi-VN" altLang="ja-JP" sz="4000" b="1" dirty="0">
                <a:solidFill>
                  <a:srgbClr val="A11D2B"/>
                </a:solidFill>
              </a:rPr>
              <a:t>2</a:t>
            </a:r>
            <a:r>
              <a:rPr lang="en-US" altLang="ja-JP" sz="4000" b="1" dirty="0">
                <a:solidFill>
                  <a:srgbClr val="A11D2B"/>
                </a:solidFill>
              </a:rPr>
              <a:t>.</a:t>
            </a:r>
            <a:r>
              <a:rPr lang="vi-VN" altLang="ja-JP" sz="4000" b="1" dirty="0">
                <a:solidFill>
                  <a:srgbClr val="A11D2B"/>
                </a:solidFill>
              </a:rPr>
              <a:t>3</a:t>
            </a:r>
            <a:r>
              <a:rPr lang="en-US" altLang="ja-JP" sz="4000" b="1" dirty="0">
                <a:solidFill>
                  <a:srgbClr val="A11D2B"/>
                </a:solidFill>
              </a:rPr>
              <a:t>.</a:t>
            </a:r>
            <a:r>
              <a:rPr lang="vi-VN" altLang="ja-JP" sz="4000" b="1" dirty="0">
                <a:solidFill>
                  <a:srgbClr val="A11D2B"/>
                </a:solidFill>
              </a:rPr>
              <a:t>4</a:t>
            </a:r>
            <a:r>
              <a:rPr lang="ja-JP" altLang="en-US" sz="4000" b="1" dirty="0">
                <a:solidFill>
                  <a:srgbClr val="A11D2B"/>
                </a:solidFill>
              </a:rPr>
              <a:t>（</a:t>
            </a:r>
            <a:r>
              <a:rPr lang="vi-VN" altLang="ja-JP" sz="4000" b="1" dirty="0">
                <a:solidFill>
                  <a:srgbClr val="A11D2B"/>
                </a:solidFill>
              </a:rPr>
              <a:t>69 </a:t>
            </a:r>
            <a:r>
              <a:rPr lang="ja-JP" altLang="en-US" sz="4000" b="1" dirty="0">
                <a:solidFill>
                  <a:srgbClr val="A11D2B"/>
                </a:solidFill>
              </a:rPr>
              <a:t>ページ）</a:t>
            </a:r>
            <a:endParaRPr lang="en-US" sz="4000" b="1" dirty="0">
              <a:solidFill>
                <a:srgbClr val="A11D2B"/>
              </a:solidFill>
            </a:endParaRPr>
          </a:p>
        </p:txBody>
      </p:sp>
    </p:spTree>
    <p:extLst>
      <p:ext uri="{BB962C8B-B14F-4D97-AF65-F5344CB8AC3E}">
        <p14:creationId xmlns:p14="http://schemas.microsoft.com/office/powerpoint/2010/main" val="3414653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9265" y="325938"/>
            <a:ext cx="10943610" cy="814745"/>
          </a:xfrm>
          <a:solidFill>
            <a:srgbClr val="D9910B"/>
          </a:solidFill>
        </p:spPr>
        <p:txBody>
          <a:bodyPr>
            <a:normAutofit/>
          </a:bodyPr>
          <a:lstStyle/>
          <a:p>
            <a:pPr algn="ctr"/>
            <a:r>
              <a:rPr lang="ja-JP" altLang="en-US" sz="4400" b="1" dirty="0">
                <a:solidFill>
                  <a:srgbClr val="C00000"/>
                </a:solidFill>
              </a:rPr>
              <a:t>～</a:t>
            </a:r>
            <a:r>
              <a:rPr lang="ja-JP" altLang="en-US" sz="2400" dirty="0">
                <a:solidFill>
                  <a:srgbClr val="C00000"/>
                </a:solidFill>
              </a:rPr>
              <a:t> </a:t>
            </a:r>
            <a:r>
              <a:rPr lang="ja-JP" altLang="en-US" sz="4000" b="1" dirty="0">
                <a:solidFill>
                  <a:srgbClr val="A11D2B"/>
                </a:solidFill>
              </a:rPr>
              <a:t>ものだ／ものではない </a:t>
            </a:r>
            <a:endParaRPr lang="en-US" sz="44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9265" y="1828800"/>
            <a:ext cx="5466735" cy="4523874"/>
          </a:xfrm>
          <a:solidFill>
            <a:srgbClr val="5E9C53"/>
          </a:solidFill>
        </p:spPr>
        <p:txBody>
          <a:bodyPr>
            <a:normAutofit/>
          </a:bodyPr>
          <a:lstStyle/>
          <a:p>
            <a:pPr marL="0" indent="0" algn="ctr">
              <a:buNone/>
            </a:pPr>
            <a:r>
              <a:rPr lang="ja-JP" altLang="en-US" sz="3200" b="1" dirty="0">
                <a:solidFill>
                  <a:srgbClr val="A11D2B"/>
                </a:solidFill>
              </a:rPr>
              <a:t>意 味</a:t>
            </a:r>
            <a:endParaRPr lang="en-US" altLang="ja-JP" sz="3200" b="1" dirty="0">
              <a:solidFill>
                <a:srgbClr val="A11D2B"/>
              </a:solidFill>
            </a:endParaRPr>
          </a:p>
          <a:p>
            <a:pPr marL="0" indent="0" algn="ctr">
              <a:buNone/>
            </a:pPr>
            <a:r>
              <a:rPr lang="ja-JP" altLang="en-US" sz="3200" dirty="0"/>
              <a:t>＊</a:t>
            </a:r>
            <a:r>
              <a:rPr lang="ja-JP" altLang="en-US" sz="2800" dirty="0"/>
              <a:t>～する</a:t>
            </a:r>
            <a:r>
              <a:rPr lang="en-US" altLang="ja-JP" sz="2800" dirty="0"/>
              <a:t>/</a:t>
            </a:r>
            <a:r>
              <a:rPr lang="ja-JP" altLang="en-US" sz="2800" dirty="0"/>
              <a:t>しないのが普 通 だ、当  然 だ </a:t>
            </a:r>
            <a:endParaRPr lang="vi-VN" altLang="ja-JP" sz="2800" dirty="0"/>
          </a:p>
          <a:p>
            <a:pPr marL="0" indent="0" algn="ctr">
              <a:buNone/>
            </a:pPr>
            <a:r>
              <a:rPr lang="ja-JP" altLang="en-US" sz="2800" dirty="0"/>
              <a:t>＊目 上 の人が下の人にアドバイスしたり注意したりするときに使うことが多い。</a:t>
            </a:r>
            <a:endParaRPr lang="vi-VN" altLang="ja-JP" sz="2800" dirty="0"/>
          </a:p>
          <a:p>
            <a:pPr marL="0" indent="0" algn="ctr">
              <a:buNone/>
            </a:pPr>
            <a:r>
              <a:rPr lang="vi-VN" altLang="ja-JP" sz="2800" dirty="0"/>
              <a:t>Làm/không làm</a:t>
            </a:r>
            <a:r>
              <a:rPr lang="ja-JP" altLang="vi-VN" sz="2800" dirty="0"/>
              <a:t>・</a:t>
            </a:r>
            <a:r>
              <a:rPr lang="vi-VN" altLang="ja-JP" sz="2800" dirty="0"/>
              <a:t>chuyện gì đó .....là bình thường, đương nhiên</a:t>
            </a:r>
            <a:r>
              <a:rPr lang="ja-JP" altLang="en-US" sz="2800" dirty="0"/>
              <a:t>　</a:t>
            </a:r>
            <a:endParaRPr lang="en-US" altLang="ja-JP" sz="3200" dirty="0"/>
          </a:p>
          <a:p>
            <a:pPr algn="ctr"/>
            <a:endParaRPr lang="en-US" altLang="ja-JP" sz="2800" dirty="0"/>
          </a:p>
          <a:p>
            <a:pPr algn="ctr"/>
            <a:endParaRPr lang="en-US" altLang="ja-JP" sz="2800" dirty="0"/>
          </a:p>
          <a:p>
            <a:pPr marL="0" indent="0" algn="ctr">
              <a:buNone/>
            </a:pPr>
            <a:endParaRPr lang="en-US" altLang="ja-JP" sz="3200" b="1" dirty="0">
              <a:solidFill>
                <a:srgbClr val="A11D2B"/>
              </a:solidFill>
            </a:endParaRPr>
          </a:p>
        </p:txBody>
      </p:sp>
      <p:sp>
        <p:nvSpPr>
          <p:cNvPr id="6" name="Content Placeholder 4">
            <a:extLst>
              <a:ext uri="{FF2B5EF4-FFF2-40B4-BE49-F238E27FC236}">
                <a16:creationId xmlns:a16="http://schemas.microsoft.com/office/drawing/2014/main" id="{98D3A890-C849-4777-ABA2-6969C6DAD515}"/>
              </a:ext>
            </a:extLst>
          </p:cNvPr>
          <p:cNvSpPr txBox="1">
            <a:spLocks/>
          </p:cNvSpPr>
          <p:nvPr/>
        </p:nvSpPr>
        <p:spPr>
          <a:xfrm>
            <a:off x="6531430" y="1698171"/>
            <a:ext cx="5031306" cy="4654503"/>
          </a:xfrm>
          <a:prstGeom prst="rect">
            <a:avLst/>
          </a:prstGeom>
          <a:solidFill>
            <a:srgbClr val="5E9C53"/>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ja-JP" altLang="en-US" sz="2800" b="1" dirty="0">
                <a:solidFill>
                  <a:srgbClr val="A11D2B"/>
                </a:solidFill>
              </a:rPr>
              <a:t>接続</a:t>
            </a:r>
            <a:endParaRPr lang="en-US" altLang="ja-JP" sz="2800" b="1" dirty="0">
              <a:solidFill>
                <a:srgbClr val="A11D2B"/>
              </a:solidFill>
            </a:endParaRPr>
          </a:p>
          <a:p>
            <a:pPr marL="0" indent="0" algn="ctr">
              <a:buNone/>
            </a:pPr>
            <a:endParaRPr lang="en-US" altLang="ja-JP" sz="2400" dirty="0"/>
          </a:p>
          <a:p>
            <a:pPr marL="0" indent="0" algn="ctr">
              <a:buNone/>
            </a:pPr>
            <a:r>
              <a:rPr lang="ja-JP" altLang="en-US" sz="3200" dirty="0"/>
              <a:t>Ｖ</a:t>
            </a:r>
            <a:r>
              <a:rPr lang="en-US" altLang="ja-JP" sz="3200" dirty="0"/>
              <a:t>- </a:t>
            </a:r>
            <a:r>
              <a:rPr lang="ja-JP" altLang="en-US" sz="3200" dirty="0"/>
              <a:t>辞書形 ・ ナイ形 ＋ ものだ／ものではない</a:t>
            </a:r>
            <a:endParaRPr lang="en-US" altLang="ja-JP" sz="3600" b="1" dirty="0">
              <a:solidFill>
                <a:srgbClr val="A11D2B"/>
              </a:solidFill>
            </a:endParaRPr>
          </a:p>
        </p:txBody>
      </p:sp>
    </p:spTree>
    <p:extLst>
      <p:ext uri="{BB962C8B-B14F-4D97-AF65-F5344CB8AC3E}">
        <p14:creationId xmlns:p14="http://schemas.microsoft.com/office/powerpoint/2010/main" val="29290110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7FF3D-1C5F-4028-AF2A-1DAE728C2E9F}"/>
              </a:ext>
            </a:extLst>
          </p:cNvPr>
          <p:cNvSpPr>
            <a:spLocks noGrp="1"/>
          </p:cNvSpPr>
          <p:nvPr>
            <p:ph type="title"/>
          </p:nvPr>
        </p:nvSpPr>
        <p:spPr>
          <a:solidFill>
            <a:schemeClr val="accent2"/>
          </a:solidFill>
        </p:spPr>
        <p:txBody>
          <a:bodyPr/>
          <a:lstStyle/>
          <a:p>
            <a:r>
              <a:rPr lang="ja-JP" altLang="en-US" dirty="0">
                <a:highlight>
                  <a:srgbClr val="FFFF00"/>
                </a:highlight>
              </a:rPr>
              <a:t>例文（</a:t>
            </a:r>
            <a:r>
              <a:rPr lang="en-US" altLang="ja-JP" dirty="0">
                <a:highlight>
                  <a:srgbClr val="FFFF00"/>
                </a:highlight>
              </a:rPr>
              <a:t>P69</a:t>
            </a:r>
            <a:r>
              <a:rPr lang="ja-JP" altLang="en-US" dirty="0">
                <a:highlight>
                  <a:srgbClr val="FFFF00"/>
                </a:highlight>
              </a:rPr>
              <a:t>）</a:t>
            </a:r>
            <a:endParaRPr lang="en-US" dirty="0">
              <a:highlight>
                <a:srgbClr val="FFFF00"/>
              </a:highlight>
            </a:endParaRPr>
          </a:p>
        </p:txBody>
      </p:sp>
      <p:pic>
        <p:nvPicPr>
          <p:cNvPr id="7" name="Content Placeholder 6" descr="Text, letter&#10;&#10;Description automatically generated">
            <a:extLst>
              <a:ext uri="{FF2B5EF4-FFF2-40B4-BE49-F238E27FC236}">
                <a16:creationId xmlns:a16="http://schemas.microsoft.com/office/drawing/2014/main" id="{C88E82E9-6205-4AB3-8B32-9213965C7F90}"/>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367392" y="1786726"/>
            <a:ext cx="11718357" cy="2210508"/>
          </a:xfrm>
        </p:spPr>
      </p:pic>
    </p:spTree>
    <p:extLst>
      <p:ext uri="{BB962C8B-B14F-4D97-AF65-F5344CB8AC3E}">
        <p14:creationId xmlns:p14="http://schemas.microsoft.com/office/powerpoint/2010/main" val="3766553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161741"/>
            <a:ext cx="10943610" cy="814745"/>
          </a:xfrm>
          <a:solidFill>
            <a:srgbClr val="D9910B"/>
          </a:solidFill>
        </p:spPr>
        <p:txBody>
          <a:bodyPr>
            <a:normAutofit fontScale="90000"/>
          </a:bodyPr>
          <a:lstStyle/>
          <a:p>
            <a:pPr algn="ctr"/>
            <a:r>
              <a:rPr lang="ja-JP" altLang="en-US" sz="5400" b="1" dirty="0">
                <a:solidFill>
                  <a:srgbClr val="C00000"/>
                </a:solidFill>
              </a:rPr>
              <a:t>～</a:t>
            </a:r>
            <a:r>
              <a:rPr lang="ja-JP" altLang="en-US" sz="3200" dirty="0">
                <a:solidFill>
                  <a:srgbClr val="C00000"/>
                </a:solidFill>
              </a:rPr>
              <a:t> </a:t>
            </a:r>
            <a:r>
              <a:rPr lang="ja-JP" altLang="en-US" sz="4800" b="1" dirty="0">
                <a:solidFill>
                  <a:srgbClr val="A11D2B"/>
                </a:solidFill>
              </a:rPr>
              <a:t>ものだ／ものではない </a:t>
            </a:r>
            <a:endParaRPr lang="en-US" sz="44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4196" y="1263748"/>
            <a:ext cx="6743256" cy="5267682"/>
          </a:xfrm>
          <a:solidFill>
            <a:schemeClr val="bg2">
              <a:lumMod val="75000"/>
            </a:schemeClr>
          </a:solidFill>
        </p:spPr>
        <p:txBody>
          <a:bodyPr>
            <a:normAutofit/>
          </a:bodyPr>
          <a:lstStyle/>
          <a:p>
            <a:pPr marL="0" indent="0">
              <a:buNone/>
            </a:pPr>
            <a:r>
              <a:rPr lang="ja-JP" altLang="en-US" sz="2800" dirty="0"/>
              <a:t> </a:t>
            </a:r>
            <a:r>
              <a:rPr lang="ja-JP" altLang="en-US" sz="2800" b="1" dirty="0">
                <a:solidFill>
                  <a:srgbClr val="A11D2B"/>
                </a:solidFill>
              </a:rPr>
              <a:t>［友達のＡさんがこれからスピーチコンテストに出ます］</a:t>
            </a:r>
            <a:endParaRPr lang="vi-VN" altLang="ja-JP" sz="2800" b="1" dirty="0">
              <a:solidFill>
                <a:srgbClr val="A11D2B"/>
              </a:solidFill>
            </a:endParaRPr>
          </a:p>
          <a:p>
            <a:pPr marL="0" indent="0">
              <a:buNone/>
            </a:pPr>
            <a:r>
              <a:rPr lang="vi-VN" altLang="ja-JP" sz="2800" dirty="0"/>
              <a:t>    </a:t>
            </a:r>
          </a:p>
          <a:p>
            <a:pPr marL="0" indent="0">
              <a:buNone/>
            </a:pPr>
            <a:r>
              <a:rPr lang="vi-VN" altLang="ja-JP" sz="2800" dirty="0"/>
              <a:t>   </a:t>
            </a:r>
            <a:r>
              <a:rPr lang="ja-JP" altLang="en-US" sz="2800" dirty="0"/>
              <a:t>Ａ：ああ、どうしよう。</a:t>
            </a:r>
            <a:endParaRPr lang="en-US" altLang="ja-JP" sz="2800" dirty="0"/>
          </a:p>
          <a:p>
            <a:pPr marL="0" indent="0">
              <a:buNone/>
            </a:pPr>
            <a:r>
              <a:rPr lang="ja-JP" altLang="en-US" sz="2800" dirty="0"/>
              <a:t>　 </a:t>
            </a:r>
            <a:endParaRPr lang="vi-VN" altLang="ja-JP" sz="2800" dirty="0"/>
          </a:p>
          <a:p>
            <a:pPr marL="0" indent="0">
              <a:buNone/>
            </a:pPr>
            <a:r>
              <a:rPr lang="vi-VN" altLang="ja-JP" sz="2800" dirty="0"/>
              <a:t>   </a:t>
            </a:r>
            <a:r>
              <a:rPr lang="ja-JP" altLang="en-US" sz="2800" dirty="0"/>
              <a:t>Ｂ：たくさんの人の前で話すのは、誰</a:t>
            </a:r>
            <a:endParaRPr lang="en-US" altLang="ja-JP" sz="2800" dirty="0"/>
          </a:p>
          <a:p>
            <a:pPr marL="0" indent="0">
              <a:buNone/>
            </a:pPr>
            <a:endParaRPr lang="en-US" altLang="ja-JP" sz="2800" dirty="0"/>
          </a:p>
          <a:p>
            <a:pPr marL="0" indent="0">
              <a:buNone/>
            </a:pPr>
            <a:r>
              <a:rPr lang="ja-JP" altLang="en-US" sz="2800" dirty="0"/>
              <a:t>でも</a:t>
            </a:r>
            <a:r>
              <a:rPr lang="vi-VN" altLang="ja-JP" sz="2800" dirty="0"/>
              <a:t>__________</a:t>
            </a:r>
            <a:r>
              <a:rPr lang="ja-JP" altLang="en-US" sz="2800" dirty="0"/>
              <a:t> ものだよ。 </a:t>
            </a:r>
            <a:endParaRPr lang="en-US" altLang="ja-JP" sz="2800" dirty="0"/>
          </a:p>
          <a:p>
            <a:pPr marL="0" indent="0">
              <a:buNone/>
            </a:pPr>
            <a:r>
              <a:rPr lang="ja-JP" altLang="en-US" sz="2800" dirty="0"/>
              <a:t>　　　大 丈 夫 、落 ち着 いて！</a:t>
            </a:r>
            <a:endParaRPr lang="en-US" altLang="ja-JP" sz="2800" dirty="0"/>
          </a:p>
        </p:txBody>
      </p:sp>
      <p:sp>
        <p:nvSpPr>
          <p:cNvPr id="6" name="TextBox 5">
            <a:extLst>
              <a:ext uri="{FF2B5EF4-FFF2-40B4-BE49-F238E27FC236}">
                <a16:creationId xmlns:a16="http://schemas.microsoft.com/office/drawing/2014/main" id="{C1F4016E-6937-4D04-9D27-86EA3F5C5DEF}"/>
              </a:ext>
            </a:extLst>
          </p:cNvPr>
          <p:cNvSpPr txBox="1"/>
          <p:nvPr/>
        </p:nvSpPr>
        <p:spPr>
          <a:xfrm>
            <a:off x="1508821" y="4583947"/>
            <a:ext cx="2096528" cy="461665"/>
          </a:xfrm>
          <a:prstGeom prst="rect">
            <a:avLst/>
          </a:prstGeom>
          <a:solidFill>
            <a:srgbClr val="00B050"/>
          </a:solidFill>
        </p:spPr>
        <p:txBody>
          <a:bodyPr wrap="square" rtlCol="0">
            <a:spAutoFit/>
          </a:bodyPr>
          <a:lstStyle/>
          <a:p>
            <a:pPr algn="ctr"/>
            <a:r>
              <a:rPr lang="ja-JP" altLang="en-US" sz="2400" b="1" dirty="0">
                <a:highlight>
                  <a:srgbClr val="00FFFF"/>
                </a:highlight>
              </a:rPr>
              <a:t>緊張する</a:t>
            </a:r>
            <a:endParaRPr lang="en-US" sz="2400" b="1" dirty="0">
              <a:highlight>
                <a:srgbClr val="00FFFF"/>
              </a:highlight>
            </a:endParaRPr>
          </a:p>
        </p:txBody>
      </p:sp>
      <p:pic>
        <p:nvPicPr>
          <p:cNvPr id="8194" name="Picture 2" descr="スピーチをしている学生のイラスト（女子）">
            <a:extLst>
              <a:ext uri="{FF2B5EF4-FFF2-40B4-BE49-F238E27FC236}">
                <a16:creationId xmlns:a16="http://schemas.microsoft.com/office/drawing/2014/main" id="{04E6889D-6182-4321-A924-4E44DCED0B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0042" y="1752599"/>
            <a:ext cx="3817762" cy="3817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1079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anim calcmode="lin" valueType="num">
                                      <p:cBhvr>
                                        <p:cTn id="1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1000"/>
                                        <p:tgtEl>
                                          <p:spTgt spid="5">
                                            <p:txEl>
                                              <p:pRg st="2" end="2"/>
                                            </p:txEl>
                                          </p:spTgt>
                                        </p:tgtEl>
                                      </p:cBhvr>
                                    </p:animEffect>
                                    <p:anim calcmode="lin" valueType="num">
                                      <p:cBhvr>
                                        <p:cTn id="1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1000"/>
                                        <p:tgtEl>
                                          <p:spTgt spid="5">
                                            <p:txEl>
                                              <p:pRg st="3" end="3"/>
                                            </p:txEl>
                                          </p:spTgt>
                                        </p:tgtEl>
                                      </p:cBhvr>
                                    </p:animEffect>
                                    <p:anim calcmode="lin" valueType="num">
                                      <p:cBhvr>
                                        <p:cTn id="2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1000"/>
                                        <p:tgtEl>
                                          <p:spTgt spid="5">
                                            <p:txEl>
                                              <p:pRg st="4" end="4"/>
                                            </p:txEl>
                                          </p:spTgt>
                                        </p:tgtEl>
                                      </p:cBhvr>
                                    </p:animEffect>
                                    <p:anim calcmode="lin" valueType="num">
                                      <p:cBhvr>
                                        <p:cTn id="2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fade">
                                      <p:cBhvr>
                                        <p:cTn id="32" dur="1000"/>
                                        <p:tgtEl>
                                          <p:spTgt spid="5">
                                            <p:txEl>
                                              <p:pRg st="6" end="6"/>
                                            </p:txEl>
                                          </p:spTgt>
                                        </p:tgtEl>
                                      </p:cBhvr>
                                    </p:animEffect>
                                    <p:anim calcmode="lin" valueType="num">
                                      <p:cBhvr>
                                        <p:cTn id="33"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Effect transition="in" filter="fade">
                                      <p:cBhvr>
                                        <p:cTn id="37" dur="1000"/>
                                        <p:tgtEl>
                                          <p:spTgt spid="5">
                                            <p:txEl>
                                              <p:pRg st="7" end="7"/>
                                            </p:txEl>
                                          </p:spTgt>
                                        </p:tgtEl>
                                      </p:cBhvr>
                                    </p:animEffect>
                                    <p:anim calcmode="lin" valueType="num">
                                      <p:cBhvr>
                                        <p:cTn id="38"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wipe(down)">
                                      <p:cBhvr>
                                        <p:cTn id="4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161741"/>
            <a:ext cx="10943610" cy="814745"/>
          </a:xfrm>
          <a:solidFill>
            <a:srgbClr val="D9910B"/>
          </a:solidFill>
        </p:spPr>
        <p:txBody>
          <a:bodyPr>
            <a:normAutofit fontScale="90000"/>
          </a:bodyPr>
          <a:lstStyle/>
          <a:p>
            <a:pPr algn="ctr"/>
            <a:r>
              <a:rPr lang="ja-JP" altLang="en-US" sz="5400" b="1" dirty="0">
                <a:solidFill>
                  <a:srgbClr val="C00000"/>
                </a:solidFill>
              </a:rPr>
              <a:t>～</a:t>
            </a:r>
            <a:r>
              <a:rPr lang="ja-JP" altLang="en-US" sz="3200" dirty="0">
                <a:solidFill>
                  <a:srgbClr val="C00000"/>
                </a:solidFill>
              </a:rPr>
              <a:t> </a:t>
            </a:r>
            <a:r>
              <a:rPr lang="ja-JP" altLang="en-US" sz="4800" b="1" dirty="0">
                <a:solidFill>
                  <a:srgbClr val="A11D2B"/>
                </a:solidFill>
              </a:rPr>
              <a:t>ものだ／ものではない </a:t>
            </a:r>
            <a:endParaRPr lang="en-US" sz="44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4196" y="1263748"/>
            <a:ext cx="6560375" cy="4862732"/>
          </a:xfrm>
          <a:solidFill>
            <a:schemeClr val="bg2">
              <a:lumMod val="75000"/>
            </a:schemeClr>
          </a:solidFill>
        </p:spPr>
        <p:txBody>
          <a:bodyPr>
            <a:normAutofit/>
          </a:bodyPr>
          <a:lstStyle/>
          <a:p>
            <a:pPr marL="0" indent="0">
              <a:buNone/>
            </a:pPr>
            <a:r>
              <a:rPr lang="ja-JP" altLang="en-US" sz="2800" dirty="0"/>
              <a:t> </a:t>
            </a:r>
            <a:r>
              <a:rPr lang="ja-JP" altLang="en-US" sz="2800" dirty="0">
                <a:solidFill>
                  <a:srgbClr val="A11D2B"/>
                </a:solidFill>
              </a:rPr>
              <a:t>「電車で座っていたら、お年 寄 りが乗ってきました］</a:t>
            </a:r>
            <a:endParaRPr lang="vi-VN" altLang="ja-JP" sz="2800" dirty="0">
              <a:solidFill>
                <a:srgbClr val="A11D2B"/>
              </a:solidFill>
            </a:endParaRPr>
          </a:p>
          <a:p>
            <a:pPr marL="0" indent="0">
              <a:buNone/>
            </a:pPr>
            <a:r>
              <a:rPr lang="vi-VN" altLang="ja-JP" sz="2800" dirty="0"/>
              <a:t>    </a:t>
            </a:r>
          </a:p>
          <a:p>
            <a:pPr marL="0" indent="0">
              <a:buNone/>
            </a:pPr>
            <a:endParaRPr lang="en-US" altLang="ja-JP" sz="2800" dirty="0"/>
          </a:p>
          <a:p>
            <a:pPr marL="0" indent="0">
              <a:buNone/>
            </a:pPr>
            <a:r>
              <a:rPr lang="ja-JP" altLang="en-US" sz="2800" dirty="0">
                <a:highlight>
                  <a:srgbClr val="FFFF00"/>
                </a:highlight>
              </a:rPr>
              <a:t>母親</a:t>
            </a:r>
            <a:r>
              <a:rPr lang="ja-JP" altLang="en-US" sz="2800" dirty="0"/>
              <a:t>：ほら、立ちなさい。</a:t>
            </a:r>
            <a:endParaRPr lang="en-US" altLang="ja-JP" sz="2800" dirty="0"/>
          </a:p>
          <a:p>
            <a:pPr marL="0" indent="0">
              <a:buNone/>
            </a:pPr>
            <a:r>
              <a:rPr lang="ja-JP" altLang="en-US" sz="2800" dirty="0"/>
              <a:t>お年寄りには＿＿＿＿＿＿＿ ものよ。</a:t>
            </a:r>
            <a:endParaRPr lang="en-US" altLang="ja-JP" sz="2800" dirty="0"/>
          </a:p>
          <a:p>
            <a:pPr marL="0" indent="0">
              <a:buNone/>
            </a:pPr>
            <a:endParaRPr lang="en-US" altLang="ja-JP" sz="2800" dirty="0"/>
          </a:p>
          <a:p>
            <a:pPr marL="0" indent="0">
              <a:buNone/>
            </a:pPr>
            <a:endParaRPr lang="en-US" altLang="ja-JP" sz="2800" dirty="0"/>
          </a:p>
          <a:p>
            <a:pPr marL="0" indent="0">
              <a:buNone/>
            </a:pPr>
            <a:r>
              <a:rPr lang="ja-JP" altLang="en-US" sz="2800" dirty="0"/>
              <a:t> </a:t>
            </a:r>
            <a:r>
              <a:rPr lang="ja-JP" altLang="en-US" sz="2800" dirty="0">
                <a:highlight>
                  <a:srgbClr val="FFFF00"/>
                </a:highlight>
              </a:rPr>
              <a:t>娘 </a:t>
            </a:r>
            <a:r>
              <a:rPr lang="ja-JP" altLang="en-US" sz="2800" dirty="0"/>
              <a:t>：はーい。</a:t>
            </a:r>
            <a:endParaRPr lang="en-US" altLang="ja-JP" sz="2800" dirty="0"/>
          </a:p>
        </p:txBody>
      </p:sp>
      <p:sp>
        <p:nvSpPr>
          <p:cNvPr id="6" name="TextBox 5">
            <a:extLst>
              <a:ext uri="{FF2B5EF4-FFF2-40B4-BE49-F238E27FC236}">
                <a16:creationId xmlns:a16="http://schemas.microsoft.com/office/drawing/2014/main" id="{C1F4016E-6937-4D04-9D27-86EA3F5C5DEF}"/>
              </a:ext>
            </a:extLst>
          </p:cNvPr>
          <p:cNvSpPr txBox="1"/>
          <p:nvPr/>
        </p:nvSpPr>
        <p:spPr>
          <a:xfrm>
            <a:off x="3089426" y="3579080"/>
            <a:ext cx="2096528" cy="461665"/>
          </a:xfrm>
          <a:prstGeom prst="rect">
            <a:avLst/>
          </a:prstGeom>
          <a:solidFill>
            <a:srgbClr val="00B050"/>
          </a:solidFill>
        </p:spPr>
        <p:txBody>
          <a:bodyPr wrap="square" rtlCol="0">
            <a:spAutoFit/>
          </a:bodyPr>
          <a:lstStyle/>
          <a:p>
            <a:pPr algn="ctr"/>
            <a:r>
              <a:rPr lang="ja-JP" altLang="en-US" sz="2400" b="1" dirty="0">
                <a:highlight>
                  <a:srgbClr val="00FFFF"/>
                </a:highlight>
              </a:rPr>
              <a:t>ゆずる</a:t>
            </a:r>
            <a:endParaRPr lang="en-US" sz="2400" b="1" dirty="0">
              <a:highlight>
                <a:srgbClr val="00FFFF"/>
              </a:highlight>
            </a:endParaRPr>
          </a:p>
        </p:txBody>
      </p:sp>
      <p:pic>
        <p:nvPicPr>
          <p:cNvPr id="9218" name="Picture 2" descr="お婆さんに席を譲る人のイラスト">
            <a:extLst>
              <a:ext uri="{FF2B5EF4-FFF2-40B4-BE49-F238E27FC236}">
                <a16:creationId xmlns:a16="http://schemas.microsoft.com/office/drawing/2014/main" id="{5FCB5DCB-9BDC-4EFD-9ACA-D760EB16A0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5108" y="1591892"/>
            <a:ext cx="4090451" cy="4090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1587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anim calcmode="lin" valueType="num">
                                      <p:cBhvr>
                                        <p:cTn id="1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1000"/>
                                        <p:tgtEl>
                                          <p:spTgt spid="5">
                                            <p:txEl>
                                              <p:pRg st="3" end="3"/>
                                            </p:txEl>
                                          </p:spTgt>
                                        </p:tgtEl>
                                      </p:cBhvr>
                                    </p:animEffect>
                                    <p:anim calcmode="lin" valueType="num">
                                      <p:cBhvr>
                                        <p:cTn id="1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1000"/>
                                        <p:tgtEl>
                                          <p:spTgt spid="5">
                                            <p:txEl>
                                              <p:pRg st="4" end="4"/>
                                            </p:txEl>
                                          </p:spTgt>
                                        </p:tgtEl>
                                      </p:cBhvr>
                                    </p:animEffect>
                                    <p:anim calcmode="lin" valueType="num">
                                      <p:cBhvr>
                                        <p:cTn id="2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animEffect transition="in" filter="fade">
                                      <p:cBhvr>
                                        <p:cTn id="27" dur="1000"/>
                                        <p:tgtEl>
                                          <p:spTgt spid="5">
                                            <p:txEl>
                                              <p:pRg st="7" end="7"/>
                                            </p:txEl>
                                          </p:spTgt>
                                        </p:tgtEl>
                                      </p:cBhvr>
                                    </p:animEffect>
                                    <p:anim calcmode="lin" valueType="num">
                                      <p:cBhvr>
                                        <p:cTn id="28"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barn(inVertical)">
                                      <p:cBhvr>
                                        <p:cTn id="3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161741"/>
            <a:ext cx="10943610" cy="814745"/>
          </a:xfrm>
          <a:solidFill>
            <a:srgbClr val="D9910B"/>
          </a:solidFill>
        </p:spPr>
        <p:txBody>
          <a:bodyPr>
            <a:normAutofit fontScale="90000"/>
          </a:bodyPr>
          <a:lstStyle/>
          <a:p>
            <a:pPr algn="ctr"/>
            <a:r>
              <a:rPr lang="ja-JP" altLang="en-US" sz="5400" b="1" dirty="0">
                <a:solidFill>
                  <a:srgbClr val="C00000"/>
                </a:solidFill>
              </a:rPr>
              <a:t>～</a:t>
            </a:r>
            <a:r>
              <a:rPr lang="ja-JP" altLang="en-US" sz="3200" dirty="0">
                <a:solidFill>
                  <a:srgbClr val="C00000"/>
                </a:solidFill>
              </a:rPr>
              <a:t> </a:t>
            </a:r>
            <a:r>
              <a:rPr lang="ja-JP" altLang="en-US" sz="4800" b="1" dirty="0">
                <a:solidFill>
                  <a:srgbClr val="A11D2B"/>
                </a:solidFill>
              </a:rPr>
              <a:t>ものだ／ものではない </a:t>
            </a:r>
            <a:endParaRPr lang="en-US" sz="44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4196" y="1263748"/>
            <a:ext cx="6560375" cy="4862732"/>
          </a:xfrm>
          <a:solidFill>
            <a:schemeClr val="bg2">
              <a:lumMod val="75000"/>
            </a:schemeClr>
          </a:solidFill>
        </p:spPr>
        <p:txBody>
          <a:bodyPr>
            <a:normAutofit/>
          </a:bodyPr>
          <a:lstStyle/>
          <a:p>
            <a:pPr marL="0" indent="0">
              <a:buNone/>
            </a:pPr>
            <a:r>
              <a:rPr lang="ja-JP" altLang="en-US" sz="2800" dirty="0"/>
              <a:t> </a:t>
            </a:r>
            <a:r>
              <a:rPr lang="ja-JP" altLang="en-US" sz="2800" b="1" dirty="0">
                <a:solidFill>
                  <a:srgbClr val="A11D2B"/>
                </a:solidFill>
              </a:rPr>
              <a:t>［アルバイトを始めたばかりの友達に］</a:t>
            </a:r>
            <a:endParaRPr lang="vi-VN" altLang="ja-JP" sz="2800" b="1" dirty="0">
              <a:solidFill>
                <a:srgbClr val="A11D2B"/>
              </a:solidFill>
            </a:endParaRPr>
          </a:p>
          <a:p>
            <a:pPr marL="0" indent="0">
              <a:buNone/>
            </a:pPr>
            <a:r>
              <a:rPr lang="vi-VN" altLang="ja-JP" sz="2800" dirty="0"/>
              <a:t>    </a:t>
            </a:r>
          </a:p>
          <a:p>
            <a:pPr marL="0" indent="0">
              <a:buNone/>
            </a:pPr>
            <a:r>
              <a:rPr lang="ja-JP" altLang="en-US" sz="2800" dirty="0"/>
              <a:t>Ａ：はあ、また店長に怒 られちゃった。 </a:t>
            </a:r>
            <a:endParaRPr lang="en-US" altLang="ja-JP" sz="2800" dirty="0"/>
          </a:p>
          <a:p>
            <a:pPr marL="0" indent="0">
              <a:buNone/>
            </a:pPr>
            <a:endParaRPr lang="en-US" altLang="ja-JP" sz="2800" dirty="0"/>
          </a:p>
          <a:p>
            <a:pPr marL="0" indent="0">
              <a:buNone/>
            </a:pPr>
            <a:r>
              <a:rPr lang="ja-JP" altLang="en-US" sz="2800" dirty="0"/>
              <a:t>Ｂ：最初は誰でも＿＿＿＿＿＿＿ ものだよ。 ！</a:t>
            </a:r>
            <a:endParaRPr lang="en-US" altLang="ja-JP" sz="2800" dirty="0"/>
          </a:p>
        </p:txBody>
      </p:sp>
      <p:sp>
        <p:nvSpPr>
          <p:cNvPr id="6" name="TextBox 5">
            <a:extLst>
              <a:ext uri="{FF2B5EF4-FFF2-40B4-BE49-F238E27FC236}">
                <a16:creationId xmlns:a16="http://schemas.microsoft.com/office/drawing/2014/main" id="{C1F4016E-6937-4D04-9D27-86EA3F5C5DEF}"/>
              </a:ext>
            </a:extLst>
          </p:cNvPr>
          <p:cNvSpPr txBox="1"/>
          <p:nvPr/>
        </p:nvSpPr>
        <p:spPr>
          <a:xfrm>
            <a:off x="3611940" y="3467100"/>
            <a:ext cx="2318597" cy="461665"/>
          </a:xfrm>
          <a:prstGeom prst="rect">
            <a:avLst/>
          </a:prstGeom>
          <a:solidFill>
            <a:srgbClr val="00B050"/>
          </a:solidFill>
        </p:spPr>
        <p:txBody>
          <a:bodyPr wrap="square" rtlCol="0">
            <a:spAutoFit/>
          </a:bodyPr>
          <a:lstStyle/>
          <a:p>
            <a:pPr algn="ctr"/>
            <a:r>
              <a:rPr lang="ja-JP" altLang="en-US" sz="2400" b="1" dirty="0">
                <a:highlight>
                  <a:srgbClr val="00FFFF"/>
                </a:highlight>
              </a:rPr>
              <a:t>失敗しやすい</a:t>
            </a:r>
            <a:endParaRPr lang="en-US" sz="2400" b="1" dirty="0">
              <a:highlight>
                <a:srgbClr val="00FFFF"/>
              </a:highlight>
            </a:endParaRPr>
          </a:p>
        </p:txBody>
      </p:sp>
      <p:pic>
        <p:nvPicPr>
          <p:cNvPr id="10242" name="Picture 2" descr="ブラックバイトのイラスト">
            <a:extLst>
              <a:ext uri="{FF2B5EF4-FFF2-40B4-BE49-F238E27FC236}">
                <a16:creationId xmlns:a16="http://schemas.microsoft.com/office/drawing/2014/main" id="{7EB82F22-7EF2-4586-81C8-CD0AF3079F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9144" y="1688081"/>
            <a:ext cx="4137953" cy="41379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7892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anim calcmode="lin" valueType="num">
                                      <p:cBhvr>
                                        <p:cTn id="1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1000"/>
                                        <p:tgtEl>
                                          <p:spTgt spid="5">
                                            <p:txEl>
                                              <p:pRg st="2" end="2"/>
                                            </p:txEl>
                                          </p:spTgt>
                                        </p:tgtEl>
                                      </p:cBhvr>
                                    </p:animEffect>
                                    <p:anim calcmode="lin" valueType="num">
                                      <p:cBhvr>
                                        <p:cTn id="1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1000"/>
                                        <p:tgtEl>
                                          <p:spTgt spid="5">
                                            <p:txEl>
                                              <p:pRg st="4" end="4"/>
                                            </p:txEl>
                                          </p:spTgt>
                                        </p:tgtEl>
                                      </p:cBhvr>
                                    </p:animEffect>
                                    <p:anim calcmode="lin" valueType="num">
                                      <p:cBhvr>
                                        <p:cTn id="2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down)">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9265" y="325938"/>
            <a:ext cx="10943610" cy="814745"/>
          </a:xfrm>
          <a:solidFill>
            <a:srgbClr val="D9910B"/>
          </a:solidFill>
        </p:spPr>
        <p:txBody>
          <a:bodyPr>
            <a:normAutofit/>
          </a:bodyPr>
          <a:lstStyle/>
          <a:p>
            <a:pPr algn="ctr"/>
            <a:r>
              <a:rPr lang="ja-JP" altLang="en-US" sz="4400" b="1" dirty="0">
                <a:solidFill>
                  <a:srgbClr val="C00000"/>
                </a:solidFill>
              </a:rPr>
              <a:t>～</a:t>
            </a:r>
            <a:r>
              <a:rPr lang="ja-JP" altLang="en-US" sz="2400" dirty="0">
                <a:solidFill>
                  <a:srgbClr val="C00000"/>
                </a:solidFill>
              </a:rPr>
              <a:t> </a:t>
            </a:r>
            <a:r>
              <a:rPr lang="ja-JP" altLang="en-US" b="1" dirty="0">
                <a:solidFill>
                  <a:srgbClr val="A11D2B"/>
                </a:solidFill>
              </a:rPr>
              <a:t>とおり（に）／～どおり（に）</a:t>
            </a:r>
            <a:endParaRPr lang="en-US" sz="44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9265" y="1828800"/>
            <a:ext cx="5466735" cy="4523874"/>
          </a:xfrm>
          <a:solidFill>
            <a:srgbClr val="5E9C53"/>
          </a:solidFill>
        </p:spPr>
        <p:txBody>
          <a:bodyPr>
            <a:normAutofit/>
          </a:bodyPr>
          <a:lstStyle/>
          <a:p>
            <a:pPr marL="0" indent="0" algn="ctr">
              <a:buNone/>
            </a:pPr>
            <a:r>
              <a:rPr lang="ja-JP" altLang="en-US" sz="3200" b="1" dirty="0">
                <a:solidFill>
                  <a:srgbClr val="A11D2B"/>
                </a:solidFill>
              </a:rPr>
              <a:t>意 味</a:t>
            </a:r>
            <a:endParaRPr lang="en-US" altLang="ja-JP" sz="3200" b="1" dirty="0">
              <a:solidFill>
                <a:srgbClr val="A11D2B"/>
              </a:solidFill>
            </a:endParaRPr>
          </a:p>
          <a:p>
            <a:pPr marL="0" indent="0" algn="ctr">
              <a:buNone/>
            </a:pPr>
            <a:r>
              <a:rPr lang="ja-JP" altLang="en-US" sz="2800" dirty="0"/>
              <a:t>～（と同じ）ように</a:t>
            </a:r>
            <a:endParaRPr lang="en-US" altLang="ja-JP" sz="2800" dirty="0"/>
          </a:p>
          <a:p>
            <a:pPr marL="0" indent="0" algn="ctr">
              <a:buNone/>
            </a:pPr>
            <a:r>
              <a:rPr lang="vi-VN" altLang="ja-JP" sz="2800" dirty="0"/>
              <a:t>Làm/không làm</a:t>
            </a:r>
            <a:r>
              <a:rPr lang="ja-JP" altLang="vi-VN" sz="2800" dirty="0"/>
              <a:t>・</a:t>
            </a:r>
            <a:r>
              <a:rPr lang="vi-VN" altLang="ja-JP" sz="2800" dirty="0"/>
              <a:t>chuyện gì đó .....là bình thường, đương nhiên</a:t>
            </a:r>
            <a:endParaRPr lang="en-US" altLang="ja-JP" sz="3200" dirty="0"/>
          </a:p>
          <a:p>
            <a:pPr algn="ctr"/>
            <a:endParaRPr lang="en-US" altLang="ja-JP" sz="2800" dirty="0"/>
          </a:p>
          <a:p>
            <a:pPr algn="ctr"/>
            <a:endParaRPr lang="en-US" altLang="ja-JP" sz="2800" dirty="0"/>
          </a:p>
          <a:p>
            <a:pPr marL="0" indent="0" algn="ctr">
              <a:buNone/>
            </a:pPr>
            <a:endParaRPr lang="en-US" altLang="ja-JP" sz="3200" b="1" dirty="0">
              <a:solidFill>
                <a:srgbClr val="A11D2B"/>
              </a:solidFill>
            </a:endParaRPr>
          </a:p>
        </p:txBody>
      </p:sp>
      <p:sp>
        <p:nvSpPr>
          <p:cNvPr id="6" name="Content Placeholder 4">
            <a:extLst>
              <a:ext uri="{FF2B5EF4-FFF2-40B4-BE49-F238E27FC236}">
                <a16:creationId xmlns:a16="http://schemas.microsoft.com/office/drawing/2014/main" id="{98D3A890-C849-4777-ABA2-6969C6DAD515}"/>
              </a:ext>
            </a:extLst>
          </p:cNvPr>
          <p:cNvSpPr txBox="1">
            <a:spLocks/>
          </p:cNvSpPr>
          <p:nvPr/>
        </p:nvSpPr>
        <p:spPr>
          <a:xfrm>
            <a:off x="6531429" y="1698171"/>
            <a:ext cx="5031306" cy="4654503"/>
          </a:xfrm>
          <a:prstGeom prst="rect">
            <a:avLst/>
          </a:prstGeom>
          <a:solidFill>
            <a:srgbClr val="5E9C53"/>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ja-JP" altLang="en-US" sz="2800" b="1" dirty="0">
                <a:solidFill>
                  <a:srgbClr val="A11D2B"/>
                </a:solidFill>
              </a:rPr>
              <a:t>接続</a:t>
            </a:r>
            <a:endParaRPr lang="en-US" altLang="ja-JP" sz="2800" b="1" dirty="0">
              <a:solidFill>
                <a:srgbClr val="A11D2B"/>
              </a:solidFill>
            </a:endParaRPr>
          </a:p>
          <a:p>
            <a:pPr marL="0" indent="0" algn="ctr">
              <a:buNone/>
            </a:pPr>
            <a:endParaRPr lang="en-US" altLang="ja-JP" sz="2400" dirty="0"/>
          </a:p>
          <a:p>
            <a:pPr marL="0" indent="0" algn="ctr">
              <a:buNone/>
            </a:pPr>
            <a:r>
              <a:rPr lang="ja-JP" altLang="en-US" sz="2800" dirty="0"/>
              <a:t>Ｖ</a:t>
            </a:r>
            <a:r>
              <a:rPr lang="en-US" altLang="ja-JP" sz="2800" dirty="0"/>
              <a:t>-</a:t>
            </a:r>
            <a:r>
              <a:rPr lang="ja-JP" altLang="en-US" sz="2800" dirty="0"/>
              <a:t>辞書形 ・ タ形 ＋ とおりに </a:t>
            </a:r>
            <a:r>
              <a:rPr lang="vi-VN" altLang="ja-JP" sz="2800" dirty="0"/>
              <a:t> </a:t>
            </a:r>
          </a:p>
          <a:p>
            <a:pPr marL="0" indent="0" algn="ctr">
              <a:buNone/>
            </a:pPr>
            <a:r>
              <a:rPr lang="vi-VN" altLang="ja-JP" sz="2800" dirty="0"/>
              <a:t>    </a:t>
            </a:r>
            <a:r>
              <a:rPr lang="ja-JP" altLang="en-US" sz="2800" dirty="0"/>
              <a:t>Ｎ ＋ の とおりに </a:t>
            </a:r>
            <a:endParaRPr lang="vi-VN" altLang="ja-JP" sz="2800" dirty="0"/>
          </a:p>
          <a:p>
            <a:pPr marL="0" indent="0" algn="ctr">
              <a:buNone/>
            </a:pPr>
            <a:r>
              <a:rPr lang="ja-JP" altLang="en-US" sz="2800" dirty="0"/>
              <a:t>Ｎ ＋ どおりに</a:t>
            </a:r>
            <a:endParaRPr lang="en-US" altLang="ja-JP" sz="3600" b="1" dirty="0">
              <a:solidFill>
                <a:srgbClr val="A11D2B"/>
              </a:solidFill>
            </a:endParaRPr>
          </a:p>
        </p:txBody>
      </p:sp>
    </p:spTree>
    <p:extLst>
      <p:ext uri="{BB962C8B-B14F-4D97-AF65-F5344CB8AC3E}">
        <p14:creationId xmlns:p14="http://schemas.microsoft.com/office/powerpoint/2010/main" val="25308199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7FF3D-1C5F-4028-AF2A-1DAE728C2E9F}"/>
              </a:ext>
            </a:extLst>
          </p:cNvPr>
          <p:cNvSpPr>
            <a:spLocks noGrp="1"/>
          </p:cNvSpPr>
          <p:nvPr>
            <p:ph type="title"/>
          </p:nvPr>
        </p:nvSpPr>
        <p:spPr>
          <a:solidFill>
            <a:schemeClr val="accent2"/>
          </a:solidFill>
        </p:spPr>
        <p:txBody>
          <a:bodyPr/>
          <a:lstStyle/>
          <a:p>
            <a:r>
              <a:rPr lang="ja-JP" altLang="en-US" dirty="0">
                <a:highlight>
                  <a:srgbClr val="FFFF00"/>
                </a:highlight>
              </a:rPr>
              <a:t>例文（</a:t>
            </a:r>
            <a:r>
              <a:rPr lang="en-US" altLang="ja-JP" dirty="0">
                <a:highlight>
                  <a:srgbClr val="FFFF00"/>
                </a:highlight>
              </a:rPr>
              <a:t>P69</a:t>
            </a:r>
            <a:r>
              <a:rPr lang="ja-JP" altLang="en-US" dirty="0">
                <a:highlight>
                  <a:srgbClr val="FFFF00"/>
                </a:highlight>
              </a:rPr>
              <a:t>）</a:t>
            </a:r>
            <a:endParaRPr lang="en-US" dirty="0">
              <a:highlight>
                <a:srgbClr val="FFFF00"/>
              </a:highlight>
            </a:endParaRPr>
          </a:p>
        </p:txBody>
      </p:sp>
      <p:pic>
        <p:nvPicPr>
          <p:cNvPr id="6" name="Content Placeholder 5" descr="Text, letter&#10;&#10;Description automatically generated">
            <a:extLst>
              <a:ext uri="{FF2B5EF4-FFF2-40B4-BE49-F238E27FC236}">
                <a16:creationId xmlns:a16="http://schemas.microsoft.com/office/drawing/2014/main" id="{41C92822-2F47-4D0E-9FB5-248884046357}"/>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730974" y="1906066"/>
            <a:ext cx="10992053" cy="2665934"/>
          </a:xfrm>
        </p:spPr>
      </p:pic>
    </p:spTree>
    <p:extLst>
      <p:ext uri="{BB962C8B-B14F-4D97-AF65-F5344CB8AC3E}">
        <p14:creationId xmlns:p14="http://schemas.microsoft.com/office/powerpoint/2010/main" val="4135665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161741"/>
            <a:ext cx="10943610" cy="814745"/>
          </a:xfrm>
          <a:solidFill>
            <a:srgbClr val="D9910B"/>
          </a:solidFill>
        </p:spPr>
        <p:txBody>
          <a:bodyPr>
            <a:normAutofit fontScale="90000"/>
          </a:bodyPr>
          <a:lstStyle/>
          <a:p>
            <a:pPr algn="ctr"/>
            <a:r>
              <a:rPr lang="ja-JP" altLang="en-US" sz="6600" b="1" dirty="0">
                <a:solidFill>
                  <a:srgbClr val="A11D2B"/>
                </a:solidFill>
              </a:rPr>
              <a:t>～</a:t>
            </a:r>
            <a:r>
              <a:rPr lang="ja-JP" altLang="en-US" sz="5400" b="1" dirty="0">
                <a:solidFill>
                  <a:srgbClr val="A11D2B"/>
                </a:solidFill>
              </a:rPr>
              <a:t>とおり（に）／～どおり（に）</a:t>
            </a:r>
            <a:endParaRPr lang="en-US" sz="44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4196" y="1263748"/>
            <a:ext cx="6913073" cy="4862732"/>
          </a:xfrm>
          <a:solidFill>
            <a:schemeClr val="bg2">
              <a:lumMod val="75000"/>
            </a:schemeClr>
          </a:solidFill>
        </p:spPr>
        <p:txBody>
          <a:bodyPr>
            <a:normAutofit/>
          </a:bodyPr>
          <a:lstStyle/>
          <a:p>
            <a:pPr marL="0" indent="0">
              <a:buNone/>
            </a:pPr>
            <a:r>
              <a:rPr lang="ja-JP" altLang="en-US" sz="2800" dirty="0"/>
              <a:t> </a:t>
            </a:r>
            <a:endParaRPr lang="en-US" altLang="ja-JP" sz="2800" dirty="0"/>
          </a:p>
          <a:p>
            <a:pPr marL="0" indent="0">
              <a:buNone/>
            </a:pPr>
            <a:endParaRPr lang="en-US" altLang="ja-JP" sz="2800" dirty="0"/>
          </a:p>
          <a:p>
            <a:pPr marL="0" indent="0">
              <a:buNone/>
            </a:pPr>
            <a:r>
              <a:rPr lang="ja-JP" altLang="en-US" sz="2800" b="1" dirty="0">
                <a:solidFill>
                  <a:srgbClr val="A11D2B"/>
                </a:solidFill>
              </a:rPr>
              <a:t>［料理を作りましたが、失敗しました］</a:t>
            </a:r>
            <a:endParaRPr lang="vi-VN" altLang="ja-JP" sz="2800" b="1" dirty="0">
              <a:solidFill>
                <a:srgbClr val="A11D2B"/>
              </a:solidFill>
            </a:endParaRPr>
          </a:p>
          <a:p>
            <a:pPr marL="0" indent="0">
              <a:buNone/>
            </a:pPr>
            <a:r>
              <a:rPr lang="vi-VN" altLang="ja-JP" sz="2800" dirty="0"/>
              <a:t>    </a:t>
            </a:r>
          </a:p>
          <a:p>
            <a:pPr marL="0" indent="0">
              <a:buNone/>
            </a:pPr>
            <a:r>
              <a:rPr lang="ja-JP" altLang="en-US" sz="2800" dirty="0"/>
              <a:t>＿＿＿＿＿＿＿＿＿とおりにやったのに、</a:t>
            </a:r>
            <a:endParaRPr lang="en-US" altLang="ja-JP" sz="2800" dirty="0"/>
          </a:p>
          <a:p>
            <a:pPr marL="0" indent="0">
              <a:buNone/>
            </a:pPr>
            <a:r>
              <a:rPr lang="ja-JP" altLang="en-US" sz="2800" dirty="0"/>
              <a:t>うまくできなかった。</a:t>
            </a:r>
            <a:endParaRPr lang="en-US" altLang="ja-JP" sz="2800" dirty="0"/>
          </a:p>
        </p:txBody>
      </p:sp>
      <p:sp>
        <p:nvSpPr>
          <p:cNvPr id="6" name="TextBox 5">
            <a:extLst>
              <a:ext uri="{FF2B5EF4-FFF2-40B4-BE49-F238E27FC236}">
                <a16:creationId xmlns:a16="http://schemas.microsoft.com/office/drawing/2014/main" id="{C1F4016E-6937-4D04-9D27-86EA3F5C5DEF}"/>
              </a:ext>
            </a:extLst>
          </p:cNvPr>
          <p:cNvSpPr txBox="1"/>
          <p:nvPr/>
        </p:nvSpPr>
        <p:spPr>
          <a:xfrm>
            <a:off x="624195" y="2967335"/>
            <a:ext cx="3154620" cy="461665"/>
          </a:xfrm>
          <a:prstGeom prst="rect">
            <a:avLst/>
          </a:prstGeom>
          <a:solidFill>
            <a:srgbClr val="00B050"/>
          </a:solidFill>
        </p:spPr>
        <p:txBody>
          <a:bodyPr wrap="square" rtlCol="0">
            <a:spAutoFit/>
          </a:bodyPr>
          <a:lstStyle/>
          <a:p>
            <a:pPr algn="ctr"/>
            <a:r>
              <a:rPr lang="ja-JP" altLang="en-US" sz="2400" b="1" dirty="0">
                <a:highlight>
                  <a:srgbClr val="00FFFF"/>
                </a:highlight>
              </a:rPr>
              <a:t>先生が教えてくれた</a:t>
            </a:r>
            <a:endParaRPr lang="en-US" sz="2400" b="1" dirty="0">
              <a:highlight>
                <a:srgbClr val="00FFFF"/>
              </a:highlight>
            </a:endParaRPr>
          </a:p>
        </p:txBody>
      </p:sp>
      <p:pic>
        <p:nvPicPr>
          <p:cNvPr id="11266" name="Picture 2" descr="親子で料理をしているイラスト">
            <a:extLst>
              <a:ext uri="{FF2B5EF4-FFF2-40B4-BE49-F238E27FC236}">
                <a16:creationId xmlns:a16="http://schemas.microsoft.com/office/drawing/2014/main" id="{5F5B431B-392B-42C8-BD43-8CB47E4E3A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6092" y="1985716"/>
            <a:ext cx="3997073" cy="39970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9891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161741"/>
            <a:ext cx="10943610" cy="814745"/>
          </a:xfrm>
          <a:solidFill>
            <a:srgbClr val="D9910B"/>
          </a:solidFill>
        </p:spPr>
        <p:txBody>
          <a:bodyPr>
            <a:normAutofit fontScale="90000"/>
          </a:bodyPr>
          <a:lstStyle/>
          <a:p>
            <a:pPr algn="ctr"/>
            <a:r>
              <a:rPr lang="ja-JP" altLang="en-US" sz="5400" b="1" dirty="0">
                <a:solidFill>
                  <a:srgbClr val="A11D2B"/>
                </a:solidFill>
              </a:rPr>
              <a:t>～</a:t>
            </a:r>
            <a:r>
              <a:rPr lang="ja-JP" altLang="en-US" sz="4400" b="1" dirty="0">
                <a:solidFill>
                  <a:srgbClr val="A11D2B"/>
                </a:solidFill>
              </a:rPr>
              <a:t>とおり（に）／～どおり（に）</a:t>
            </a:r>
            <a:endParaRPr lang="en-US" sz="44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4195" y="1130969"/>
            <a:ext cx="10943610" cy="5474368"/>
          </a:xfrm>
          <a:solidFill>
            <a:schemeClr val="bg2">
              <a:lumMod val="75000"/>
            </a:schemeClr>
          </a:solidFill>
        </p:spPr>
        <p:txBody>
          <a:bodyPr>
            <a:normAutofit/>
          </a:bodyPr>
          <a:lstStyle/>
          <a:p>
            <a:pPr marL="0" indent="0">
              <a:buNone/>
            </a:pPr>
            <a:endParaRPr lang="en-US" altLang="ja-JP" sz="2800" dirty="0"/>
          </a:p>
          <a:p>
            <a:pPr marL="0" indent="0">
              <a:buNone/>
            </a:pPr>
            <a:r>
              <a:rPr lang="ja-JP" altLang="en-US" sz="2800" dirty="0"/>
              <a:t>① 先生の</a:t>
            </a:r>
            <a:r>
              <a:rPr lang="vi-VN" altLang="ja-JP" sz="2800" dirty="0"/>
              <a:t>_________</a:t>
            </a:r>
            <a:r>
              <a:rPr lang="ja-JP" altLang="en-US" sz="2800" dirty="0"/>
              <a:t> とおりに避 難してください。</a:t>
            </a:r>
            <a:endParaRPr lang="en-US" altLang="ja-JP" sz="2800" dirty="0"/>
          </a:p>
          <a:p>
            <a:pPr marL="0" indent="0">
              <a:buNone/>
            </a:pPr>
            <a:endParaRPr lang="vi-VN" altLang="ja-JP" sz="2800" dirty="0"/>
          </a:p>
          <a:p>
            <a:pPr marL="0" indent="0">
              <a:buNone/>
            </a:pPr>
            <a:r>
              <a:rPr lang="ja-JP" altLang="en-US" sz="2800" dirty="0"/>
              <a:t> ②＿＿＿＿＿＿どおり、Ａチームが優 勝 した。</a:t>
            </a:r>
            <a:endParaRPr lang="en-US" altLang="ja-JP" sz="2800" dirty="0"/>
          </a:p>
          <a:p>
            <a:pPr marL="0" indent="0">
              <a:buNone/>
            </a:pPr>
            <a:endParaRPr lang="en-US" altLang="ja-JP" sz="2800" dirty="0"/>
          </a:p>
          <a:p>
            <a:pPr marL="0" indent="0">
              <a:buNone/>
            </a:pPr>
            <a:r>
              <a:rPr lang="en-US" sz="2400" dirty="0"/>
              <a:t>③</a:t>
            </a:r>
            <a:r>
              <a:rPr lang="ja-JP" altLang="en-US" sz="2800" dirty="0"/>
              <a:t>子どもは ＿＿＿＿＿＿＿の思いどおりにはならないものだ。</a:t>
            </a:r>
            <a:endParaRPr lang="en-US" altLang="ja-JP" sz="2800" dirty="0"/>
          </a:p>
          <a:p>
            <a:pPr marL="0" indent="0">
              <a:buNone/>
            </a:pPr>
            <a:endParaRPr lang="vi-VN" altLang="ja-JP" sz="2800" dirty="0"/>
          </a:p>
          <a:p>
            <a:pPr marL="0" indent="0">
              <a:buNone/>
            </a:pPr>
            <a:r>
              <a:rPr lang="ja-JP" altLang="en-US" sz="2800" dirty="0"/>
              <a:t> ④ 私の思ったとおり、＿＿＿＿＿＿＿＿＿＿＿＿ 。</a:t>
            </a:r>
            <a:endParaRPr lang="en-US" altLang="ja-JP" sz="2800" dirty="0"/>
          </a:p>
        </p:txBody>
      </p:sp>
      <p:sp>
        <p:nvSpPr>
          <p:cNvPr id="3" name="TextBox 2">
            <a:extLst>
              <a:ext uri="{FF2B5EF4-FFF2-40B4-BE49-F238E27FC236}">
                <a16:creationId xmlns:a16="http://schemas.microsoft.com/office/drawing/2014/main" id="{6A6FABEA-AF34-499D-AC16-11633CF654DB}"/>
              </a:ext>
            </a:extLst>
          </p:cNvPr>
          <p:cNvSpPr txBox="1"/>
          <p:nvPr/>
        </p:nvSpPr>
        <p:spPr>
          <a:xfrm>
            <a:off x="2937967" y="3466171"/>
            <a:ext cx="2223837" cy="523220"/>
          </a:xfrm>
          <a:prstGeom prst="rect">
            <a:avLst/>
          </a:prstGeom>
          <a:noFill/>
        </p:spPr>
        <p:txBody>
          <a:bodyPr wrap="square" rtlCol="0">
            <a:spAutoFit/>
          </a:bodyPr>
          <a:lstStyle/>
          <a:p>
            <a:pPr algn="ctr"/>
            <a:r>
              <a:rPr lang="ja-JP" altLang="en-US" sz="2800" b="1" dirty="0">
                <a:solidFill>
                  <a:srgbClr val="FF0000"/>
                </a:solidFill>
                <a:highlight>
                  <a:srgbClr val="FFFF00"/>
                </a:highlight>
              </a:rPr>
              <a:t>親</a:t>
            </a:r>
            <a:endParaRPr lang="en-US" sz="2800" b="1" dirty="0">
              <a:solidFill>
                <a:srgbClr val="FF0000"/>
              </a:solidFill>
              <a:highlight>
                <a:srgbClr val="FFFF00"/>
              </a:highlight>
            </a:endParaRPr>
          </a:p>
        </p:txBody>
      </p:sp>
      <p:sp>
        <p:nvSpPr>
          <p:cNvPr id="7" name="TextBox 6">
            <a:extLst>
              <a:ext uri="{FF2B5EF4-FFF2-40B4-BE49-F238E27FC236}">
                <a16:creationId xmlns:a16="http://schemas.microsoft.com/office/drawing/2014/main" id="{34C41D68-2E92-419A-9D90-0814AE66459C}"/>
              </a:ext>
            </a:extLst>
          </p:cNvPr>
          <p:cNvSpPr txBox="1"/>
          <p:nvPr/>
        </p:nvSpPr>
        <p:spPr>
          <a:xfrm>
            <a:off x="2354522" y="1561184"/>
            <a:ext cx="1917032" cy="461665"/>
          </a:xfrm>
          <a:prstGeom prst="rect">
            <a:avLst/>
          </a:prstGeom>
          <a:noFill/>
        </p:spPr>
        <p:txBody>
          <a:bodyPr wrap="square" rtlCol="0">
            <a:spAutoFit/>
          </a:bodyPr>
          <a:lstStyle/>
          <a:p>
            <a:pPr algn="ctr"/>
            <a:r>
              <a:rPr lang="ja-JP" altLang="en-US" sz="2400" b="1" dirty="0">
                <a:solidFill>
                  <a:srgbClr val="FF0000"/>
                </a:solidFill>
                <a:highlight>
                  <a:srgbClr val="FFFF00"/>
                </a:highlight>
              </a:rPr>
              <a:t>指示の</a:t>
            </a:r>
            <a:endParaRPr lang="en-US" sz="2400" b="1" dirty="0">
              <a:solidFill>
                <a:srgbClr val="FF0000"/>
              </a:solidFill>
              <a:highlight>
                <a:srgbClr val="FFFF00"/>
              </a:highlight>
            </a:endParaRPr>
          </a:p>
        </p:txBody>
      </p:sp>
      <p:sp>
        <p:nvSpPr>
          <p:cNvPr id="8" name="TextBox 7">
            <a:extLst>
              <a:ext uri="{FF2B5EF4-FFF2-40B4-BE49-F238E27FC236}">
                <a16:creationId xmlns:a16="http://schemas.microsoft.com/office/drawing/2014/main" id="{F6926E83-6FA8-48D5-AE4A-F9C6107193EF}"/>
              </a:ext>
            </a:extLst>
          </p:cNvPr>
          <p:cNvSpPr txBox="1"/>
          <p:nvPr/>
        </p:nvSpPr>
        <p:spPr>
          <a:xfrm>
            <a:off x="836024" y="2482900"/>
            <a:ext cx="2205531" cy="523220"/>
          </a:xfrm>
          <a:prstGeom prst="rect">
            <a:avLst/>
          </a:prstGeom>
          <a:noFill/>
        </p:spPr>
        <p:txBody>
          <a:bodyPr wrap="square" rtlCol="0">
            <a:spAutoFit/>
          </a:bodyPr>
          <a:lstStyle/>
          <a:p>
            <a:pPr algn="ctr"/>
            <a:r>
              <a:rPr lang="ja-JP" altLang="en-US" sz="2800" b="1" dirty="0">
                <a:solidFill>
                  <a:srgbClr val="FF0000"/>
                </a:solidFill>
                <a:highlight>
                  <a:srgbClr val="FFFF00"/>
                </a:highlight>
              </a:rPr>
              <a:t>予想</a:t>
            </a:r>
            <a:endParaRPr lang="en-US" sz="2800" b="1" dirty="0">
              <a:solidFill>
                <a:srgbClr val="FF0000"/>
              </a:solidFill>
              <a:highlight>
                <a:srgbClr val="FFFF00"/>
              </a:highlight>
            </a:endParaRPr>
          </a:p>
        </p:txBody>
      </p:sp>
    </p:spTree>
    <p:extLst>
      <p:ext uri="{BB962C8B-B14F-4D97-AF65-F5344CB8AC3E}">
        <p14:creationId xmlns:p14="http://schemas.microsoft.com/office/powerpoint/2010/main" val="634359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barn(inVertical)">
                                      <p:cBhvr>
                                        <p:cTn id="1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9265" y="325938"/>
            <a:ext cx="10943610" cy="814745"/>
          </a:xfrm>
          <a:solidFill>
            <a:srgbClr val="D9910B"/>
          </a:solidFill>
        </p:spPr>
        <p:txBody>
          <a:bodyPr>
            <a:normAutofit/>
          </a:bodyPr>
          <a:lstStyle/>
          <a:p>
            <a:pPr algn="ctr"/>
            <a:r>
              <a:rPr lang="ja-JP" altLang="en-US" sz="4400" b="1" dirty="0">
                <a:solidFill>
                  <a:srgbClr val="C00000"/>
                </a:solidFill>
              </a:rPr>
              <a:t>～</a:t>
            </a:r>
            <a:r>
              <a:rPr lang="ja-JP" altLang="en-US" sz="2400" dirty="0">
                <a:solidFill>
                  <a:srgbClr val="C00000"/>
                </a:solidFill>
              </a:rPr>
              <a:t> </a:t>
            </a:r>
            <a:r>
              <a:rPr lang="ja-JP" altLang="en-US" sz="4400" b="1" dirty="0">
                <a:solidFill>
                  <a:srgbClr val="A11D2B"/>
                </a:solidFill>
              </a:rPr>
              <a:t>際 に／際 は </a:t>
            </a:r>
            <a:endParaRPr lang="en-US" sz="44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9265" y="1828800"/>
            <a:ext cx="5466735" cy="4523874"/>
          </a:xfrm>
          <a:solidFill>
            <a:srgbClr val="5E9C53"/>
          </a:solidFill>
        </p:spPr>
        <p:txBody>
          <a:bodyPr>
            <a:normAutofit lnSpcReduction="10000"/>
          </a:bodyPr>
          <a:lstStyle/>
          <a:p>
            <a:pPr marL="0" indent="0" algn="ctr">
              <a:buNone/>
            </a:pPr>
            <a:r>
              <a:rPr lang="ja-JP" altLang="en-US" sz="3200" b="1" dirty="0">
                <a:solidFill>
                  <a:srgbClr val="A11D2B"/>
                </a:solidFill>
              </a:rPr>
              <a:t>意 味</a:t>
            </a:r>
            <a:endParaRPr lang="en-US" altLang="ja-JP" sz="3200" b="1" dirty="0">
              <a:solidFill>
                <a:srgbClr val="A11D2B"/>
              </a:solidFill>
            </a:endParaRPr>
          </a:p>
          <a:p>
            <a:pPr marL="0" indent="0" algn="ctr">
              <a:buNone/>
            </a:pPr>
            <a:endParaRPr lang="en-US" altLang="ja-JP" dirty="0"/>
          </a:p>
          <a:p>
            <a:pPr marL="0" indent="0" algn="ctr">
              <a:buNone/>
            </a:pPr>
            <a:r>
              <a:rPr lang="ja-JP" altLang="en-US" sz="3600" dirty="0"/>
              <a:t>～とき ～場 合 </a:t>
            </a:r>
            <a:endParaRPr lang="en-US" altLang="ja-JP" sz="3600" dirty="0"/>
          </a:p>
          <a:p>
            <a:pPr marL="0" indent="0" algn="ctr">
              <a:buNone/>
            </a:pPr>
            <a:endParaRPr lang="en-US" altLang="ja-JP" sz="3600" dirty="0"/>
          </a:p>
          <a:p>
            <a:pPr marL="0" indent="0" algn="ctr">
              <a:buNone/>
            </a:pPr>
            <a:r>
              <a:rPr lang="ja-JP" altLang="en-US" sz="3200" dirty="0"/>
              <a:t>＊特別なときに使う </a:t>
            </a:r>
            <a:endParaRPr lang="en-US" altLang="ja-JP" sz="3200" dirty="0"/>
          </a:p>
          <a:p>
            <a:pPr marL="0" indent="0" algn="ctr">
              <a:buNone/>
            </a:pPr>
            <a:r>
              <a:rPr lang="ja-JP" altLang="en-US" sz="3200" dirty="0">
                <a:highlight>
                  <a:srgbClr val="FFFF00"/>
                </a:highlight>
              </a:rPr>
              <a:t>アナウンスや説明などで使う硬 い 表 現</a:t>
            </a:r>
            <a:endParaRPr lang="en-US" altLang="ja-JP" sz="3600" dirty="0">
              <a:highlight>
                <a:srgbClr val="FFFF00"/>
              </a:highlight>
            </a:endParaRPr>
          </a:p>
          <a:p>
            <a:pPr marL="0" indent="0" algn="ctr">
              <a:buNone/>
            </a:pPr>
            <a:endParaRPr lang="en-US" altLang="ja-JP" dirty="0"/>
          </a:p>
          <a:p>
            <a:pPr algn="ctr"/>
            <a:r>
              <a:rPr lang="vi-VN" altLang="ja-JP" sz="2800" dirty="0"/>
              <a:t>Trong lúc, khi~</a:t>
            </a:r>
            <a:endParaRPr lang="en-US" altLang="ja-JP" sz="2800" dirty="0"/>
          </a:p>
          <a:p>
            <a:pPr algn="ctr"/>
            <a:endParaRPr lang="en-US" altLang="ja-JP" sz="2800" dirty="0"/>
          </a:p>
          <a:p>
            <a:pPr marL="0" indent="0" algn="ctr">
              <a:buNone/>
            </a:pPr>
            <a:endParaRPr lang="en-US" altLang="ja-JP" sz="3200" b="1" dirty="0">
              <a:solidFill>
                <a:srgbClr val="A11D2B"/>
              </a:solidFill>
            </a:endParaRPr>
          </a:p>
        </p:txBody>
      </p:sp>
      <p:sp>
        <p:nvSpPr>
          <p:cNvPr id="6" name="Content Placeholder 4">
            <a:extLst>
              <a:ext uri="{FF2B5EF4-FFF2-40B4-BE49-F238E27FC236}">
                <a16:creationId xmlns:a16="http://schemas.microsoft.com/office/drawing/2014/main" id="{98D3A890-C849-4777-ABA2-6969C6DAD515}"/>
              </a:ext>
            </a:extLst>
          </p:cNvPr>
          <p:cNvSpPr txBox="1">
            <a:spLocks/>
          </p:cNvSpPr>
          <p:nvPr/>
        </p:nvSpPr>
        <p:spPr>
          <a:xfrm>
            <a:off x="6531429" y="1698171"/>
            <a:ext cx="5031306" cy="4654503"/>
          </a:xfrm>
          <a:prstGeom prst="rect">
            <a:avLst/>
          </a:prstGeom>
          <a:solidFill>
            <a:srgbClr val="5E9C53"/>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ja-JP" altLang="en-US" sz="2800" b="1" dirty="0">
                <a:solidFill>
                  <a:srgbClr val="A11D2B"/>
                </a:solidFill>
              </a:rPr>
              <a:t>接続</a:t>
            </a:r>
            <a:endParaRPr lang="en-US" altLang="ja-JP" sz="2800" b="1" dirty="0">
              <a:solidFill>
                <a:srgbClr val="A11D2B"/>
              </a:solidFill>
            </a:endParaRPr>
          </a:p>
          <a:p>
            <a:pPr marL="0" indent="0" algn="ctr">
              <a:buNone/>
            </a:pPr>
            <a:endParaRPr lang="en-US" altLang="ja-JP" sz="2400" dirty="0"/>
          </a:p>
          <a:p>
            <a:pPr marL="0" indent="0" algn="ctr">
              <a:buNone/>
            </a:pPr>
            <a:r>
              <a:rPr lang="ja-JP" altLang="en-US" sz="3200" dirty="0"/>
              <a:t>Ｖ</a:t>
            </a:r>
            <a:r>
              <a:rPr lang="en-US" altLang="ja-JP" sz="3200" dirty="0"/>
              <a:t>-</a:t>
            </a:r>
            <a:r>
              <a:rPr lang="ja-JP" altLang="en-US" sz="3200" dirty="0"/>
              <a:t>辞書形 ・ タ形 ＋</a:t>
            </a:r>
            <a:r>
              <a:rPr lang="ja-JP" altLang="en-US" sz="2400" dirty="0"/>
              <a:t> </a:t>
            </a:r>
            <a:r>
              <a:rPr lang="ja-JP" altLang="en-US" sz="3200" dirty="0"/>
              <a:t>際  に／際 は</a:t>
            </a:r>
            <a:endParaRPr lang="vi-VN" altLang="ja-JP" sz="2800" dirty="0"/>
          </a:p>
          <a:p>
            <a:pPr marL="0" indent="0" algn="ctr">
              <a:buNone/>
            </a:pPr>
            <a:r>
              <a:rPr lang="vi-VN" altLang="ja-JP" sz="2800" dirty="0"/>
              <a:t>    </a:t>
            </a:r>
            <a:endParaRPr lang="en-US" altLang="ja-JP" sz="3600" b="1" dirty="0">
              <a:solidFill>
                <a:srgbClr val="A11D2B"/>
              </a:solidFill>
            </a:endParaRPr>
          </a:p>
        </p:txBody>
      </p:sp>
    </p:spTree>
    <p:extLst>
      <p:ext uri="{BB962C8B-B14F-4D97-AF65-F5344CB8AC3E}">
        <p14:creationId xmlns:p14="http://schemas.microsoft.com/office/powerpoint/2010/main" val="32454714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7FF3D-1C5F-4028-AF2A-1DAE728C2E9F}"/>
              </a:ext>
            </a:extLst>
          </p:cNvPr>
          <p:cNvSpPr>
            <a:spLocks noGrp="1"/>
          </p:cNvSpPr>
          <p:nvPr>
            <p:ph type="title"/>
          </p:nvPr>
        </p:nvSpPr>
        <p:spPr>
          <a:solidFill>
            <a:schemeClr val="accent2"/>
          </a:solidFill>
        </p:spPr>
        <p:txBody>
          <a:bodyPr/>
          <a:lstStyle/>
          <a:p>
            <a:r>
              <a:rPr lang="ja-JP" altLang="en-US" dirty="0">
                <a:highlight>
                  <a:srgbClr val="FFFF00"/>
                </a:highlight>
              </a:rPr>
              <a:t>例文（</a:t>
            </a:r>
            <a:r>
              <a:rPr lang="en-US" altLang="ja-JP" dirty="0">
                <a:highlight>
                  <a:srgbClr val="FFFF00"/>
                </a:highlight>
              </a:rPr>
              <a:t>P69</a:t>
            </a:r>
            <a:r>
              <a:rPr lang="ja-JP" altLang="en-US" dirty="0">
                <a:highlight>
                  <a:srgbClr val="FFFF00"/>
                </a:highlight>
              </a:rPr>
              <a:t>）</a:t>
            </a:r>
            <a:endParaRPr lang="en-US" dirty="0">
              <a:highlight>
                <a:srgbClr val="FFFF00"/>
              </a:highlight>
            </a:endParaRPr>
          </a:p>
        </p:txBody>
      </p:sp>
      <p:pic>
        <p:nvPicPr>
          <p:cNvPr id="7" name="Content Placeholder 6" descr="Text, letter&#10;&#10;Description automatically generated">
            <a:extLst>
              <a:ext uri="{FF2B5EF4-FFF2-40B4-BE49-F238E27FC236}">
                <a16:creationId xmlns:a16="http://schemas.microsoft.com/office/drawing/2014/main" id="{1E0FDB6C-F292-4A1C-AB53-34A40B4DAEB1}"/>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737325" y="1804374"/>
            <a:ext cx="10433730" cy="2989694"/>
          </a:xfrm>
        </p:spPr>
      </p:pic>
    </p:spTree>
    <p:extLst>
      <p:ext uri="{BB962C8B-B14F-4D97-AF65-F5344CB8AC3E}">
        <p14:creationId xmlns:p14="http://schemas.microsoft.com/office/powerpoint/2010/main" val="36116763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161741"/>
            <a:ext cx="10943610" cy="814745"/>
          </a:xfrm>
          <a:solidFill>
            <a:srgbClr val="D9910B"/>
          </a:solidFill>
        </p:spPr>
        <p:txBody>
          <a:bodyPr>
            <a:normAutofit/>
          </a:bodyPr>
          <a:lstStyle/>
          <a:p>
            <a:pPr algn="ctr"/>
            <a:r>
              <a:rPr lang="ja-JP" altLang="en-US" sz="4400" b="1" dirty="0">
                <a:solidFill>
                  <a:srgbClr val="A11D2B"/>
                </a:solidFill>
              </a:rPr>
              <a:t>見たことがある？</a:t>
            </a:r>
            <a:endParaRPr lang="en-US" sz="4400" b="1" dirty="0">
              <a:solidFill>
                <a:srgbClr val="A11D2B"/>
              </a:solidFill>
            </a:endParaRPr>
          </a:p>
        </p:txBody>
      </p:sp>
      <p:pic>
        <p:nvPicPr>
          <p:cNvPr id="7" name="Content Placeholder 6" descr="Company name&#10;&#10;Description automatically generated">
            <a:extLst>
              <a:ext uri="{FF2B5EF4-FFF2-40B4-BE49-F238E27FC236}">
                <a16:creationId xmlns:a16="http://schemas.microsoft.com/office/drawing/2014/main" id="{E71168F8-9FD1-4417-8474-92D0200672C9}"/>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543698" y="1921098"/>
            <a:ext cx="5225143" cy="3630616"/>
          </a:xfrm>
        </p:spPr>
      </p:pic>
      <p:pic>
        <p:nvPicPr>
          <p:cNvPr id="9" name="Picture 8" descr="A picture containing graphical user interface&#10;&#10;Description automatically generated">
            <a:extLst>
              <a:ext uri="{FF2B5EF4-FFF2-40B4-BE49-F238E27FC236}">
                <a16:creationId xmlns:a16="http://schemas.microsoft.com/office/drawing/2014/main" id="{E5B8570B-EFFD-49E1-A9B0-7508A27044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68841" y="1721402"/>
            <a:ext cx="6275113" cy="3830312"/>
          </a:xfrm>
          <a:prstGeom prst="rect">
            <a:avLst/>
          </a:prstGeom>
        </p:spPr>
      </p:pic>
    </p:spTree>
    <p:extLst>
      <p:ext uri="{BB962C8B-B14F-4D97-AF65-F5344CB8AC3E}">
        <p14:creationId xmlns:p14="http://schemas.microsoft.com/office/powerpoint/2010/main" val="1902859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161741"/>
            <a:ext cx="10943610" cy="814745"/>
          </a:xfrm>
          <a:solidFill>
            <a:srgbClr val="D9910B"/>
          </a:solidFill>
        </p:spPr>
        <p:txBody>
          <a:bodyPr>
            <a:normAutofit fontScale="90000"/>
          </a:bodyPr>
          <a:lstStyle/>
          <a:p>
            <a:pPr algn="ctr"/>
            <a:r>
              <a:rPr lang="ja-JP" altLang="en-US" sz="5400" b="1" dirty="0">
                <a:solidFill>
                  <a:srgbClr val="C00000"/>
                </a:solidFill>
              </a:rPr>
              <a:t>～</a:t>
            </a:r>
            <a:r>
              <a:rPr lang="ja-JP" altLang="en-US" sz="3200" dirty="0">
                <a:solidFill>
                  <a:srgbClr val="C00000"/>
                </a:solidFill>
              </a:rPr>
              <a:t> </a:t>
            </a:r>
            <a:r>
              <a:rPr lang="ja-JP" altLang="en-US" sz="5400" b="1" dirty="0">
                <a:solidFill>
                  <a:srgbClr val="A11D2B"/>
                </a:solidFill>
              </a:rPr>
              <a:t>際 に／際 は </a:t>
            </a:r>
            <a:endParaRPr lang="en-US" sz="44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08310" y="1221891"/>
            <a:ext cx="10943610" cy="5474368"/>
          </a:xfrm>
          <a:solidFill>
            <a:schemeClr val="bg2">
              <a:lumMod val="75000"/>
            </a:schemeClr>
          </a:solidFill>
        </p:spPr>
        <p:txBody>
          <a:bodyPr>
            <a:normAutofit/>
          </a:bodyPr>
          <a:lstStyle/>
          <a:p>
            <a:pPr marL="0" indent="0">
              <a:buNone/>
            </a:pPr>
            <a:endParaRPr lang="en-US" altLang="ja-JP" sz="2800" dirty="0"/>
          </a:p>
          <a:p>
            <a:pPr marL="0" indent="0">
              <a:buNone/>
            </a:pPr>
            <a:r>
              <a:rPr lang="ja-JP" altLang="en-US" sz="3200" b="1" dirty="0">
                <a:solidFill>
                  <a:srgbClr val="A11D2B"/>
                </a:solidFill>
              </a:rPr>
              <a:t>① </a:t>
            </a:r>
            <a:r>
              <a:rPr lang="ja-JP" altLang="en-US" sz="2800" b="1" dirty="0">
                <a:solidFill>
                  <a:srgbClr val="A11D2B"/>
                </a:solidFill>
              </a:rPr>
              <a:t>［電車のアナウンス］</a:t>
            </a:r>
            <a:endParaRPr lang="en-US" altLang="ja-JP" sz="2800" b="1" dirty="0">
              <a:solidFill>
                <a:srgbClr val="A11D2B"/>
              </a:solidFill>
            </a:endParaRPr>
          </a:p>
          <a:p>
            <a:pPr marL="0" indent="0">
              <a:buNone/>
            </a:pPr>
            <a:r>
              <a:rPr lang="ja-JP" altLang="en-US" sz="2800" dirty="0"/>
              <a:t>電車を＿＿＿＿＿＿＿＿際は、お忘れ物のないようご注意ください。</a:t>
            </a:r>
            <a:endParaRPr lang="en-US" altLang="ja-JP" sz="2800" dirty="0"/>
          </a:p>
          <a:p>
            <a:pPr marL="0" indent="0">
              <a:buNone/>
            </a:pPr>
            <a:endParaRPr lang="en-US" sz="2800" dirty="0"/>
          </a:p>
          <a:p>
            <a:pPr marL="0" indent="0">
              <a:buNone/>
            </a:pPr>
            <a:r>
              <a:rPr lang="en-US" sz="2800" b="1" dirty="0">
                <a:solidFill>
                  <a:srgbClr val="A11D2B"/>
                </a:solidFill>
              </a:rPr>
              <a:t>②</a:t>
            </a:r>
            <a:r>
              <a:rPr lang="ja-JP" altLang="en-US" sz="2800" b="1" dirty="0">
                <a:solidFill>
                  <a:srgbClr val="A11D2B"/>
                </a:solidFill>
              </a:rPr>
              <a:t>［ホテルで］</a:t>
            </a:r>
            <a:endParaRPr lang="en-US" altLang="ja-JP" sz="2800" b="1" dirty="0">
              <a:solidFill>
                <a:srgbClr val="A11D2B"/>
              </a:solidFill>
            </a:endParaRPr>
          </a:p>
          <a:p>
            <a:pPr marL="0" indent="0">
              <a:buNone/>
            </a:pPr>
            <a:endParaRPr lang="en-US" altLang="ja-JP" sz="2800" dirty="0"/>
          </a:p>
          <a:p>
            <a:pPr marL="0" indent="0">
              <a:buNone/>
            </a:pPr>
            <a:r>
              <a:rPr lang="ja-JP" altLang="en-US" sz="2800" dirty="0"/>
              <a:t>ホテルの人： ＿＿＿＿＿際 は、鍵をフロントにお預 ず けください。 </a:t>
            </a:r>
            <a:endParaRPr lang="en-US" altLang="ja-JP" sz="2800" dirty="0"/>
          </a:p>
          <a:p>
            <a:pPr marL="0" indent="0">
              <a:buNone/>
            </a:pPr>
            <a:r>
              <a:rPr lang="ja-JP" altLang="en-US" sz="2800" dirty="0"/>
              <a:t>　　　</a:t>
            </a:r>
            <a:endParaRPr lang="en-US" altLang="ja-JP" sz="2800" dirty="0"/>
          </a:p>
          <a:p>
            <a:pPr marL="0" indent="0">
              <a:buNone/>
            </a:pPr>
            <a:r>
              <a:rPr lang="ja-JP" altLang="en-US" sz="2800" b="1" dirty="0">
                <a:solidFill>
                  <a:srgbClr val="A11D2B"/>
                </a:solidFill>
              </a:rPr>
              <a:t>③</a:t>
            </a:r>
            <a:r>
              <a:rPr lang="ja-JP" altLang="en-US" sz="2800" dirty="0"/>
              <a:t>地 震 が＿＿＿＿＿＿ 際 は、まず身の安全を確 保 してください。</a:t>
            </a:r>
            <a:endParaRPr lang="en-US" altLang="ja-JP" sz="3200" dirty="0"/>
          </a:p>
        </p:txBody>
      </p:sp>
      <p:sp>
        <p:nvSpPr>
          <p:cNvPr id="3" name="TextBox 2">
            <a:extLst>
              <a:ext uri="{FF2B5EF4-FFF2-40B4-BE49-F238E27FC236}">
                <a16:creationId xmlns:a16="http://schemas.microsoft.com/office/drawing/2014/main" id="{6A6FABEA-AF34-499D-AC16-11633CF654DB}"/>
              </a:ext>
            </a:extLst>
          </p:cNvPr>
          <p:cNvSpPr txBox="1"/>
          <p:nvPr/>
        </p:nvSpPr>
        <p:spPr>
          <a:xfrm>
            <a:off x="2154196" y="2083856"/>
            <a:ext cx="2223837" cy="461665"/>
          </a:xfrm>
          <a:prstGeom prst="rect">
            <a:avLst/>
          </a:prstGeom>
          <a:noFill/>
        </p:spPr>
        <p:txBody>
          <a:bodyPr wrap="square" rtlCol="0">
            <a:spAutoFit/>
          </a:bodyPr>
          <a:lstStyle/>
          <a:p>
            <a:pPr algn="ctr"/>
            <a:r>
              <a:rPr lang="ja-JP" altLang="en-US" sz="2400" b="1" dirty="0">
                <a:solidFill>
                  <a:srgbClr val="FF0000"/>
                </a:solidFill>
                <a:highlight>
                  <a:srgbClr val="FFFF00"/>
                </a:highlight>
              </a:rPr>
              <a:t>降りる</a:t>
            </a:r>
            <a:endParaRPr lang="en-US" sz="2400" b="1" dirty="0">
              <a:solidFill>
                <a:srgbClr val="FF0000"/>
              </a:solidFill>
              <a:highlight>
                <a:srgbClr val="FFFF00"/>
              </a:highlight>
            </a:endParaRPr>
          </a:p>
        </p:txBody>
      </p:sp>
      <p:sp>
        <p:nvSpPr>
          <p:cNvPr id="7" name="TextBox 6">
            <a:extLst>
              <a:ext uri="{FF2B5EF4-FFF2-40B4-BE49-F238E27FC236}">
                <a16:creationId xmlns:a16="http://schemas.microsoft.com/office/drawing/2014/main" id="{34C41D68-2E92-419A-9D90-0814AE66459C}"/>
              </a:ext>
            </a:extLst>
          </p:cNvPr>
          <p:cNvSpPr txBox="1"/>
          <p:nvPr/>
        </p:nvSpPr>
        <p:spPr>
          <a:xfrm>
            <a:off x="2429692" y="4065960"/>
            <a:ext cx="2612571" cy="461665"/>
          </a:xfrm>
          <a:prstGeom prst="rect">
            <a:avLst/>
          </a:prstGeom>
          <a:noFill/>
        </p:spPr>
        <p:txBody>
          <a:bodyPr wrap="square" rtlCol="0">
            <a:spAutoFit/>
          </a:bodyPr>
          <a:lstStyle/>
          <a:p>
            <a:pPr algn="ctr"/>
            <a:r>
              <a:rPr lang="ja-JP" altLang="en-US" sz="2400" b="1" dirty="0">
                <a:solidFill>
                  <a:srgbClr val="FF0000"/>
                </a:solidFill>
                <a:highlight>
                  <a:srgbClr val="FFFF00"/>
                </a:highlight>
              </a:rPr>
              <a:t>出かける</a:t>
            </a:r>
            <a:endParaRPr lang="en-US" sz="2400" b="1" dirty="0">
              <a:solidFill>
                <a:srgbClr val="FF0000"/>
              </a:solidFill>
              <a:highlight>
                <a:srgbClr val="FFFF00"/>
              </a:highlight>
            </a:endParaRPr>
          </a:p>
        </p:txBody>
      </p:sp>
      <p:sp>
        <p:nvSpPr>
          <p:cNvPr id="8" name="TextBox 7">
            <a:extLst>
              <a:ext uri="{FF2B5EF4-FFF2-40B4-BE49-F238E27FC236}">
                <a16:creationId xmlns:a16="http://schemas.microsoft.com/office/drawing/2014/main" id="{F6926E83-6FA8-48D5-AE4A-F9C6107193EF}"/>
              </a:ext>
            </a:extLst>
          </p:cNvPr>
          <p:cNvSpPr txBox="1"/>
          <p:nvPr/>
        </p:nvSpPr>
        <p:spPr>
          <a:xfrm>
            <a:off x="2094125" y="5112027"/>
            <a:ext cx="2205531" cy="461665"/>
          </a:xfrm>
          <a:prstGeom prst="rect">
            <a:avLst/>
          </a:prstGeom>
          <a:noFill/>
        </p:spPr>
        <p:txBody>
          <a:bodyPr wrap="square" rtlCol="0">
            <a:spAutoFit/>
          </a:bodyPr>
          <a:lstStyle/>
          <a:p>
            <a:pPr algn="ctr"/>
            <a:r>
              <a:rPr lang="ja-JP" altLang="en-US" sz="2400" b="1" dirty="0">
                <a:solidFill>
                  <a:srgbClr val="FF0000"/>
                </a:solidFill>
                <a:highlight>
                  <a:srgbClr val="FFFF00"/>
                </a:highlight>
              </a:rPr>
              <a:t>起きる</a:t>
            </a:r>
            <a:endParaRPr lang="en-US" sz="2400" b="1" dirty="0">
              <a:solidFill>
                <a:srgbClr val="FF0000"/>
              </a:solidFill>
              <a:highlight>
                <a:srgbClr val="FFFF00"/>
              </a:highlight>
            </a:endParaRPr>
          </a:p>
        </p:txBody>
      </p:sp>
    </p:spTree>
    <p:extLst>
      <p:ext uri="{BB962C8B-B14F-4D97-AF65-F5344CB8AC3E}">
        <p14:creationId xmlns:p14="http://schemas.microsoft.com/office/powerpoint/2010/main" val="3523308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fade">
                                      <p:cBhvr>
                                        <p:cTn id="22" dur="1000"/>
                                        <p:tgtEl>
                                          <p:spTgt spid="5">
                                            <p:txEl>
                                              <p:pRg st="6" end="6"/>
                                            </p:txEl>
                                          </p:spTgt>
                                        </p:tgtEl>
                                      </p:cBhvr>
                                    </p:animEffect>
                                    <p:anim calcmode="lin" valueType="num">
                                      <p:cBhvr>
                                        <p:cTn id="23"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animEffect transition="in" filter="fade">
                                      <p:cBhvr>
                                        <p:cTn id="27" dur="1000"/>
                                        <p:tgtEl>
                                          <p:spTgt spid="5">
                                            <p:txEl>
                                              <p:pRg st="7" end="7"/>
                                            </p:txEl>
                                          </p:spTgt>
                                        </p:tgtEl>
                                      </p:cBhvr>
                                    </p:animEffect>
                                    <p:anim calcmode="lin" valueType="num">
                                      <p:cBhvr>
                                        <p:cTn id="28"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7" end="7"/>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8" end="8"/>
                                            </p:txEl>
                                          </p:spTgt>
                                        </p:tgtEl>
                                        <p:attrNameLst>
                                          <p:attrName>style.visibility</p:attrName>
                                        </p:attrNameLst>
                                      </p:cBhvr>
                                      <p:to>
                                        <p:strVal val="visible"/>
                                      </p:to>
                                    </p:set>
                                    <p:animEffect transition="in" filter="fade">
                                      <p:cBhvr>
                                        <p:cTn id="32" dur="1000"/>
                                        <p:tgtEl>
                                          <p:spTgt spid="5">
                                            <p:txEl>
                                              <p:pRg st="8" end="8"/>
                                            </p:txEl>
                                          </p:spTgt>
                                        </p:tgtEl>
                                      </p:cBhvr>
                                    </p:animEffect>
                                    <p:anim calcmode="lin" valueType="num">
                                      <p:cBhvr>
                                        <p:cTn id="33"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3">
                                            <p:txEl>
                                              <p:pRg st="0" end="0"/>
                                            </p:txEl>
                                          </p:spTgt>
                                        </p:tgtEl>
                                        <p:attrNameLst>
                                          <p:attrName>style.visibility</p:attrName>
                                        </p:attrNameLst>
                                      </p:cBhvr>
                                      <p:to>
                                        <p:strVal val="visible"/>
                                      </p:to>
                                    </p:set>
                                    <p:animEffect transition="in" filter="barn(inVertical)">
                                      <p:cBhvr>
                                        <p:cTn id="39" dur="500"/>
                                        <p:tgtEl>
                                          <p:spTgt spid="3">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7">
                                            <p:txEl>
                                              <p:pRg st="0" end="0"/>
                                            </p:txEl>
                                          </p:spTgt>
                                        </p:tgtEl>
                                        <p:attrNameLst>
                                          <p:attrName>style.visibility</p:attrName>
                                        </p:attrNameLst>
                                      </p:cBhvr>
                                      <p:to>
                                        <p:strVal val="visible"/>
                                      </p:to>
                                    </p:set>
                                    <p:animEffect transition="in" filter="wipe(down)">
                                      <p:cBhvr>
                                        <p:cTn id="44" dur="500"/>
                                        <p:tgtEl>
                                          <p:spTgt spid="7">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8">
                                            <p:txEl>
                                              <p:pRg st="0" end="0"/>
                                            </p:txEl>
                                          </p:spTgt>
                                        </p:tgtEl>
                                        <p:attrNameLst>
                                          <p:attrName>style.visibility</p:attrName>
                                        </p:attrNameLst>
                                      </p:cBhvr>
                                      <p:to>
                                        <p:strVal val="visible"/>
                                      </p:to>
                                    </p:set>
                                    <p:animEffect transition="in" filter="wipe(down)">
                                      <p:cBhvr>
                                        <p:cTn id="49"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9265" y="325938"/>
            <a:ext cx="10943610" cy="814745"/>
          </a:xfrm>
          <a:solidFill>
            <a:srgbClr val="D9910B"/>
          </a:solidFill>
        </p:spPr>
        <p:txBody>
          <a:bodyPr>
            <a:normAutofit/>
          </a:bodyPr>
          <a:lstStyle/>
          <a:p>
            <a:pPr algn="ctr"/>
            <a:r>
              <a:rPr lang="ja-JP" altLang="en-US" sz="4400" b="1" dirty="0">
                <a:solidFill>
                  <a:srgbClr val="C00000"/>
                </a:solidFill>
              </a:rPr>
              <a:t>～</a:t>
            </a:r>
            <a:r>
              <a:rPr lang="ja-JP" altLang="en-US" sz="2400" dirty="0">
                <a:solidFill>
                  <a:srgbClr val="C00000"/>
                </a:solidFill>
              </a:rPr>
              <a:t> </a:t>
            </a:r>
            <a:r>
              <a:rPr lang="ja-JP" altLang="en-US" sz="4400" b="1" dirty="0">
                <a:solidFill>
                  <a:srgbClr val="A11D2B"/>
                </a:solidFill>
              </a:rPr>
              <a:t>こと</a:t>
            </a:r>
            <a:endParaRPr lang="en-US" sz="44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9265" y="1606731"/>
            <a:ext cx="5732346" cy="4745943"/>
          </a:xfrm>
          <a:solidFill>
            <a:srgbClr val="5E9C53"/>
          </a:solidFill>
        </p:spPr>
        <p:txBody>
          <a:bodyPr>
            <a:normAutofit/>
          </a:bodyPr>
          <a:lstStyle/>
          <a:p>
            <a:pPr marL="0" indent="0" algn="ctr">
              <a:buNone/>
            </a:pPr>
            <a:r>
              <a:rPr lang="ja-JP" altLang="en-US" sz="3200" b="1" dirty="0">
                <a:solidFill>
                  <a:srgbClr val="A11D2B"/>
                </a:solidFill>
              </a:rPr>
              <a:t>意 味</a:t>
            </a:r>
            <a:endParaRPr lang="en-US" altLang="ja-JP" sz="3200" b="1" dirty="0">
              <a:solidFill>
                <a:srgbClr val="A11D2B"/>
              </a:solidFill>
            </a:endParaRPr>
          </a:p>
          <a:p>
            <a:pPr marL="0" indent="0" algn="ctr">
              <a:buNone/>
            </a:pPr>
            <a:endParaRPr lang="en-US" altLang="ja-JP" dirty="0"/>
          </a:p>
          <a:p>
            <a:pPr marL="0" indent="0" algn="ctr">
              <a:buNone/>
            </a:pPr>
            <a:r>
              <a:rPr lang="ja-JP" altLang="en-US" sz="2800" dirty="0"/>
              <a:t>～しなさい／～してはいけない</a:t>
            </a:r>
            <a:endParaRPr lang="en-US" altLang="ja-JP" sz="2800" dirty="0"/>
          </a:p>
          <a:p>
            <a:pPr marL="0" indent="0" algn="ctr">
              <a:buNone/>
            </a:pPr>
            <a:endParaRPr lang="en-US" altLang="ja-JP" sz="3200" dirty="0"/>
          </a:p>
          <a:p>
            <a:pPr marL="0" indent="0">
              <a:buNone/>
            </a:pPr>
            <a:r>
              <a:rPr lang="ja-JP" altLang="en-US" sz="3200" dirty="0"/>
              <a:t>＊</a:t>
            </a:r>
            <a:r>
              <a:rPr lang="ja-JP" altLang="en-US" sz="2800" dirty="0"/>
              <a:t> 学校、団 体 などで指示 や規則などを書いて伝 えるときの表 現 。</a:t>
            </a:r>
            <a:endParaRPr lang="vi-VN" altLang="ja-JP" sz="2800" dirty="0"/>
          </a:p>
          <a:p>
            <a:pPr marL="0" indent="0">
              <a:buNone/>
            </a:pPr>
            <a:r>
              <a:rPr lang="vi-VN" altLang="ja-JP" sz="2800" dirty="0"/>
              <a:t>Hãy làm/ Phải làm</a:t>
            </a:r>
            <a:endParaRPr lang="en-US" altLang="ja-JP" sz="3200" dirty="0"/>
          </a:p>
          <a:p>
            <a:pPr marL="0" indent="0" algn="ctr">
              <a:buNone/>
            </a:pPr>
            <a:endParaRPr lang="en-US" altLang="ja-JP" dirty="0"/>
          </a:p>
          <a:p>
            <a:pPr algn="ctr"/>
            <a:endParaRPr lang="en-US" altLang="ja-JP" sz="2800" dirty="0"/>
          </a:p>
          <a:p>
            <a:pPr algn="ctr"/>
            <a:endParaRPr lang="en-US" altLang="ja-JP" sz="2800" dirty="0"/>
          </a:p>
          <a:p>
            <a:pPr marL="0" indent="0" algn="ctr">
              <a:buNone/>
            </a:pPr>
            <a:endParaRPr lang="en-US" altLang="ja-JP" sz="3200" b="1" dirty="0">
              <a:solidFill>
                <a:srgbClr val="A11D2B"/>
              </a:solidFill>
            </a:endParaRPr>
          </a:p>
        </p:txBody>
      </p:sp>
      <p:sp>
        <p:nvSpPr>
          <p:cNvPr id="6" name="Content Placeholder 4">
            <a:extLst>
              <a:ext uri="{FF2B5EF4-FFF2-40B4-BE49-F238E27FC236}">
                <a16:creationId xmlns:a16="http://schemas.microsoft.com/office/drawing/2014/main" id="{98D3A890-C849-4777-ABA2-6969C6DAD515}"/>
              </a:ext>
            </a:extLst>
          </p:cNvPr>
          <p:cNvSpPr txBox="1">
            <a:spLocks/>
          </p:cNvSpPr>
          <p:nvPr/>
        </p:nvSpPr>
        <p:spPr>
          <a:xfrm>
            <a:off x="6766561" y="1828800"/>
            <a:ext cx="4796174" cy="4523874"/>
          </a:xfrm>
          <a:prstGeom prst="rect">
            <a:avLst/>
          </a:prstGeom>
          <a:solidFill>
            <a:srgbClr val="5E9C53"/>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ja-JP" altLang="en-US" sz="2800" b="1" dirty="0">
                <a:solidFill>
                  <a:srgbClr val="A11D2B"/>
                </a:solidFill>
              </a:rPr>
              <a:t>接続</a:t>
            </a:r>
            <a:endParaRPr lang="en-US" altLang="ja-JP" sz="2800" b="1" dirty="0">
              <a:solidFill>
                <a:srgbClr val="A11D2B"/>
              </a:solidFill>
            </a:endParaRPr>
          </a:p>
          <a:p>
            <a:pPr marL="0" indent="0" algn="ctr">
              <a:buNone/>
            </a:pPr>
            <a:endParaRPr lang="en-US" altLang="ja-JP" sz="2400" dirty="0"/>
          </a:p>
          <a:p>
            <a:pPr marL="0" indent="0" algn="ctr">
              <a:buNone/>
            </a:pPr>
            <a:r>
              <a:rPr lang="ja-JP" altLang="en-US" sz="3200" dirty="0"/>
              <a:t>Ｖ</a:t>
            </a:r>
            <a:r>
              <a:rPr lang="en-US" altLang="ja-JP" sz="3200" dirty="0"/>
              <a:t>-</a:t>
            </a:r>
            <a:r>
              <a:rPr lang="ja-JP" altLang="en-US" sz="3200" dirty="0"/>
              <a:t>辞書形 ・ ナイ形 ／</a:t>
            </a:r>
            <a:r>
              <a:rPr lang="ja-JP" altLang="en-US" sz="2800" dirty="0"/>
              <a:t> </a:t>
            </a:r>
            <a:r>
              <a:rPr lang="ja-JP" altLang="en-US" sz="3200" dirty="0"/>
              <a:t>Ｎ ＋ の ＋ こと</a:t>
            </a:r>
            <a:r>
              <a:rPr lang="vi-VN" altLang="ja-JP" sz="3200" dirty="0"/>
              <a:t>    </a:t>
            </a:r>
            <a:endParaRPr lang="en-US" altLang="ja-JP" sz="3600" b="1" dirty="0">
              <a:solidFill>
                <a:srgbClr val="A11D2B"/>
              </a:solidFill>
            </a:endParaRPr>
          </a:p>
        </p:txBody>
      </p:sp>
    </p:spTree>
    <p:extLst>
      <p:ext uri="{BB962C8B-B14F-4D97-AF65-F5344CB8AC3E}">
        <p14:creationId xmlns:p14="http://schemas.microsoft.com/office/powerpoint/2010/main" val="23076562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7FF3D-1C5F-4028-AF2A-1DAE728C2E9F}"/>
              </a:ext>
            </a:extLst>
          </p:cNvPr>
          <p:cNvSpPr>
            <a:spLocks noGrp="1"/>
          </p:cNvSpPr>
          <p:nvPr>
            <p:ph type="title"/>
          </p:nvPr>
        </p:nvSpPr>
        <p:spPr>
          <a:solidFill>
            <a:schemeClr val="accent2"/>
          </a:solidFill>
        </p:spPr>
        <p:txBody>
          <a:bodyPr/>
          <a:lstStyle/>
          <a:p>
            <a:r>
              <a:rPr lang="ja-JP" altLang="en-US" dirty="0">
                <a:highlight>
                  <a:srgbClr val="FFFF00"/>
                </a:highlight>
              </a:rPr>
              <a:t>例文（</a:t>
            </a:r>
            <a:r>
              <a:rPr lang="en-US" altLang="ja-JP" dirty="0">
                <a:highlight>
                  <a:srgbClr val="FFFF00"/>
                </a:highlight>
              </a:rPr>
              <a:t>P69</a:t>
            </a:r>
            <a:r>
              <a:rPr lang="ja-JP" altLang="en-US" dirty="0">
                <a:highlight>
                  <a:srgbClr val="FFFF00"/>
                </a:highlight>
              </a:rPr>
              <a:t>）</a:t>
            </a:r>
            <a:endParaRPr lang="en-US" dirty="0">
              <a:highlight>
                <a:srgbClr val="FFFF00"/>
              </a:highlight>
            </a:endParaRPr>
          </a:p>
        </p:txBody>
      </p:sp>
      <p:pic>
        <p:nvPicPr>
          <p:cNvPr id="6" name="Content Placeholder 5" descr="Graphical user interface, text&#10;&#10;Description automatically generated">
            <a:extLst>
              <a:ext uri="{FF2B5EF4-FFF2-40B4-BE49-F238E27FC236}">
                <a16:creationId xmlns:a16="http://schemas.microsoft.com/office/drawing/2014/main" id="{5D24C063-7CC8-4C42-8A05-2006FA5C0A80}"/>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511084" y="2296090"/>
            <a:ext cx="11061792" cy="2265819"/>
          </a:xfrm>
        </p:spPr>
      </p:pic>
    </p:spTree>
    <p:extLst>
      <p:ext uri="{BB962C8B-B14F-4D97-AF65-F5344CB8AC3E}">
        <p14:creationId xmlns:p14="http://schemas.microsoft.com/office/powerpoint/2010/main" val="4235984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161741"/>
            <a:ext cx="10943610" cy="814745"/>
          </a:xfrm>
          <a:solidFill>
            <a:srgbClr val="D9910B"/>
          </a:solidFill>
        </p:spPr>
        <p:txBody>
          <a:bodyPr>
            <a:normAutofit fontScale="90000"/>
          </a:bodyPr>
          <a:lstStyle/>
          <a:p>
            <a:pPr algn="ctr"/>
            <a:r>
              <a:rPr lang="ja-JP" altLang="en-US" sz="5400" b="1" dirty="0">
                <a:solidFill>
                  <a:srgbClr val="C00000"/>
                </a:solidFill>
              </a:rPr>
              <a:t>～</a:t>
            </a:r>
            <a:r>
              <a:rPr lang="ja-JP" altLang="en-US" sz="4900" b="1" dirty="0">
                <a:solidFill>
                  <a:srgbClr val="A11D2B"/>
                </a:solidFill>
              </a:rPr>
              <a:t>こと</a:t>
            </a:r>
            <a:endParaRPr lang="en-US" sz="44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4195" y="1043785"/>
            <a:ext cx="7017576" cy="5291701"/>
          </a:xfrm>
          <a:solidFill>
            <a:schemeClr val="bg2">
              <a:lumMod val="75000"/>
            </a:schemeClr>
          </a:solidFill>
        </p:spPr>
        <p:txBody>
          <a:bodyPr>
            <a:normAutofit/>
          </a:bodyPr>
          <a:lstStyle/>
          <a:p>
            <a:pPr marL="0" indent="0">
              <a:buNone/>
            </a:pPr>
            <a:endParaRPr lang="en-US" altLang="ja-JP" sz="2800" dirty="0"/>
          </a:p>
          <a:p>
            <a:pPr marL="0" indent="0">
              <a:buNone/>
            </a:pPr>
            <a:r>
              <a:rPr lang="ja-JP" altLang="en-US" sz="3200" b="1" dirty="0">
                <a:solidFill>
                  <a:srgbClr val="A11D2B"/>
                </a:solidFill>
              </a:rPr>
              <a:t>① </a:t>
            </a:r>
            <a:r>
              <a:rPr lang="en-US" altLang="ja-JP" sz="2800" b="1" dirty="0">
                <a:solidFill>
                  <a:srgbClr val="A11D2B"/>
                </a:solidFill>
              </a:rPr>
              <a:t>【</a:t>
            </a:r>
            <a:r>
              <a:rPr lang="ja-JP" altLang="en-US" sz="2800" b="1" dirty="0">
                <a:solidFill>
                  <a:srgbClr val="A11D2B"/>
                </a:solidFill>
              </a:rPr>
              <a:t>学校の掲 示 板 </a:t>
            </a:r>
            <a:r>
              <a:rPr lang="en-US" altLang="ja-JP" sz="2800" b="1" dirty="0">
                <a:solidFill>
                  <a:srgbClr val="A11D2B"/>
                </a:solidFill>
              </a:rPr>
              <a:t>】</a:t>
            </a:r>
          </a:p>
          <a:p>
            <a:pPr marL="0" indent="0">
              <a:buNone/>
            </a:pPr>
            <a:r>
              <a:rPr lang="ja-JP" altLang="en-US" sz="2800" dirty="0"/>
              <a:t>休むときは、 必ず＿＿＿＿＿＿＿＿＿＿。</a:t>
            </a:r>
            <a:endParaRPr lang="en-US" altLang="ja-JP" sz="2800" dirty="0"/>
          </a:p>
          <a:p>
            <a:pPr marL="0" indent="0">
              <a:buNone/>
            </a:pPr>
            <a:endParaRPr lang="en-US" altLang="ja-JP" sz="2800" dirty="0"/>
          </a:p>
          <a:p>
            <a:pPr marL="0" indent="0">
              <a:buNone/>
            </a:pPr>
            <a:r>
              <a:rPr lang="en-US" sz="2800" b="1" dirty="0">
                <a:solidFill>
                  <a:srgbClr val="A11D2B"/>
                </a:solidFill>
              </a:rPr>
              <a:t>②</a:t>
            </a:r>
            <a:r>
              <a:rPr lang="ja-JP" altLang="en-US" sz="2800" dirty="0"/>
              <a:t> </a:t>
            </a:r>
            <a:r>
              <a:rPr lang="en-US" altLang="ja-JP" sz="2800" b="1" dirty="0">
                <a:solidFill>
                  <a:srgbClr val="A11D2B"/>
                </a:solidFill>
              </a:rPr>
              <a:t>【</a:t>
            </a:r>
            <a:r>
              <a:rPr lang="ja-JP" altLang="en-US" sz="2800" b="1" dirty="0">
                <a:solidFill>
                  <a:srgbClr val="A11D2B"/>
                </a:solidFill>
              </a:rPr>
              <a:t>試 験 の 注 意 </a:t>
            </a:r>
            <a:r>
              <a:rPr lang="en-US" altLang="ja-JP" sz="2800" dirty="0">
                <a:solidFill>
                  <a:srgbClr val="A11D2B"/>
                </a:solidFill>
              </a:rPr>
              <a:t>】</a:t>
            </a:r>
          </a:p>
          <a:p>
            <a:pPr marL="0" indent="0">
              <a:buNone/>
            </a:pPr>
            <a:r>
              <a:rPr lang="ja-JP" altLang="en-US" sz="2800" dirty="0"/>
              <a:t>試 験 のときは辞 書  を＿＿＿＿＿＿＿。</a:t>
            </a:r>
            <a:endParaRPr lang="en-US" altLang="ja-JP" sz="2800" b="1" dirty="0">
              <a:solidFill>
                <a:srgbClr val="A11D2B"/>
              </a:solidFill>
            </a:endParaRPr>
          </a:p>
          <a:p>
            <a:pPr marL="0" indent="0">
              <a:buNone/>
            </a:pPr>
            <a:r>
              <a:rPr lang="ja-JP" altLang="en-US" sz="2800" dirty="0"/>
              <a:t>　　</a:t>
            </a:r>
            <a:endParaRPr lang="en-US" altLang="ja-JP" sz="2800" dirty="0"/>
          </a:p>
          <a:p>
            <a:pPr marL="0" indent="0">
              <a:buNone/>
            </a:pPr>
            <a:r>
              <a:rPr lang="ja-JP" altLang="en-US" sz="2800" b="1" dirty="0">
                <a:solidFill>
                  <a:srgbClr val="A11D2B"/>
                </a:solidFill>
              </a:rPr>
              <a:t>③ </a:t>
            </a:r>
            <a:r>
              <a:rPr lang="en-US" altLang="ja-JP" sz="2800" b="1" dirty="0">
                <a:solidFill>
                  <a:srgbClr val="A11D2B"/>
                </a:solidFill>
              </a:rPr>
              <a:t>【</a:t>
            </a:r>
            <a:r>
              <a:rPr lang="ja-JP" altLang="en-US" sz="2800" b="1" dirty="0">
                <a:solidFill>
                  <a:srgbClr val="A11D2B"/>
                </a:solidFill>
              </a:rPr>
              <a:t>オフィスビルの掲示 板 </a:t>
            </a:r>
            <a:r>
              <a:rPr lang="en-US" altLang="ja-JP" sz="2800" b="1" dirty="0">
                <a:solidFill>
                  <a:srgbClr val="A11D2B"/>
                </a:solidFill>
              </a:rPr>
              <a:t>】</a:t>
            </a:r>
          </a:p>
          <a:p>
            <a:pPr marL="0" indent="0">
              <a:buNone/>
            </a:pPr>
            <a:endParaRPr lang="en-US" altLang="ja-JP" sz="2800" dirty="0"/>
          </a:p>
          <a:p>
            <a:pPr marL="0" indent="0">
              <a:buNone/>
            </a:pPr>
            <a:r>
              <a:rPr lang="ja-JP" altLang="en-US" sz="2800" dirty="0"/>
              <a:t>避 難 の際 は、＿＿＿＿＿＿＿＿＿＿＿。</a:t>
            </a:r>
            <a:endParaRPr lang="en-US" altLang="ja-JP" sz="2800" dirty="0"/>
          </a:p>
        </p:txBody>
      </p:sp>
      <p:sp>
        <p:nvSpPr>
          <p:cNvPr id="3" name="TextBox 2">
            <a:extLst>
              <a:ext uri="{FF2B5EF4-FFF2-40B4-BE49-F238E27FC236}">
                <a16:creationId xmlns:a16="http://schemas.microsoft.com/office/drawing/2014/main" id="{6A6FABEA-AF34-499D-AC16-11633CF654DB}"/>
              </a:ext>
            </a:extLst>
          </p:cNvPr>
          <p:cNvSpPr txBox="1"/>
          <p:nvPr/>
        </p:nvSpPr>
        <p:spPr>
          <a:xfrm>
            <a:off x="3605348" y="2016714"/>
            <a:ext cx="3905794" cy="461665"/>
          </a:xfrm>
          <a:prstGeom prst="rect">
            <a:avLst/>
          </a:prstGeom>
          <a:noFill/>
        </p:spPr>
        <p:txBody>
          <a:bodyPr wrap="square" rtlCol="0">
            <a:spAutoFit/>
          </a:bodyPr>
          <a:lstStyle/>
          <a:p>
            <a:pPr algn="ctr"/>
            <a:r>
              <a:rPr lang="ja-JP" altLang="en-US" sz="2400" b="1" dirty="0">
                <a:solidFill>
                  <a:srgbClr val="FF0000"/>
                </a:solidFill>
                <a:highlight>
                  <a:srgbClr val="FFFF00"/>
                </a:highlight>
              </a:rPr>
              <a:t>事務室に連絡しておくこと</a:t>
            </a:r>
            <a:endParaRPr lang="en-US" sz="2400" b="1" dirty="0">
              <a:solidFill>
                <a:srgbClr val="FF0000"/>
              </a:solidFill>
              <a:highlight>
                <a:srgbClr val="FFFF00"/>
              </a:highlight>
            </a:endParaRPr>
          </a:p>
        </p:txBody>
      </p:sp>
      <p:sp>
        <p:nvSpPr>
          <p:cNvPr id="7" name="TextBox 6">
            <a:extLst>
              <a:ext uri="{FF2B5EF4-FFF2-40B4-BE49-F238E27FC236}">
                <a16:creationId xmlns:a16="http://schemas.microsoft.com/office/drawing/2014/main" id="{34C41D68-2E92-419A-9D90-0814AE66459C}"/>
              </a:ext>
            </a:extLst>
          </p:cNvPr>
          <p:cNvSpPr txBox="1"/>
          <p:nvPr/>
        </p:nvSpPr>
        <p:spPr>
          <a:xfrm>
            <a:off x="3944983" y="3513380"/>
            <a:ext cx="2926079" cy="461665"/>
          </a:xfrm>
          <a:prstGeom prst="rect">
            <a:avLst/>
          </a:prstGeom>
          <a:noFill/>
        </p:spPr>
        <p:txBody>
          <a:bodyPr wrap="square" rtlCol="0">
            <a:spAutoFit/>
          </a:bodyPr>
          <a:lstStyle/>
          <a:p>
            <a:pPr algn="ctr"/>
            <a:r>
              <a:rPr lang="ja-JP" altLang="en-US" sz="2400" b="1" dirty="0">
                <a:solidFill>
                  <a:srgbClr val="FF0000"/>
                </a:solidFill>
                <a:highlight>
                  <a:srgbClr val="FFFF00"/>
                </a:highlight>
              </a:rPr>
              <a:t>引かないこと</a:t>
            </a:r>
            <a:endParaRPr lang="en-US" sz="2400" b="1" dirty="0">
              <a:solidFill>
                <a:srgbClr val="FF0000"/>
              </a:solidFill>
              <a:highlight>
                <a:srgbClr val="FFFF00"/>
              </a:highlight>
            </a:endParaRPr>
          </a:p>
        </p:txBody>
      </p:sp>
      <p:sp>
        <p:nvSpPr>
          <p:cNvPr id="8" name="TextBox 7">
            <a:extLst>
              <a:ext uri="{FF2B5EF4-FFF2-40B4-BE49-F238E27FC236}">
                <a16:creationId xmlns:a16="http://schemas.microsoft.com/office/drawing/2014/main" id="{F6926E83-6FA8-48D5-AE4A-F9C6107193EF}"/>
              </a:ext>
            </a:extLst>
          </p:cNvPr>
          <p:cNvSpPr txBox="1"/>
          <p:nvPr/>
        </p:nvSpPr>
        <p:spPr>
          <a:xfrm>
            <a:off x="2741223" y="5583382"/>
            <a:ext cx="4129839" cy="461665"/>
          </a:xfrm>
          <a:prstGeom prst="rect">
            <a:avLst/>
          </a:prstGeom>
          <a:noFill/>
        </p:spPr>
        <p:txBody>
          <a:bodyPr wrap="square" rtlCol="0">
            <a:spAutoFit/>
          </a:bodyPr>
          <a:lstStyle/>
          <a:p>
            <a:pPr algn="ctr"/>
            <a:r>
              <a:rPr lang="ja-JP" altLang="en-US" sz="2400" b="1" dirty="0">
                <a:solidFill>
                  <a:srgbClr val="FF0000"/>
                </a:solidFill>
                <a:highlight>
                  <a:srgbClr val="FFFF00"/>
                </a:highlight>
              </a:rPr>
              <a:t>落ち着くこと</a:t>
            </a:r>
            <a:endParaRPr lang="en-US" sz="2400" b="1" dirty="0">
              <a:solidFill>
                <a:srgbClr val="FF0000"/>
              </a:solidFill>
              <a:highlight>
                <a:srgbClr val="FFFF00"/>
              </a:highlight>
            </a:endParaRPr>
          </a:p>
        </p:txBody>
      </p:sp>
      <p:pic>
        <p:nvPicPr>
          <p:cNvPr id="12290" name="Picture 2" descr="張り紙が貼られた掲示板のイラスト">
            <a:extLst>
              <a:ext uri="{FF2B5EF4-FFF2-40B4-BE49-F238E27FC236}">
                <a16:creationId xmlns:a16="http://schemas.microsoft.com/office/drawing/2014/main" id="{8C4A5F58-A6E9-46D8-A424-18AEAF5465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142" y="1651800"/>
            <a:ext cx="3554400" cy="355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5638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1000"/>
                                        <p:tgtEl>
                                          <p:spTgt spid="5">
                                            <p:txEl>
                                              <p:pRg st="7" end="7"/>
                                            </p:txEl>
                                          </p:spTgt>
                                        </p:tgtEl>
                                      </p:cBhvr>
                                    </p:animEffect>
                                    <p:anim calcmode="lin" valueType="num">
                                      <p:cBhvr>
                                        <p:cTn id="33"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7" end="7"/>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5">
                                            <p:txEl>
                                              <p:pRg st="9" end="9"/>
                                            </p:txEl>
                                          </p:spTgt>
                                        </p:tgtEl>
                                        <p:attrNameLst>
                                          <p:attrName>style.visibility</p:attrName>
                                        </p:attrNameLst>
                                      </p:cBhvr>
                                      <p:to>
                                        <p:strVal val="visible"/>
                                      </p:to>
                                    </p:set>
                                    <p:animEffect transition="in" filter="fade">
                                      <p:cBhvr>
                                        <p:cTn id="37" dur="1000"/>
                                        <p:tgtEl>
                                          <p:spTgt spid="5">
                                            <p:txEl>
                                              <p:pRg st="9" end="9"/>
                                            </p:txEl>
                                          </p:spTgt>
                                        </p:tgtEl>
                                      </p:cBhvr>
                                    </p:animEffect>
                                    <p:anim calcmode="lin" valueType="num">
                                      <p:cBhvr>
                                        <p:cTn id="38"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39" dur="1000" fill="hold"/>
                                        <p:tgtEl>
                                          <p:spTgt spid="5">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3">
                                            <p:txEl>
                                              <p:pRg st="0" end="0"/>
                                            </p:txEl>
                                          </p:spTgt>
                                        </p:tgtEl>
                                        <p:attrNameLst>
                                          <p:attrName>style.visibility</p:attrName>
                                        </p:attrNameLst>
                                      </p:cBhvr>
                                      <p:to>
                                        <p:strVal val="visible"/>
                                      </p:to>
                                    </p:set>
                                    <p:animEffect transition="in" filter="wipe(down)">
                                      <p:cBhvr>
                                        <p:cTn id="44" dur="500"/>
                                        <p:tgtEl>
                                          <p:spTgt spid="3">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7">
                                            <p:txEl>
                                              <p:pRg st="0" end="0"/>
                                            </p:txEl>
                                          </p:spTgt>
                                        </p:tgtEl>
                                        <p:attrNameLst>
                                          <p:attrName>style.visibility</p:attrName>
                                        </p:attrNameLst>
                                      </p:cBhvr>
                                      <p:to>
                                        <p:strVal val="visible"/>
                                      </p:to>
                                    </p:set>
                                    <p:animEffect transition="in" filter="wipe(down)">
                                      <p:cBhvr>
                                        <p:cTn id="49" dur="500"/>
                                        <p:tgtEl>
                                          <p:spTgt spid="7">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8">
                                            <p:txEl>
                                              <p:pRg st="0" end="0"/>
                                            </p:txEl>
                                          </p:spTgt>
                                        </p:tgtEl>
                                        <p:attrNameLst>
                                          <p:attrName>style.visibility</p:attrName>
                                        </p:attrNameLst>
                                      </p:cBhvr>
                                      <p:to>
                                        <p:strVal val="visible"/>
                                      </p:to>
                                    </p:set>
                                    <p:animEffect transition="in" filter="wipe(down)">
                                      <p:cBhvr>
                                        <p:cTn id="54"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7215</TotalTime>
  <Words>1464</Words>
  <Application>Microsoft Office PowerPoint</Application>
  <PresentationFormat>Widescreen</PresentationFormat>
  <Paragraphs>186</Paragraphs>
  <Slides>25</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Times New Roman</vt:lpstr>
      <vt:lpstr>Office Theme</vt:lpstr>
      <vt:lpstr>第5課</vt:lpstr>
      <vt:lpstr>PowerPoint Presentation</vt:lpstr>
      <vt:lpstr>見つけた　 （P.65）</vt:lpstr>
      <vt:lpstr>見つけた　 （65ページ）</vt:lpstr>
      <vt:lpstr>PowerPoint Presentation</vt:lpstr>
      <vt:lpstr>PowerPoint Presentation</vt:lpstr>
      <vt:lpstr> 答えてみて</vt:lpstr>
      <vt:lpstr> 答えてみて</vt:lpstr>
      <vt:lpstr>使ってみよう4 文法1.2.3.4（69 ページ）</vt:lpstr>
      <vt:lpstr>～ ものだ／ものではない </vt:lpstr>
      <vt:lpstr>例文（P69）</vt:lpstr>
      <vt:lpstr>～ ものだ／ものではない </vt:lpstr>
      <vt:lpstr>～ ものだ／ものではない </vt:lpstr>
      <vt:lpstr>～ ものだ／ものではない </vt:lpstr>
      <vt:lpstr>～ とおり（に）／～どおり（に）</vt:lpstr>
      <vt:lpstr>例文（P69）</vt:lpstr>
      <vt:lpstr>～とおり（に）／～どおり（に）</vt:lpstr>
      <vt:lpstr>～とおり（に）／～どおり（に）</vt:lpstr>
      <vt:lpstr>～ 際 に／際 は </vt:lpstr>
      <vt:lpstr>例文（P69）</vt:lpstr>
      <vt:lpstr>見たことがある？</vt:lpstr>
      <vt:lpstr>～ 際 に／際 は </vt:lpstr>
      <vt:lpstr>～ こと</vt:lpstr>
      <vt:lpstr>例文（P69）</vt:lpstr>
      <vt:lpstr>～こと</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Oanh Le</dc:creator>
  <cp:lastModifiedBy>Le Thi Kim Oanh (FE FPTU CT)</cp:lastModifiedBy>
  <cp:revision>19</cp:revision>
  <dcterms:created xsi:type="dcterms:W3CDTF">2021-07-16T02:45:36Z</dcterms:created>
  <dcterms:modified xsi:type="dcterms:W3CDTF">2021-09-14T04:30:51Z</dcterms:modified>
</cp:coreProperties>
</file>