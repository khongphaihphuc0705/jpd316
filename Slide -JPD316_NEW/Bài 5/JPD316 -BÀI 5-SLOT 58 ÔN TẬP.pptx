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0" r:id="rId1"/>
  </p:sldMasterIdLst>
  <p:notesMasterIdLst>
    <p:notesMasterId r:id="rId18"/>
  </p:notesMasterIdLst>
  <p:sldIdLst>
    <p:sldId id="256" r:id="rId2"/>
    <p:sldId id="384" r:id="rId3"/>
    <p:sldId id="378" r:id="rId4"/>
    <p:sldId id="396" r:id="rId5"/>
    <p:sldId id="399" r:id="rId6"/>
    <p:sldId id="400" r:id="rId7"/>
    <p:sldId id="404" r:id="rId8"/>
    <p:sldId id="405" r:id="rId9"/>
    <p:sldId id="385" r:id="rId10"/>
    <p:sldId id="397" r:id="rId11"/>
    <p:sldId id="398" r:id="rId12"/>
    <p:sldId id="401" r:id="rId13"/>
    <p:sldId id="402" r:id="rId14"/>
    <p:sldId id="393" r:id="rId15"/>
    <p:sldId id="293" r:id="rId16"/>
    <p:sldId id="40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009900"/>
    <a:srgbClr val="FF6600"/>
    <a:srgbClr val="FF9933"/>
    <a:srgbClr val="FBF5E5"/>
    <a:srgbClr val="FF3300"/>
    <a:srgbClr val="FF0066"/>
    <a:srgbClr val="33CC33"/>
    <a:srgbClr val="FFCC99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CF6BD2-CCBF-4699-A501-BAE52999A58D}" v="29" dt="2021-09-14T12:25:44.0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間スタイル 4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0933" autoAdjust="0"/>
  </p:normalViewPr>
  <p:slideViewPr>
    <p:cSldViewPr snapToGrid="0">
      <p:cViewPr varScale="1">
        <p:scale>
          <a:sx n="58" d="100"/>
          <a:sy n="58" d="100"/>
        </p:scale>
        <p:origin x="920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Thi Kim Oanh (FE FPTU CT)" userId="33772939-cd87-45c1-be61-e0648bc25a53" providerId="ADAL" clId="{60CF6BD2-CCBF-4699-A501-BAE52999A58D}"/>
    <pc:docChg chg="undo custSel addSld delSld modSld sldOrd">
      <pc:chgData name="Le Thi Kim Oanh (FE FPTU CT)" userId="33772939-cd87-45c1-be61-e0648bc25a53" providerId="ADAL" clId="{60CF6BD2-CCBF-4699-A501-BAE52999A58D}" dt="2021-09-14T12:27:00.191" v="326" actId="14100"/>
      <pc:docMkLst>
        <pc:docMk/>
      </pc:docMkLst>
      <pc:sldChg chg="modSp mod">
        <pc:chgData name="Le Thi Kim Oanh (FE FPTU CT)" userId="33772939-cd87-45c1-be61-e0648bc25a53" providerId="ADAL" clId="{60CF6BD2-CCBF-4699-A501-BAE52999A58D}" dt="2021-09-14T12:00:20.601" v="17"/>
        <pc:sldMkLst>
          <pc:docMk/>
          <pc:sldMk cId="507328461" sldId="256"/>
        </pc:sldMkLst>
        <pc:spChg chg="mod">
          <ac:chgData name="Le Thi Kim Oanh (FE FPTU CT)" userId="33772939-cd87-45c1-be61-e0648bc25a53" providerId="ADAL" clId="{60CF6BD2-CCBF-4699-A501-BAE52999A58D}" dt="2021-09-14T12:00:16.309" v="11" actId="20577"/>
          <ac:spMkLst>
            <pc:docMk/>
            <pc:sldMk cId="507328461" sldId="256"/>
            <ac:spMk id="2" creationId="{00000000-0000-0000-0000-000000000000}"/>
          </ac:spMkLst>
        </pc:spChg>
        <pc:spChg chg="mod">
          <ac:chgData name="Le Thi Kim Oanh (FE FPTU CT)" userId="33772939-cd87-45c1-be61-e0648bc25a53" providerId="ADAL" clId="{60CF6BD2-CCBF-4699-A501-BAE52999A58D}" dt="2021-09-14T12:00:20.601" v="17"/>
          <ac:spMkLst>
            <pc:docMk/>
            <pc:sldMk cId="507328461" sldId="256"/>
            <ac:spMk id="5" creationId="{BF1E2109-65C8-4809-822D-9FE3A86C121C}"/>
          </ac:spMkLst>
        </pc:spChg>
      </pc:sldChg>
      <pc:sldChg chg="add del setBg modNotesTx">
        <pc:chgData name="Le Thi Kim Oanh (FE FPTU CT)" userId="33772939-cd87-45c1-be61-e0648bc25a53" providerId="ADAL" clId="{60CF6BD2-CCBF-4699-A501-BAE52999A58D}" dt="2021-09-14T12:23:22.610" v="302" actId="20577"/>
        <pc:sldMkLst>
          <pc:docMk/>
          <pc:sldMk cId="3533646092" sldId="293"/>
        </pc:sldMkLst>
      </pc:sldChg>
      <pc:sldChg chg="addSp delSp modSp mod">
        <pc:chgData name="Le Thi Kim Oanh (FE FPTU CT)" userId="33772939-cd87-45c1-be61-e0648bc25a53" providerId="ADAL" clId="{60CF6BD2-CCBF-4699-A501-BAE52999A58D}" dt="2021-09-14T12:12:10.779" v="44" actId="14100"/>
        <pc:sldMkLst>
          <pc:docMk/>
          <pc:sldMk cId="3106374150" sldId="378"/>
        </pc:sldMkLst>
        <pc:picChg chg="add mod">
          <ac:chgData name="Le Thi Kim Oanh (FE FPTU CT)" userId="33772939-cd87-45c1-be61-e0648bc25a53" providerId="ADAL" clId="{60CF6BD2-CCBF-4699-A501-BAE52999A58D}" dt="2021-09-14T12:12:06.620" v="42" actId="14100"/>
          <ac:picMkLst>
            <pc:docMk/>
            <pc:sldMk cId="3106374150" sldId="378"/>
            <ac:picMk id="3" creationId="{1D725E48-3D37-4CAA-9736-47325A86273B}"/>
          </ac:picMkLst>
        </pc:picChg>
        <pc:picChg chg="add mod">
          <ac:chgData name="Le Thi Kim Oanh (FE FPTU CT)" userId="33772939-cd87-45c1-be61-e0648bc25a53" providerId="ADAL" clId="{60CF6BD2-CCBF-4699-A501-BAE52999A58D}" dt="2021-09-14T12:12:10.779" v="44" actId="14100"/>
          <ac:picMkLst>
            <pc:docMk/>
            <pc:sldMk cId="3106374150" sldId="378"/>
            <ac:picMk id="5" creationId="{30882091-F000-4BDE-81D7-3E5446FCD60D}"/>
          </ac:picMkLst>
        </pc:picChg>
        <pc:picChg chg="del">
          <ac:chgData name="Le Thi Kim Oanh (FE FPTU CT)" userId="33772939-cd87-45c1-be61-e0648bc25a53" providerId="ADAL" clId="{60CF6BD2-CCBF-4699-A501-BAE52999A58D}" dt="2021-09-14T12:10:58.191" v="18" actId="478"/>
          <ac:picMkLst>
            <pc:docMk/>
            <pc:sldMk cId="3106374150" sldId="378"/>
            <ac:picMk id="7" creationId="{F714DBD4-0E7F-4FE6-9016-D6903815A414}"/>
          </ac:picMkLst>
        </pc:picChg>
      </pc:sldChg>
      <pc:sldChg chg="del">
        <pc:chgData name="Le Thi Kim Oanh (FE FPTU CT)" userId="33772939-cd87-45c1-be61-e0648bc25a53" providerId="ADAL" clId="{60CF6BD2-CCBF-4699-A501-BAE52999A58D}" dt="2021-09-14T12:12:15.729" v="45" actId="47"/>
        <pc:sldMkLst>
          <pc:docMk/>
          <pc:sldMk cId="2459990514" sldId="381"/>
        </pc:sldMkLst>
      </pc:sldChg>
      <pc:sldChg chg="del">
        <pc:chgData name="Le Thi Kim Oanh (FE FPTU CT)" userId="33772939-cd87-45c1-be61-e0648bc25a53" providerId="ADAL" clId="{60CF6BD2-CCBF-4699-A501-BAE52999A58D}" dt="2021-09-14T12:12:44.350" v="54" actId="47"/>
        <pc:sldMkLst>
          <pc:docMk/>
          <pc:sldMk cId="3060476606" sldId="382"/>
        </pc:sldMkLst>
      </pc:sldChg>
      <pc:sldChg chg="del">
        <pc:chgData name="Le Thi Kim Oanh (FE FPTU CT)" userId="33772939-cd87-45c1-be61-e0648bc25a53" providerId="ADAL" clId="{60CF6BD2-CCBF-4699-A501-BAE52999A58D}" dt="2021-09-14T12:13:53.873" v="74" actId="47"/>
        <pc:sldMkLst>
          <pc:docMk/>
          <pc:sldMk cId="1098358516" sldId="383"/>
        </pc:sldMkLst>
      </pc:sldChg>
      <pc:sldChg chg="del">
        <pc:chgData name="Le Thi Kim Oanh (FE FPTU CT)" userId="33772939-cd87-45c1-be61-e0648bc25a53" providerId="ADAL" clId="{60CF6BD2-CCBF-4699-A501-BAE52999A58D}" dt="2021-09-14T12:13:56.859" v="75" actId="47"/>
        <pc:sldMkLst>
          <pc:docMk/>
          <pc:sldMk cId="800953454" sldId="386"/>
        </pc:sldMkLst>
      </pc:sldChg>
      <pc:sldChg chg="del">
        <pc:chgData name="Le Thi Kim Oanh (FE FPTU CT)" userId="33772939-cd87-45c1-be61-e0648bc25a53" providerId="ADAL" clId="{60CF6BD2-CCBF-4699-A501-BAE52999A58D}" dt="2021-09-14T12:14:02.020" v="76" actId="47"/>
        <pc:sldMkLst>
          <pc:docMk/>
          <pc:sldMk cId="2272055566" sldId="387"/>
        </pc:sldMkLst>
      </pc:sldChg>
      <pc:sldChg chg="del">
        <pc:chgData name="Le Thi Kim Oanh (FE FPTU CT)" userId="33772939-cd87-45c1-be61-e0648bc25a53" providerId="ADAL" clId="{60CF6BD2-CCBF-4699-A501-BAE52999A58D}" dt="2021-09-14T12:17:42.923" v="99" actId="47"/>
        <pc:sldMkLst>
          <pc:docMk/>
          <pc:sldMk cId="3296253452" sldId="389"/>
        </pc:sldMkLst>
      </pc:sldChg>
      <pc:sldChg chg="del">
        <pc:chgData name="Le Thi Kim Oanh (FE FPTU CT)" userId="33772939-cd87-45c1-be61-e0648bc25a53" providerId="ADAL" clId="{60CF6BD2-CCBF-4699-A501-BAE52999A58D}" dt="2021-09-14T12:14:06.048" v="78" actId="47"/>
        <pc:sldMkLst>
          <pc:docMk/>
          <pc:sldMk cId="1783622456" sldId="390"/>
        </pc:sldMkLst>
      </pc:sldChg>
      <pc:sldChg chg="del">
        <pc:chgData name="Le Thi Kim Oanh (FE FPTU CT)" userId="33772939-cd87-45c1-be61-e0648bc25a53" providerId="ADAL" clId="{60CF6BD2-CCBF-4699-A501-BAE52999A58D}" dt="2021-09-14T12:17:45.266" v="100" actId="47"/>
        <pc:sldMkLst>
          <pc:docMk/>
          <pc:sldMk cId="2839169380" sldId="391"/>
        </pc:sldMkLst>
      </pc:sldChg>
      <pc:sldChg chg="del">
        <pc:chgData name="Le Thi Kim Oanh (FE FPTU CT)" userId="33772939-cd87-45c1-be61-e0648bc25a53" providerId="ADAL" clId="{60CF6BD2-CCBF-4699-A501-BAE52999A58D}" dt="2021-09-14T12:14:03.796" v="77" actId="47"/>
        <pc:sldMkLst>
          <pc:docMk/>
          <pc:sldMk cId="4091134130" sldId="392"/>
        </pc:sldMkLst>
      </pc:sldChg>
      <pc:sldChg chg="del">
        <pc:chgData name="Le Thi Kim Oanh (FE FPTU CT)" userId="33772939-cd87-45c1-be61-e0648bc25a53" providerId="ADAL" clId="{60CF6BD2-CCBF-4699-A501-BAE52999A58D}" dt="2021-09-14T12:21:37.313" v="154" actId="47"/>
        <pc:sldMkLst>
          <pc:docMk/>
          <pc:sldMk cId="1060852182" sldId="394"/>
        </pc:sldMkLst>
      </pc:sldChg>
      <pc:sldChg chg="del">
        <pc:chgData name="Le Thi Kim Oanh (FE FPTU CT)" userId="33772939-cd87-45c1-be61-e0648bc25a53" providerId="ADAL" clId="{60CF6BD2-CCBF-4699-A501-BAE52999A58D}" dt="2021-09-14T12:21:38.213" v="155" actId="47"/>
        <pc:sldMkLst>
          <pc:docMk/>
          <pc:sldMk cId="315621473" sldId="395"/>
        </pc:sldMkLst>
      </pc:sldChg>
      <pc:sldChg chg="addSp delSp modSp add mod">
        <pc:chgData name="Le Thi Kim Oanh (FE FPTU CT)" userId="33772939-cd87-45c1-be61-e0648bc25a53" providerId="ADAL" clId="{60CF6BD2-CCBF-4699-A501-BAE52999A58D}" dt="2021-09-14T12:12:31.471" v="53" actId="14100"/>
        <pc:sldMkLst>
          <pc:docMk/>
          <pc:sldMk cId="3654038869" sldId="396"/>
        </pc:sldMkLst>
        <pc:picChg chg="add mod">
          <ac:chgData name="Le Thi Kim Oanh (FE FPTU CT)" userId="33772939-cd87-45c1-be61-e0648bc25a53" providerId="ADAL" clId="{60CF6BD2-CCBF-4699-A501-BAE52999A58D}" dt="2021-09-14T12:12:31.471" v="53" actId="14100"/>
          <ac:picMkLst>
            <pc:docMk/>
            <pc:sldMk cId="3654038869" sldId="396"/>
            <ac:picMk id="4" creationId="{1E2001F5-D56F-4831-A874-376B8F80C5E5}"/>
          </ac:picMkLst>
        </pc:picChg>
        <pc:picChg chg="del">
          <ac:chgData name="Le Thi Kim Oanh (FE FPTU CT)" userId="33772939-cd87-45c1-be61-e0648bc25a53" providerId="ADAL" clId="{60CF6BD2-CCBF-4699-A501-BAE52999A58D}" dt="2021-09-14T12:12:21.272" v="47" actId="478"/>
          <ac:picMkLst>
            <pc:docMk/>
            <pc:sldMk cId="3654038869" sldId="396"/>
            <ac:picMk id="5" creationId="{30882091-F000-4BDE-81D7-3E5446FCD60D}"/>
          </ac:picMkLst>
        </pc:picChg>
      </pc:sldChg>
      <pc:sldChg chg="addSp delSp modSp add mod ord">
        <pc:chgData name="Le Thi Kim Oanh (FE FPTU CT)" userId="33772939-cd87-45c1-be61-e0648bc25a53" providerId="ADAL" clId="{60CF6BD2-CCBF-4699-A501-BAE52999A58D}" dt="2021-09-14T12:13:52.378" v="73"/>
        <pc:sldMkLst>
          <pc:docMk/>
          <pc:sldMk cId="3639615396" sldId="397"/>
        </pc:sldMkLst>
        <pc:picChg chg="del">
          <ac:chgData name="Le Thi Kim Oanh (FE FPTU CT)" userId="33772939-cd87-45c1-be61-e0648bc25a53" providerId="ADAL" clId="{60CF6BD2-CCBF-4699-A501-BAE52999A58D}" dt="2021-09-14T12:13:06.707" v="63" actId="478"/>
          <ac:picMkLst>
            <pc:docMk/>
            <pc:sldMk cId="3639615396" sldId="397"/>
            <ac:picMk id="3" creationId="{1D725E48-3D37-4CAA-9736-47325A86273B}"/>
          </ac:picMkLst>
        </pc:picChg>
        <pc:picChg chg="del">
          <ac:chgData name="Le Thi Kim Oanh (FE FPTU CT)" userId="33772939-cd87-45c1-be61-e0648bc25a53" providerId="ADAL" clId="{60CF6BD2-CCBF-4699-A501-BAE52999A58D}" dt="2021-09-14T12:12:49.737" v="56" actId="478"/>
          <ac:picMkLst>
            <pc:docMk/>
            <pc:sldMk cId="3639615396" sldId="397"/>
            <ac:picMk id="4" creationId="{1E2001F5-D56F-4831-A874-376B8F80C5E5}"/>
          </ac:picMkLst>
        </pc:picChg>
        <pc:picChg chg="add mod">
          <ac:chgData name="Le Thi Kim Oanh (FE FPTU CT)" userId="33772939-cd87-45c1-be61-e0648bc25a53" providerId="ADAL" clId="{60CF6BD2-CCBF-4699-A501-BAE52999A58D}" dt="2021-09-14T12:13:45.132" v="71" actId="1076"/>
          <ac:picMkLst>
            <pc:docMk/>
            <pc:sldMk cId="3639615396" sldId="397"/>
            <ac:picMk id="5" creationId="{2E4C7964-E891-430E-82E8-FCAB6FFB88EA}"/>
          </ac:picMkLst>
        </pc:picChg>
        <pc:picChg chg="add del mod">
          <ac:chgData name="Le Thi Kim Oanh (FE FPTU CT)" userId="33772939-cd87-45c1-be61-e0648bc25a53" providerId="ADAL" clId="{60CF6BD2-CCBF-4699-A501-BAE52999A58D}" dt="2021-09-14T12:13:31.286" v="67" actId="478"/>
          <ac:picMkLst>
            <pc:docMk/>
            <pc:sldMk cId="3639615396" sldId="397"/>
            <ac:picMk id="7" creationId="{CA8537D6-1723-4A70-A0ED-2CDB940CB675}"/>
          </ac:picMkLst>
        </pc:picChg>
        <pc:picChg chg="add mod">
          <ac:chgData name="Le Thi Kim Oanh (FE FPTU CT)" userId="33772939-cd87-45c1-be61-e0648bc25a53" providerId="ADAL" clId="{60CF6BD2-CCBF-4699-A501-BAE52999A58D}" dt="2021-09-14T12:13:44.485" v="70" actId="14100"/>
          <ac:picMkLst>
            <pc:docMk/>
            <pc:sldMk cId="3639615396" sldId="397"/>
            <ac:picMk id="10" creationId="{70BCDED3-B110-4537-83D0-4958E551D6E7}"/>
          </ac:picMkLst>
        </pc:picChg>
      </pc:sldChg>
      <pc:sldChg chg="addSp delSp modSp add mod">
        <pc:chgData name="Le Thi Kim Oanh (FE FPTU CT)" userId="33772939-cd87-45c1-be61-e0648bc25a53" providerId="ADAL" clId="{60CF6BD2-CCBF-4699-A501-BAE52999A58D}" dt="2021-09-14T12:16:41.776" v="98" actId="14100"/>
        <pc:sldMkLst>
          <pc:docMk/>
          <pc:sldMk cId="4178661098" sldId="398"/>
        </pc:sldMkLst>
        <pc:picChg chg="add del mod">
          <ac:chgData name="Le Thi Kim Oanh (FE FPTU CT)" userId="33772939-cd87-45c1-be61-e0648bc25a53" providerId="ADAL" clId="{60CF6BD2-CCBF-4699-A501-BAE52999A58D}" dt="2021-09-14T12:14:34.669" v="86" actId="931"/>
          <ac:picMkLst>
            <pc:docMk/>
            <pc:sldMk cId="4178661098" sldId="398"/>
            <ac:picMk id="3" creationId="{3253E206-7AA9-4B03-B9C3-519A707031CF}"/>
          </ac:picMkLst>
        </pc:picChg>
        <pc:picChg chg="del mod">
          <ac:chgData name="Le Thi Kim Oanh (FE FPTU CT)" userId="33772939-cd87-45c1-be61-e0648bc25a53" providerId="ADAL" clId="{60CF6BD2-CCBF-4699-A501-BAE52999A58D}" dt="2021-09-14T12:14:22.620" v="81" actId="478"/>
          <ac:picMkLst>
            <pc:docMk/>
            <pc:sldMk cId="4178661098" sldId="398"/>
            <ac:picMk id="5" creationId="{2E4C7964-E891-430E-82E8-FCAB6FFB88EA}"/>
          </ac:picMkLst>
        </pc:picChg>
        <pc:picChg chg="add del mod">
          <ac:chgData name="Le Thi Kim Oanh (FE FPTU CT)" userId="33772939-cd87-45c1-be61-e0648bc25a53" providerId="ADAL" clId="{60CF6BD2-CCBF-4699-A501-BAE52999A58D}" dt="2021-09-14T12:16:29.569" v="90" actId="478"/>
          <ac:picMkLst>
            <pc:docMk/>
            <pc:sldMk cId="4178661098" sldId="398"/>
            <ac:picMk id="6" creationId="{DCEDF954-4CC0-461A-B9BE-A8BFF0165FCA}"/>
          </ac:picMkLst>
        </pc:picChg>
        <pc:picChg chg="add mod">
          <ac:chgData name="Le Thi Kim Oanh (FE FPTU CT)" userId="33772939-cd87-45c1-be61-e0648bc25a53" providerId="ADAL" clId="{60CF6BD2-CCBF-4699-A501-BAE52999A58D}" dt="2021-09-14T12:16:41.776" v="98" actId="14100"/>
          <ac:picMkLst>
            <pc:docMk/>
            <pc:sldMk cId="4178661098" sldId="398"/>
            <ac:picMk id="8" creationId="{10C88161-98D9-489A-964B-3D54F92C2C92}"/>
          </ac:picMkLst>
        </pc:picChg>
      </pc:sldChg>
      <pc:sldChg chg="addSp delSp modSp add mod">
        <pc:chgData name="Le Thi Kim Oanh (FE FPTU CT)" userId="33772939-cd87-45c1-be61-e0648bc25a53" providerId="ADAL" clId="{60CF6BD2-CCBF-4699-A501-BAE52999A58D}" dt="2021-09-14T12:18:17.039" v="112" actId="14100"/>
        <pc:sldMkLst>
          <pc:docMk/>
          <pc:sldMk cId="3791089654" sldId="399"/>
        </pc:sldMkLst>
        <pc:picChg chg="del">
          <ac:chgData name="Le Thi Kim Oanh (FE FPTU CT)" userId="33772939-cd87-45c1-be61-e0648bc25a53" providerId="ADAL" clId="{60CF6BD2-CCBF-4699-A501-BAE52999A58D}" dt="2021-09-14T12:17:52.436" v="103" actId="478"/>
          <ac:picMkLst>
            <pc:docMk/>
            <pc:sldMk cId="3791089654" sldId="399"/>
            <ac:picMk id="3" creationId="{1D725E48-3D37-4CAA-9736-47325A86273B}"/>
          </ac:picMkLst>
        </pc:picChg>
        <pc:picChg chg="del">
          <ac:chgData name="Le Thi Kim Oanh (FE FPTU CT)" userId="33772939-cd87-45c1-be61-e0648bc25a53" providerId="ADAL" clId="{60CF6BD2-CCBF-4699-A501-BAE52999A58D}" dt="2021-09-14T12:17:50.494" v="102" actId="478"/>
          <ac:picMkLst>
            <pc:docMk/>
            <pc:sldMk cId="3791089654" sldId="399"/>
            <ac:picMk id="4" creationId="{1E2001F5-D56F-4831-A874-376B8F80C5E5}"/>
          </ac:picMkLst>
        </pc:picChg>
        <pc:picChg chg="add mod">
          <ac:chgData name="Le Thi Kim Oanh (FE FPTU CT)" userId="33772939-cd87-45c1-be61-e0648bc25a53" providerId="ADAL" clId="{60CF6BD2-CCBF-4699-A501-BAE52999A58D}" dt="2021-09-14T12:18:03.479" v="106" actId="14100"/>
          <ac:picMkLst>
            <pc:docMk/>
            <pc:sldMk cId="3791089654" sldId="399"/>
            <ac:picMk id="5" creationId="{8455FC22-2670-4DB7-8793-7BFD54639E1F}"/>
          </ac:picMkLst>
        </pc:picChg>
        <pc:picChg chg="add mod">
          <ac:chgData name="Le Thi Kim Oanh (FE FPTU CT)" userId="33772939-cd87-45c1-be61-e0648bc25a53" providerId="ADAL" clId="{60CF6BD2-CCBF-4699-A501-BAE52999A58D}" dt="2021-09-14T12:18:17.039" v="112" actId="14100"/>
          <ac:picMkLst>
            <pc:docMk/>
            <pc:sldMk cId="3791089654" sldId="399"/>
            <ac:picMk id="7" creationId="{F2A84A73-D781-4427-B858-C1D49C376C7D}"/>
          </ac:picMkLst>
        </pc:picChg>
      </pc:sldChg>
      <pc:sldChg chg="addSp delSp modSp add mod">
        <pc:chgData name="Le Thi Kim Oanh (FE FPTU CT)" userId="33772939-cd87-45c1-be61-e0648bc25a53" providerId="ADAL" clId="{60CF6BD2-CCBF-4699-A501-BAE52999A58D}" dt="2021-09-14T12:18:35.085" v="120" actId="14100"/>
        <pc:sldMkLst>
          <pc:docMk/>
          <pc:sldMk cId="1315411448" sldId="400"/>
        </pc:sldMkLst>
        <pc:picChg chg="add mod">
          <ac:chgData name="Le Thi Kim Oanh (FE FPTU CT)" userId="33772939-cd87-45c1-be61-e0648bc25a53" providerId="ADAL" clId="{60CF6BD2-CCBF-4699-A501-BAE52999A58D}" dt="2021-09-14T12:18:35.085" v="120" actId="14100"/>
          <ac:picMkLst>
            <pc:docMk/>
            <pc:sldMk cId="1315411448" sldId="400"/>
            <ac:picMk id="3" creationId="{15C52E39-C325-4D20-9736-12EFA7FE2B41}"/>
          </ac:picMkLst>
        </pc:picChg>
        <pc:picChg chg="del">
          <ac:chgData name="Le Thi Kim Oanh (FE FPTU CT)" userId="33772939-cd87-45c1-be61-e0648bc25a53" providerId="ADAL" clId="{60CF6BD2-CCBF-4699-A501-BAE52999A58D}" dt="2021-09-14T12:18:24.449" v="114" actId="478"/>
          <ac:picMkLst>
            <pc:docMk/>
            <pc:sldMk cId="1315411448" sldId="400"/>
            <ac:picMk id="7" creationId="{F2A84A73-D781-4427-B858-C1D49C376C7D}"/>
          </ac:picMkLst>
        </pc:picChg>
      </pc:sldChg>
      <pc:sldChg chg="addSp delSp modSp add mod">
        <pc:chgData name="Le Thi Kim Oanh (FE FPTU CT)" userId="33772939-cd87-45c1-be61-e0648bc25a53" providerId="ADAL" clId="{60CF6BD2-CCBF-4699-A501-BAE52999A58D}" dt="2021-09-14T12:20:34.171" v="133" actId="14100"/>
        <pc:sldMkLst>
          <pc:docMk/>
          <pc:sldMk cId="1916559600" sldId="401"/>
        </pc:sldMkLst>
        <pc:picChg chg="add mod">
          <ac:chgData name="Le Thi Kim Oanh (FE FPTU CT)" userId="33772939-cd87-45c1-be61-e0648bc25a53" providerId="ADAL" clId="{60CF6BD2-CCBF-4699-A501-BAE52999A58D}" dt="2021-09-14T12:19:23.952" v="126" actId="14100"/>
          <ac:picMkLst>
            <pc:docMk/>
            <pc:sldMk cId="1916559600" sldId="401"/>
            <ac:picMk id="3" creationId="{F1583C6C-9FFB-4F2A-892A-F9152D48CC82}"/>
          </ac:picMkLst>
        </pc:picChg>
        <pc:picChg chg="add mod">
          <ac:chgData name="Le Thi Kim Oanh (FE FPTU CT)" userId="33772939-cd87-45c1-be61-e0648bc25a53" providerId="ADAL" clId="{60CF6BD2-CCBF-4699-A501-BAE52999A58D}" dt="2021-09-14T12:20:34.171" v="133" actId="14100"/>
          <ac:picMkLst>
            <pc:docMk/>
            <pc:sldMk cId="1916559600" sldId="401"/>
            <ac:picMk id="5" creationId="{2B8A04E9-D100-43A9-A12D-210963FA70FE}"/>
          </ac:picMkLst>
        </pc:picChg>
        <pc:picChg chg="del">
          <ac:chgData name="Le Thi Kim Oanh (FE FPTU CT)" userId="33772939-cd87-45c1-be61-e0648bc25a53" providerId="ADAL" clId="{60CF6BD2-CCBF-4699-A501-BAE52999A58D}" dt="2021-09-14T12:18:53.974" v="122" actId="478"/>
          <ac:picMkLst>
            <pc:docMk/>
            <pc:sldMk cId="1916559600" sldId="401"/>
            <ac:picMk id="8" creationId="{10C88161-98D9-489A-964B-3D54F92C2C92}"/>
          </ac:picMkLst>
        </pc:picChg>
        <pc:picChg chg="del">
          <ac:chgData name="Le Thi Kim Oanh (FE FPTU CT)" userId="33772939-cd87-45c1-be61-e0648bc25a53" providerId="ADAL" clId="{60CF6BD2-CCBF-4699-A501-BAE52999A58D}" dt="2021-09-14T12:19:14.117" v="123" actId="478"/>
          <ac:picMkLst>
            <pc:docMk/>
            <pc:sldMk cId="1916559600" sldId="401"/>
            <ac:picMk id="10" creationId="{70BCDED3-B110-4537-83D0-4958E551D6E7}"/>
          </ac:picMkLst>
        </pc:picChg>
      </pc:sldChg>
      <pc:sldChg chg="addSp delSp modSp add mod">
        <pc:chgData name="Le Thi Kim Oanh (FE FPTU CT)" userId="33772939-cd87-45c1-be61-e0648bc25a53" providerId="ADAL" clId="{60CF6BD2-CCBF-4699-A501-BAE52999A58D}" dt="2021-09-14T12:27:00.191" v="326" actId="14100"/>
        <pc:sldMkLst>
          <pc:docMk/>
          <pc:sldMk cId="1563016380" sldId="402"/>
        </pc:sldMkLst>
        <pc:picChg chg="add del mod">
          <ac:chgData name="Le Thi Kim Oanh (FE FPTU CT)" userId="33772939-cd87-45c1-be61-e0648bc25a53" providerId="ADAL" clId="{60CF6BD2-CCBF-4699-A501-BAE52999A58D}" dt="2021-09-14T12:20:49.677" v="139" actId="478"/>
          <ac:picMkLst>
            <pc:docMk/>
            <pc:sldMk cId="1563016380" sldId="402"/>
            <ac:picMk id="4" creationId="{E8C27100-805D-4B7B-B849-97EF17382E52}"/>
          </ac:picMkLst>
        </pc:picChg>
        <pc:picChg chg="del">
          <ac:chgData name="Le Thi Kim Oanh (FE FPTU CT)" userId="33772939-cd87-45c1-be61-e0648bc25a53" providerId="ADAL" clId="{60CF6BD2-CCBF-4699-A501-BAE52999A58D}" dt="2021-09-14T12:20:39.483" v="135" actId="478"/>
          <ac:picMkLst>
            <pc:docMk/>
            <pc:sldMk cId="1563016380" sldId="402"/>
            <ac:picMk id="5" creationId="{2B8A04E9-D100-43A9-A12D-210963FA70FE}"/>
          </ac:picMkLst>
        </pc:picChg>
        <pc:picChg chg="add del mod">
          <ac:chgData name="Le Thi Kim Oanh (FE FPTU CT)" userId="33772939-cd87-45c1-be61-e0648bc25a53" providerId="ADAL" clId="{60CF6BD2-CCBF-4699-A501-BAE52999A58D}" dt="2021-09-14T12:20:57.751" v="141" actId="478"/>
          <ac:picMkLst>
            <pc:docMk/>
            <pc:sldMk cId="1563016380" sldId="402"/>
            <ac:picMk id="7" creationId="{16853379-2CE1-4F7D-B516-FDD63633A919}"/>
          </ac:picMkLst>
        </pc:picChg>
        <pc:picChg chg="add del mod">
          <ac:chgData name="Le Thi Kim Oanh (FE FPTU CT)" userId="33772939-cd87-45c1-be61-e0648bc25a53" providerId="ADAL" clId="{60CF6BD2-CCBF-4699-A501-BAE52999A58D}" dt="2021-09-14T12:21:12.682" v="145" actId="478"/>
          <ac:picMkLst>
            <pc:docMk/>
            <pc:sldMk cId="1563016380" sldId="402"/>
            <ac:picMk id="10" creationId="{0019FABE-AB0C-44DF-878C-286F852426EA}"/>
          </ac:picMkLst>
        </pc:picChg>
        <pc:picChg chg="add mod">
          <ac:chgData name="Le Thi Kim Oanh (FE FPTU CT)" userId="33772939-cd87-45c1-be61-e0648bc25a53" providerId="ADAL" clId="{60CF6BD2-CCBF-4699-A501-BAE52999A58D}" dt="2021-09-14T12:27:00.191" v="326" actId="14100"/>
          <ac:picMkLst>
            <pc:docMk/>
            <pc:sldMk cId="1563016380" sldId="402"/>
            <ac:picMk id="12" creationId="{EFA93FEC-C2A8-4C9A-9638-3A88BB9E4441}"/>
          </ac:picMkLst>
        </pc:picChg>
      </pc:sldChg>
      <pc:sldChg chg="add setBg modNotesTx">
        <pc:chgData name="Le Thi Kim Oanh (FE FPTU CT)" userId="33772939-cd87-45c1-be61-e0648bc25a53" providerId="ADAL" clId="{60CF6BD2-CCBF-4699-A501-BAE52999A58D}" dt="2021-09-14T12:23:32.349" v="306" actId="20577"/>
        <pc:sldMkLst>
          <pc:docMk/>
          <pc:sldMk cId="3957784340" sldId="403"/>
        </pc:sldMkLst>
      </pc:sldChg>
      <pc:sldChg chg="addSp delSp modSp add mod">
        <pc:chgData name="Le Thi Kim Oanh (FE FPTU CT)" userId="33772939-cd87-45c1-be61-e0648bc25a53" providerId="ADAL" clId="{60CF6BD2-CCBF-4699-A501-BAE52999A58D}" dt="2021-09-14T12:25:33.084" v="314" actId="14100"/>
        <pc:sldMkLst>
          <pc:docMk/>
          <pc:sldMk cId="907625184" sldId="404"/>
        </pc:sldMkLst>
        <pc:picChg chg="del">
          <ac:chgData name="Le Thi Kim Oanh (FE FPTU CT)" userId="33772939-cd87-45c1-be61-e0648bc25a53" providerId="ADAL" clId="{60CF6BD2-CCBF-4699-A501-BAE52999A58D}" dt="2021-09-14T12:25:20.969" v="308" actId="478"/>
          <ac:picMkLst>
            <pc:docMk/>
            <pc:sldMk cId="907625184" sldId="404"/>
            <ac:picMk id="3" creationId="{15C52E39-C325-4D20-9736-12EFA7FE2B41}"/>
          </ac:picMkLst>
        </pc:picChg>
        <pc:picChg chg="add mod">
          <ac:chgData name="Le Thi Kim Oanh (FE FPTU CT)" userId="33772939-cd87-45c1-be61-e0648bc25a53" providerId="ADAL" clId="{60CF6BD2-CCBF-4699-A501-BAE52999A58D}" dt="2021-09-14T12:25:33.084" v="314" actId="14100"/>
          <ac:picMkLst>
            <pc:docMk/>
            <pc:sldMk cId="907625184" sldId="404"/>
            <ac:picMk id="4" creationId="{02D1DE2E-A605-4EE9-924D-214683A18EB0}"/>
          </ac:picMkLst>
        </pc:picChg>
      </pc:sldChg>
      <pc:sldChg chg="addSp delSp modSp add mod">
        <pc:chgData name="Le Thi Kim Oanh (FE FPTU CT)" userId="33772939-cd87-45c1-be61-e0648bc25a53" providerId="ADAL" clId="{60CF6BD2-CCBF-4699-A501-BAE52999A58D}" dt="2021-09-14T12:25:53.204" v="324" actId="14100"/>
        <pc:sldMkLst>
          <pc:docMk/>
          <pc:sldMk cId="2414672331" sldId="405"/>
        </pc:sldMkLst>
        <pc:picChg chg="add mod">
          <ac:chgData name="Le Thi Kim Oanh (FE FPTU CT)" userId="33772939-cd87-45c1-be61-e0648bc25a53" providerId="ADAL" clId="{60CF6BD2-CCBF-4699-A501-BAE52999A58D}" dt="2021-09-14T12:25:53.204" v="324" actId="14100"/>
          <ac:picMkLst>
            <pc:docMk/>
            <pc:sldMk cId="2414672331" sldId="405"/>
            <ac:picMk id="3" creationId="{97769AE2-0C6C-453E-A102-DF8785AC9856}"/>
          </ac:picMkLst>
        </pc:picChg>
        <pc:picChg chg="del">
          <ac:chgData name="Le Thi Kim Oanh (FE FPTU CT)" userId="33772939-cd87-45c1-be61-e0648bc25a53" providerId="ADAL" clId="{60CF6BD2-CCBF-4699-A501-BAE52999A58D}" dt="2021-09-14T12:25:38.218" v="316" actId="478"/>
          <ac:picMkLst>
            <pc:docMk/>
            <pc:sldMk cId="2414672331" sldId="405"/>
            <ac:picMk id="4" creationId="{02D1DE2E-A605-4EE9-924D-214683A18EB0}"/>
          </ac:picMkLst>
        </pc:picChg>
        <pc:picChg chg="mod">
          <ac:chgData name="Le Thi Kim Oanh (FE FPTU CT)" userId="33772939-cd87-45c1-be61-e0648bc25a53" providerId="ADAL" clId="{60CF6BD2-CCBF-4699-A501-BAE52999A58D}" dt="2021-09-14T12:25:47.663" v="319" actId="1076"/>
          <ac:picMkLst>
            <pc:docMk/>
            <pc:sldMk cId="2414672331" sldId="405"/>
            <ac:picMk id="5" creationId="{8455FC22-2670-4DB7-8793-7BFD54639E1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679CFA-5859-4343-BBA6-37989FEB75DA}" type="datetimeFigureOut">
              <a:rPr kumimoji="1" lang="ja-JP" altLang="en-US" smtClean="0"/>
              <a:t>2021/9/14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F267E-2396-4731-8B97-250B3252AF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9926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F267E-2396-4731-8B97-250B3252AF14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0214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GV cho SV ôn tập Kanji bằng cách gợi nhớ các từ vựng/câu xuất hiện trong bài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663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dirty="0"/>
              <a:t>GV cho SV ôn tập Kanji bằng cách gợi nhớ các từ vựng/câu xuất hiện trong bài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663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9/14/2021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968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229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1BEF0D-F0BB-DE4B-95CE-6DB70DBA9567}" type="datetimeFigureOut">
              <a:rPr lang="en-US" smtClean="0"/>
              <a:pPr/>
              <a:t>9/14/2021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252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026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799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89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53509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B61BEF0D-F0BB-DE4B-95CE-6DB70DBA9567}" type="datetimeFigureOut">
              <a:rPr lang="en-US" smtClean="0"/>
              <a:pPr/>
              <a:t>9/14/2021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33834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299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941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716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G"/><Relationship Id="rId4" Type="http://schemas.openxmlformats.org/officeDocument/2006/relationships/image" Target="../media/image17.JP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13" Type="http://schemas.openxmlformats.org/officeDocument/2006/relationships/slide" Target="slide13.xml"/><Relationship Id="rId3" Type="http://schemas.openxmlformats.org/officeDocument/2006/relationships/slide" Target="slide6.xml"/><Relationship Id="rId7" Type="http://schemas.openxmlformats.org/officeDocument/2006/relationships/slide" Target="slide11.xml"/><Relationship Id="rId12" Type="http://schemas.openxmlformats.org/officeDocument/2006/relationships/slide" Target="slide1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11" Type="http://schemas.openxmlformats.org/officeDocument/2006/relationships/slide" Target="slide15.xml"/><Relationship Id="rId5" Type="http://schemas.openxmlformats.org/officeDocument/2006/relationships/slide" Target="slide8.xml"/><Relationship Id="rId10" Type="http://schemas.openxmlformats.org/officeDocument/2006/relationships/slide" Target="slide9.xml"/><Relationship Id="rId4" Type="http://schemas.openxmlformats.org/officeDocument/2006/relationships/slide" Target="slide7.xml"/><Relationship Id="rId9" Type="http://schemas.openxmlformats.org/officeDocument/2006/relationships/slide" Target="slide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slide" Target="slide6.xml"/><Relationship Id="rId7" Type="http://schemas.openxmlformats.org/officeDocument/2006/relationships/slide" Target="slide13.xml"/><Relationship Id="rId12" Type="http://schemas.openxmlformats.org/officeDocument/2006/relationships/slide" Target="slide1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11" Type="http://schemas.openxmlformats.org/officeDocument/2006/relationships/slide" Target="slide15.xml"/><Relationship Id="rId5" Type="http://schemas.openxmlformats.org/officeDocument/2006/relationships/slide" Target="slide9.xml"/><Relationship Id="rId10" Type="http://schemas.openxmlformats.org/officeDocument/2006/relationships/slide" Target="slide10.xml"/><Relationship Id="rId4" Type="http://schemas.openxmlformats.org/officeDocument/2006/relationships/slide" Target="slide7.xml"/><Relationship Id="rId9" Type="http://schemas.openxmlformats.org/officeDocument/2006/relationships/slide" Target="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2159306" y="2334110"/>
            <a:ext cx="7677841" cy="1786198"/>
          </a:xfrm>
          <a:ln>
            <a:solidFill>
              <a:srgbClr val="FF9933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/>
          <a:lstStyle/>
          <a:p>
            <a:r>
              <a:rPr kumimoji="1" lang="ja-JP" altLang="en-US" sz="7200" b="1" dirty="0">
                <a:latin typeface="+mn-ea"/>
                <a:ea typeface="+mn-ea"/>
              </a:rPr>
              <a:t>第</a:t>
            </a:r>
            <a:r>
              <a:rPr kumimoji="1" lang="vi-VN" altLang="ja-JP" sz="7200" b="1" dirty="0">
                <a:latin typeface="+mn-ea"/>
                <a:ea typeface="+mn-ea"/>
              </a:rPr>
              <a:t>4-5</a:t>
            </a:r>
            <a:r>
              <a:rPr kumimoji="1" lang="ja-JP" altLang="en-US" b="1" dirty="0">
                <a:latin typeface="+mn-ea"/>
              </a:rPr>
              <a:t>課</a:t>
            </a:r>
            <a:br>
              <a:rPr kumimoji="1" lang="en-US" altLang="ja-JP" b="1" dirty="0">
                <a:latin typeface="+mn-ea"/>
              </a:rPr>
            </a:br>
            <a:r>
              <a:rPr kumimoji="1" lang="ja-JP" altLang="en-US" b="1" dirty="0">
                <a:latin typeface="+mn-ea"/>
              </a:rPr>
              <a:t>復</a:t>
            </a:r>
            <a:r>
              <a:rPr kumimoji="1" lang="ja-JP" altLang="en-US" sz="7200" b="1" dirty="0">
                <a:latin typeface="+mn-ea"/>
                <a:ea typeface="+mn-ea"/>
              </a:rPr>
              <a:t>習</a:t>
            </a:r>
            <a:endParaRPr kumimoji="1" lang="ja-JP" altLang="en-US" sz="88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kumimoji="1" lang="en-US" altLang="ja-JP" sz="4000" b="1" dirty="0"/>
              <a:t>JPD316</a:t>
            </a:r>
            <a:endParaRPr kumimoji="1" lang="ja-JP" altLang="en-US" sz="4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1E2109-65C8-4809-822D-9FE3A86C121C}"/>
              </a:ext>
            </a:extLst>
          </p:cNvPr>
          <p:cNvSpPr txBox="1"/>
          <p:nvPr/>
        </p:nvSpPr>
        <p:spPr>
          <a:xfrm>
            <a:off x="5345723" y="1350750"/>
            <a:ext cx="16724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</a:t>
            </a:r>
            <a:r>
              <a:rPr lang="ja-JP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58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EFE24E-E99D-4B26-AFE8-235EF91FD1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81"/>
            <a:ext cx="4720527" cy="49958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073284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655891-48D7-465C-AD09-C1FB7651280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776251" y="1706750"/>
            <a:ext cx="5573186" cy="2412912"/>
          </a:xfrm>
          <a:prstGeom prst="rect">
            <a:avLst/>
          </a:prstGeom>
          <a:solidFill>
            <a:srgbClr val="FFFF00"/>
          </a:solidFill>
        </p:spPr>
      </p:pic>
      <p:pic>
        <p:nvPicPr>
          <p:cNvPr id="9" name="Picture 2" descr="宿題をする少女のイラスト | 無料で使えるフリーな「らくがき素材」">
            <a:extLst>
              <a:ext uri="{FF2B5EF4-FFF2-40B4-BE49-F238E27FC236}">
                <a16:creationId xmlns:a16="http://schemas.microsoft.com/office/drawing/2014/main" id="{70920487-93C2-4187-AC1E-F29371F45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126" y="336595"/>
            <a:ext cx="2095607" cy="147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2683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宿題をする少女のイラスト | 無料で使えるフリーな「らくがき素材」">
            <a:extLst>
              <a:ext uri="{FF2B5EF4-FFF2-40B4-BE49-F238E27FC236}">
                <a16:creationId xmlns:a16="http://schemas.microsoft.com/office/drawing/2014/main" id="{70920487-93C2-4187-AC1E-F29371F45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126" y="336595"/>
            <a:ext cx="2095607" cy="147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725E48-3D37-4CAA-9736-47325A8627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2103" y="182543"/>
            <a:ext cx="8252552" cy="682542"/>
          </a:xfrm>
          <a:prstGeom prst="rect">
            <a:avLst/>
          </a:prstGeom>
        </p:spPr>
      </p:pic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30882091-F000-4BDE-81D7-3E5446FCD6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808" y="1228649"/>
            <a:ext cx="9331287" cy="521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374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宿題をする少女のイラスト | 無料で使えるフリーな「らくがき素材」">
            <a:extLst>
              <a:ext uri="{FF2B5EF4-FFF2-40B4-BE49-F238E27FC236}">
                <a16:creationId xmlns:a16="http://schemas.microsoft.com/office/drawing/2014/main" id="{70920487-93C2-4187-AC1E-F29371F45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126" y="336595"/>
            <a:ext cx="2095607" cy="147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725E48-3D37-4CAA-9736-47325A8627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2103" y="182543"/>
            <a:ext cx="8252552" cy="682542"/>
          </a:xfrm>
          <a:prstGeom prst="rect">
            <a:avLst/>
          </a:prstGeom>
        </p:spPr>
      </p:pic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1E2001F5-D56F-4831-A874-376B8F80C5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450" y="865085"/>
            <a:ext cx="8648241" cy="599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038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宿題をする少女のイラスト | 無料で使えるフリーな「らくがき素材」">
            <a:extLst>
              <a:ext uri="{FF2B5EF4-FFF2-40B4-BE49-F238E27FC236}">
                <a16:creationId xmlns:a16="http://schemas.microsoft.com/office/drawing/2014/main" id="{70920487-93C2-4187-AC1E-F29371F45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126" y="336595"/>
            <a:ext cx="2095607" cy="147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55FC22-2670-4DB7-8793-7BFD54639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330" y="550575"/>
            <a:ext cx="8287678" cy="859583"/>
          </a:xfrm>
          <a:prstGeom prst="rect">
            <a:avLst/>
          </a:prstGeom>
        </p:spPr>
      </p:pic>
      <p:pic>
        <p:nvPicPr>
          <p:cNvPr id="7" name="Picture 6" descr="Text, letter&#10;&#10;Description automatically generated">
            <a:extLst>
              <a:ext uri="{FF2B5EF4-FFF2-40B4-BE49-F238E27FC236}">
                <a16:creationId xmlns:a16="http://schemas.microsoft.com/office/drawing/2014/main" id="{F2A84A73-D781-4427-B858-C1D49C376C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830" y="1812751"/>
            <a:ext cx="10296777" cy="369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08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宿題をする少女のイラスト | 無料で使えるフリーな「らくがき素材」">
            <a:extLst>
              <a:ext uri="{FF2B5EF4-FFF2-40B4-BE49-F238E27FC236}">
                <a16:creationId xmlns:a16="http://schemas.microsoft.com/office/drawing/2014/main" id="{70920487-93C2-4187-AC1E-F29371F45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126" y="336595"/>
            <a:ext cx="2095607" cy="147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55FC22-2670-4DB7-8793-7BFD54639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330" y="550575"/>
            <a:ext cx="8287678" cy="859583"/>
          </a:xfrm>
          <a:prstGeom prst="rect">
            <a:avLst/>
          </a:prstGeom>
        </p:spPr>
      </p:pic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15C52E39-C325-4D20-9736-12EFA7FE2B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13" y="1812751"/>
            <a:ext cx="10200894" cy="424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411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宿題をする少女のイラスト | 無料で使えるフリーな「らくがき素材」">
            <a:extLst>
              <a:ext uri="{FF2B5EF4-FFF2-40B4-BE49-F238E27FC236}">
                <a16:creationId xmlns:a16="http://schemas.microsoft.com/office/drawing/2014/main" id="{70920487-93C2-4187-AC1E-F29371F45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126" y="336595"/>
            <a:ext cx="2095607" cy="147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55FC22-2670-4DB7-8793-7BFD54639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330" y="550575"/>
            <a:ext cx="8287678" cy="859583"/>
          </a:xfrm>
          <a:prstGeom prst="rect">
            <a:avLst/>
          </a:prstGeom>
        </p:spPr>
      </p:pic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02D1DE2E-A605-4EE9-924D-214683A18E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147" y="1996003"/>
            <a:ext cx="9855860" cy="420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625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宿題をする少女のイラスト | 無料で使えるフリーな「らくがき素材」">
            <a:extLst>
              <a:ext uri="{FF2B5EF4-FFF2-40B4-BE49-F238E27FC236}">
                <a16:creationId xmlns:a16="http://schemas.microsoft.com/office/drawing/2014/main" id="{70920487-93C2-4187-AC1E-F29371F45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126" y="336595"/>
            <a:ext cx="2095607" cy="147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55FC22-2670-4DB7-8793-7BFD54639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060" y="-93197"/>
            <a:ext cx="8287678" cy="859583"/>
          </a:xfrm>
          <a:prstGeom prst="rect">
            <a:avLst/>
          </a:prstGeom>
        </p:spPr>
      </p:pic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97769AE2-0C6C-453E-A102-DF8785AC98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060" y="1151738"/>
            <a:ext cx="8140738" cy="567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67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宿題をする少女のイラスト | 無料で使えるフリーな「らくがき素材」">
            <a:extLst>
              <a:ext uri="{FF2B5EF4-FFF2-40B4-BE49-F238E27FC236}">
                <a16:creationId xmlns:a16="http://schemas.microsoft.com/office/drawing/2014/main" id="{70920487-93C2-4187-AC1E-F29371F45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126" y="336595"/>
            <a:ext cx="2095607" cy="147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CC7CA2-1517-4E71-86F0-D837597E21E3}"/>
              </a:ext>
            </a:extLst>
          </p:cNvPr>
          <p:cNvSpPr txBox="1"/>
          <p:nvPr/>
        </p:nvSpPr>
        <p:spPr>
          <a:xfrm>
            <a:off x="2214390" y="2082188"/>
            <a:ext cx="7326217" cy="144655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8800" dirty="0">
                <a:solidFill>
                  <a:srgbClr val="FF0000"/>
                </a:solidFill>
              </a:rPr>
              <a:t>文法</a:t>
            </a:r>
            <a:endParaRPr lang="en-US" sz="8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60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宿題をする少女のイラスト | 無料で使えるフリーな「らくがき素材」">
            <a:extLst>
              <a:ext uri="{FF2B5EF4-FFF2-40B4-BE49-F238E27FC236}">
                <a16:creationId xmlns:a16="http://schemas.microsoft.com/office/drawing/2014/main" id="{70920487-93C2-4187-AC1E-F29371F45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126" y="336595"/>
            <a:ext cx="2095607" cy="147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2E4C7964-E891-430E-82E8-FCAB6FFB8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822" y="1984107"/>
            <a:ext cx="11470355" cy="36014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BCDED3-B110-4537-83D0-4958E551D6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283" y="421739"/>
            <a:ext cx="9342365" cy="65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615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宿題をする少女のイラスト | 無料で使えるフリーな「らくがき素材」">
            <a:extLst>
              <a:ext uri="{FF2B5EF4-FFF2-40B4-BE49-F238E27FC236}">
                <a16:creationId xmlns:a16="http://schemas.microsoft.com/office/drawing/2014/main" id="{70920487-93C2-4187-AC1E-F29371F45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126" y="336595"/>
            <a:ext cx="2095607" cy="147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BCDED3-B110-4537-83D0-4958E551D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283" y="421739"/>
            <a:ext cx="9342365" cy="657913"/>
          </a:xfrm>
          <a:prstGeom prst="rect">
            <a:avLst/>
          </a:prstGeom>
        </p:spPr>
      </p:pic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10C88161-98D9-489A-964B-3D54F92C2C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36" y="2050737"/>
            <a:ext cx="11255460" cy="358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661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宿題をする少女のイラスト | 無料で使えるフリーな「らくがき素材」">
            <a:extLst>
              <a:ext uri="{FF2B5EF4-FFF2-40B4-BE49-F238E27FC236}">
                <a16:creationId xmlns:a16="http://schemas.microsoft.com/office/drawing/2014/main" id="{70920487-93C2-4187-AC1E-F29371F45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126" y="336595"/>
            <a:ext cx="2095607" cy="147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583C6C-9FFB-4F2A-892A-F9152D48C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509" y="560099"/>
            <a:ext cx="9379568" cy="618705"/>
          </a:xfrm>
          <a:prstGeom prst="rect">
            <a:avLst/>
          </a:prstGeom>
        </p:spPr>
      </p:pic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2B8A04E9-D100-43A9-A12D-210963FA70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509" y="2167300"/>
            <a:ext cx="11077136" cy="3186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55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宿題をする少女のイラスト | 無料で使えるフリーな「らくがき素材」">
            <a:extLst>
              <a:ext uri="{FF2B5EF4-FFF2-40B4-BE49-F238E27FC236}">
                <a16:creationId xmlns:a16="http://schemas.microsoft.com/office/drawing/2014/main" id="{70920487-93C2-4187-AC1E-F29371F45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126" y="336595"/>
            <a:ext cx="2095607" cy="147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583C6C-9FFB-4F2A-892A-F9152D48C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509" y="560099"/>
            <a:ext cx="9379568" cy="618705"/>
          </a:xfrm>
          <a:prstGeom prst="rect">
            <a:avLst/>
          </a:prstGeom>
        </p:spPr>
      </p:pic>
      <p:pic>
        <p:nvPicPr>
          <p:cNvPr id="12" name="Picture 11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EFA93FEC-C2A8-4C9A-9638-3A88BB9E44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900" y="1812751"/>
            <a:ext cx="10658530" cy="348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01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宿題をする少女のイラスト | 無料で使えるフリーな「らくがき素材」">
            <a:extLst>
              <a:ext uri="{FF2B5EF4-FFF2-40B4-BE49-F238E27FC236}">
                <a16:creationId xmlns:a16="http://schemas.microsoft.com/office/drawing/2014/main" id="{70920487-93C2-4187-AC1E-F29371F45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126" y="336595"/>
            <a:ext cx="2095607" cy="147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CC7CA2-1517-4E71-86F0-D837597E21E3}"/>
              </a:ext>
            </a:extLst>
          </p:cNvPr>
          <p:cNvSpPr txBox="1"/>
          <p:nvPr/>
        </p:nvSpPr>
        <p:spPr>
          <a:xfrm>
            <a:off x="2214390" y="2082188"/>
            <a:ext cx="7326217" cy="144655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8800" dirty="0">
                <a:solidFill>
                  <a:srgbClr val="FF0000"/>
                </a:solidFill>
              </a:rPr>
              <a:t>漢字</a:t>
            </a:r>
            <a:endParaRPr lang="en-US" sz="8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9451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3369595" y="939281"/>
            <a:ext cx="1517040" cy="1067804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知</a:t>
            </a:r>
          </a:p>
        </p:txBody>
      </p:sp>
      <p:sp>
        <p:nvSpPr>
          <p:cNvPr id="8" name="Rounded Rectangle 7">
            <a:hlinkClick r:id="rId4" action="ppaction://hlinksldjump"/>
          </p:cNvPr>
          <p:cNvSpPr/>
          <p:nvPr/>
        </p:nvSpPr>
        <p:spPr>
          <a:xfrm>
            <a:off x="7241340" y="2910659"/>
            <a:ext cx="1344864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計</a:t>
            </a:r>
          </a:p>
        </p:txBody>
      </p:sp>
      <p:sp>
        <p:nvSpPr>
          <p:cNvPr id="9" name="Rounded Rectangle 8">
            <a:hlinkClick r:id="rId5" action="ppaction://hlinksldjump"/>
          </p:cNvPr>
          <p:cNvSpPr/>
          <p:nvPr/>
        </p:nvSpPr>
        <p:spPr>
          <a:xfrm>
            <a:off x="5197397" y="920317"/>
            <a:ext cx="1564089" cy="1067803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急</a:t>
            </a:r>
          </a:p>
        </p:txBody>
      </p:sp>
      <p:sp>
        <p:nvSpPr>
          <p:cNvPr id="10" name="Rounded Rectangle 9">
            <a:hlinkClick r:id="rId4" action="ppaction://hlinksldjump"/>
          </p:cNvPr>
          <p:cNvSpPr/>
          <p:nvPr/>
        </p:nvSpPr>
        <p:spPr>
          <a:xfrm>
            <a:off x="7089512" y="1002334"/>
            <a:ext cx="1610090" cy="1009655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貸</a:t>
            </a:r>
          </a:p>
        </p:txBody>
      </p:sp>
      <p:sp>
        <p:nvSpPr>
          <p:cNvPr id="11" name="Rounded Rectangle 10">
            <a:hlinkClick r:id="rId6" action="ppaction://hlinksldjump"/>
          </p:cNvPr>
          <p:cNvSpPr/>
          <p:nvPr/>
        </p:nvSpPr>
        <p:spPr>
          <a:xfrm>
            <a:off x="8928653" y="994683"/>
            <a:ext cx="1564089" cy="989099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説</a:t>
            </a:r>
          </a:p>
        </p:txBody>
      </p:sp>
      <p:sp>
        <p:nvSpPr>
          <p:cNvPr id="16" name="Rounded Rectangle 15">
            <a:hlinkClick r:id="rId7" action="ppaction://hlinksldjump"/>
          </p:cNvPr>
          <p:cNvSpPr/>
          <p:nvPr/>
        </p:nvSpPr>
        <p:spPr>
          <a:xfrm>
            <a:off x="1450853" y="2935245"/>
            <a:ext cx="1467997" cy="1068313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決</a:t>
            </a:r>
          </a:p>
        </p:txBody>
      </p:sp>
      <p:sp>
        <p:nvSpPr>
          <p:cNvPr id="17" name="Rounded Rectangle 16">
            <a:hlinkClick r:id="rId8" action="ppaction://hlinksldjump"/>
          </p:cNvPr>
          <p:cNvSpPr/>
          <p:nvPr/>
        </p:nvSpPr>
        <p:spPr>
          <a:xfrm>
            <a:off x="1458225" y="930396"/>
            <a:ext cx="1425754" cy="107720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習</a:t>
            </a:r>
          </a:p>
        </p:txBody>
      </p:sp>
      <p:sp>
        <p:nvSpPr>
          <p:cNvPr id="18" name="Rounded Rectangle 17">
            <a:hlinkClick r:id="rId6" action="ppaction://hlinksldjump"/>
          </p:cNvPr>
          <p:cNvSpPr/>
          <p:nvPr/>
        </p:nvSpPr>
        <p:spPr>
          <a:xfrm>
            <a:off x="3524143" y="2918034"/>
            <a:ext cx="1403256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性</a:t>
            </a:r>
          </a:p>
        </p:txBody>
      </p:sp>
      <p:sp>
        <p:nvSpPr>
          <p:cNvPr id="19" name="Rounded Rectangle 18">
            <a:hlinkClick r:id="rId9" action="ppaction://hlinksldjump"/>
          </p:cNvPr>
          <p:cNvSpPr/>
          <p:nvPr/>
        </p:nvSpPr>
        <p:spPr>
          <a:xfrm>
            <a:off x="5417979" y="2941892"/>
            <a:ext cx="1403257" cy="1025330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別</a:t>
            </a:r>
          </a:p>
        </p:txBody>
      </p:sp>
      <p:sp>
        <p:nvSpPr>
          <p:cNvPr id="20" name="Rounded Rectangle 19">
            <a:hlinkClick r:id="rId10" action="ppaction://hlinksldjump"/>
          </p:cNvPr>
          <p:cNvSpPr/>
          <p:nvPr/>
        </p:nvSpPr>
        <p:spPr>
          <a:xfrm>
            <a:off x="3472293" y="5042807"/>
            <a:ext cx="1456167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正</a:t>
            </a:r>
          </a:p>
        </p:txBody>
      </p:sp>
      <p:sp>
        <p:nvSpPr>
          <p:cNvPr id="21" name="Rounded Rectangle 20">
            <a:hlinkClick r:id="rId11" action="ppaction://hlinksldjump"/>
          </p:cNvPr>
          <p:cNvSpPr/>
          <p:nvPr/>
        </p:nvSpPr>
        <p:spPr>
          <a:xfrm>
            <a:off x="9151646" y="2880705"/>
            <a:ext cx="1387590" cy="1123846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画</a:t>
            </a:r>
          </a:p>
        </p:txBody>
      </p:sp>
      <p:sp>
        <p:nvSpPr>
          <p:cNvPr id="22" name="Rounded Rectangle 21">
            <a:hlinkClick r:id="rId12" action="ppaction://hlinksldjump"/>
          </p:cNvPr>
          <p:cNvSpPr/>
          <p:nvPr/>
        </p:nvSpPr>
        <p:spPr>
          <a:xfrm>
            <a:off x="1446857" y="5042807"/>
            <a:ext cx="1456167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D38C03-C10C-4113-BB9F-46FC6EC253A8}"/>
              </a:ext>
            </a:extLst>
          </p:cNvPr>
          <p:cNvSpPr txBox="1"/>
          <p:nvPr/>
        </p:nvSpPr>
        <p:spPr>
          <a:xfrm>
            <a:off x="1617692" y="332567"/>
            <a:ext cx="1001222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①</a:t>
            </a:r>
            <a:endParaRPr lang="en-US" sz="36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E391CB-E4DF-40BE-B0EB-485B4CB3A7F3}"/>
              </a:ext>
            </a:extLst>
          </p:cNvPr>
          <p:cNvSpPr txBox="1"/>
          <p:nvPr/>
        </p:nvSpPr>
        <p:spPr>
          <a:xfrm>
            <a:off x="3557907" y="340360"/>
            <a:ext cx="962438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②</a:t>
            </a:r>
            <a:endParaRPr lang="en-US" sz="36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35FCB7-4E4E-4142-8395-0B9DD0F8FDE6}"/>
              </a:ext>
            </a:extLst>
          </p:cNvPr>
          <p:cNvSpPr txBox="1"/>
          <p:nvPr/>
        </p:nvSpPr>
        <p:spPr>
          <a:xfrm>
            <a:off x="5425333" y="321162"/>
            <a:ext cx="962438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 dirty="0"/>
              <a:t>③</a:t>
            </a:r>
            <a:endParaRPr lang="en-US" sz="3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4E5BA0-1C66-48BA-A8EA-A0ECB33DE74A}"/>
              </a:ext>
            </a:extLst>
          </p:cNvPr>
          <p:cNvSpPr txBox="1"/>
          <p:nvPr/>
        </p:nvSpPr>
        <p:spPr>
          <a:xfrm>
            <a:off x="7344728" y="404447"/>
            <a:ext cx="962438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④</a:t>
            </a:r>
            <a:endParaRPr lang="en-US" sz="36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CD47E3-F25E-42A2-AADC-5C1592165D0C}"/>
              </a:ext>
            </a:extLst>
          </p:cNvPr>
          <p:cNvSpPr txBox="1"/>
          <p:nvPr/>
        </p:nvSpPr>
        <p:spPr>
          <a:xfrm>
            <a:off x="9056207" y="404447"/>
            <a:ext cx="1029271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⑤</a:t>
            </a:r>
            <a:endParaRPr lang="en-US" sz="36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4440FD-4ED4-4EB4-AC33-CE156A9B4969}"/>
              </a:ext>
            </a:extLst>
          </p:cNvPr>
          <p:cNvSpPr txBox="1"/>
          <p:nvPr/>
        </p:nvSpPr>
        <p:spPr>
          <a:xfrm>
            <a:off x="1704181" y="2388740"/>
            <a:ext cx="96603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⑥</a:t>
            </a:r>
            <a:endParaRPr lang="en-US" sz="36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BE4D55-F6CE-4E64-B3D9-29E7BAB9371C}"/>
              </a:ext>
            </a:extLst>
          </p:cNvPr>
          <p:cNvSpPr txBox="1"/>
          <p:nvPr/>
        </p:nvSpPr>
        <p:spPr>
          <a:xfrm>
            <a:off x="3699020" y="2326747"/>
            <a:ext cx="90427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⑦</a:t>
            </a:r>
            <a:endParaRPr lang="en-US" sz="36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3753E6-D909-40AD-8424-3F770EC72BCF}"/>
              </a:ext>
            </a:extLst>
          </p:cNvPr>
          <p:cNvSpPr txBox="1"/>
          <p:nvPr/>
        </p:nvSpPr>
        <p:spPr>
          <a:xfrm>
            <a:off x="5604844" y="2354141"/>
            <a:ext cx="90427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⑧</a:t>
            </a:r>
            <a:endParaRPr lang="en-US" sz="36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97A06A-36F3-40D5-9B0D-C0D31B90BED0}"/>
              </a:ext>
            </a:extLst>
          </p:cNvPr>
          <p:cNvSpPr txBox="1"/>
          <p:nvPr/>
        </p:nvSpPr>
        <p:spPr>
          <a:xfrm>
            <a:off x="7481721" y="2314710"/>
            <a:ext cx="89630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⑨</a:t>
            </a:r>
            <a:endParaRPr lang="en-US" sz="36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F08081-0266-43EE-8035-61CD90375D12}"/>
              </a:ext>
            </a:extLst>
          </p:cNvPr>
          <p:cNvSpPr txBox="1"/>
          <p:nvPr/>
        </p:nvSpPr>
        <p:spPr>
          <a:xfrm>
            <a:off x="9405994" y="2274500"/>
            <a:ext cx="89630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⑩</a:t>
            </a:r>
            <a:endParaRPr lang="en-US" sz="36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174701-6E3B-452C-9CE0-15A11E34006E}"/>
              </a:ext>
            </a:extLst>
          </p:cNvPr>
          <p:cNvSpPr txBox="1"/>
          <p:nvPr/>
        </p:nvSpPr>
        <p:spPr>
          <a:xfrm>
            <a:off x="1735177" y="4474053"/>
            <a:ext cx="89630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⑪</a:t>
            </a:r>
            <a:endParaRPr lang="en-US" sz="36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B8C552-3EE7-4B19-857F-8094B497E429}"/>
              </a:ext>
            </a:extLst>
          </p:cNvPr>
          <p:cNvSpPr txBox="1"/>
          <p:nvPr/>
        </p:nvSpPr>
        <p:spPr>
          <a:xfrm>
            <a:off x="3594746" y="4455056"/>
            <a:ext cx="1064324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⑫</a:t>
            </a:r>
            <a:endParaRPr lang="en-US" sz="360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7985DA0-D41C-4FA1-82E9-11B4557D5709}"/>
              </a:ext>
            </a:extLst>
          </p:cNvPr>
          <p:cNvSpPr txBox="1"/>
          <p:nvPr/>
        </p:nvSpPr>
        <p:spPr>
          <a:xfrm>
            <a:off x="5405908" y="4466046"/>
            <a:ext cx="102223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⑬</a:t>
            </a:r>
            <a:endParaRPr lang="en-US" sz="3600"/>
          </a:p>
        </p:txBody>
      </p:sp>
      <p:sp>
        <p:nvSpPr>
          <p:cNvPr id="65" name="Rounded Rectangle 9">
            <a:hlinkClick r:id="" action="ppaction://noaction"/>
            <a:extLst>
              <a:ext uri="{FF2B5EF4-FFF2-40B4-BE49-F238E27FC236}">
                <a16:creationId xmlns:a16="http://schemas.microsoft.com/office/drawing/2014/main" id="{20BD002F-FCB5-454D-B90B-44496AA32D9F}"/>
              </a:ext>
            </a:extLst>
          </p:cNvPr>
          <p:cNvSpPr/>
          <p:nvPr/>
        </p:nvSpPr>
        <p:spPr>
          <a:xfrm>
            <a:off x="5342968" y="5086517"/>
            <a:ext cx="1403256" cy="105855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進</a:t>
            </a:r>
          </a:p>
        </p:txBody>
      </p:sp>
      <p:sp>
        <p:nvSpPr>
          <p:cNvPr id="66" name="Rounded Rectangle 9">
            <a:hlinkClick r:id="" action="ppaction://noaction"/>
            <a:extLst>
              <a:ext uri="{FF2B5EF4-FFF2-40B4-BE49-F238E27FC236}">
                <a16:creationId xmlns:a16="http://schemas.microsoft.com/office/drawing/2014/main" id="{45412D98-C701-410D-B7A7-2B34D82D2359}"/>
              </a:ext>
            </a:extLst>
          </p:cNvPr>
          <p:cNvSpPr/>
          <p:nvPr/>
        </p:nvSpPr>
        <p:spPr>
          <a:xfrm>
            <a:off x="7195385" y="5093801"/>
            <a:ext cx="1546565" cy="1025331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作</a:t>
            </a:r>
          </a:p>
        </p:txBody>
      </p:sp>
      <p:sp>
        <p:nvSpPr>
          <p:cNvPr id="67" name="Rounded Rectangle 9">
            <a:hlinkClick r:id="rId13" action="ppaction://hlinksldjump"/>
            <a:extLst>
              <a:ext uri="{FF2B5EF4-FFF2-40B4-BE49-F238E27FC236}">
                <a16:creationId xmlns:a16="http://schemas.microsoft.com/office/drawing/2014/main" id="{05CCFAA1-B9A2-4393-928C-68DDFA5D4DF0}"/>
              </a:ext>
            </a:extLst>
          </p:cNvPr>
          <p:cNvSpPr/>
          <p:nvPr/>
        </p:nvSpPr>
        <p:spPr>
          <a:xfrm>
            <a:off x="9091785" y="5093800"/>
            <a:ext cx="1546565" cy="1078400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品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4F7612-9EE1-4808-A6E7-154410AFE464}"/>
              </a:ext>
            </a:extLst>
          </p:cNvPr>
          <p:cNvSpPr txBox="1"/>
          <p:nvPr/>
        </p:nvSpPr>
        <p:spPr>
          <a:xfrm>
            <a:off x="7330343" y="4466047"/>
            <a:ext cx="972188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⑭</a:t>
            </a:r>
            <a:endParaRPr lang="en-US" sz="36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18A8EC-BEB2-4F7D-A382-F69E6ACF8812}"/>
              </a:ext>
            </a:extLst>
          </p:cNvPr>
          <p:cNvSpPr txBox="1"/>
          <p:nvPr/>
        </p:nvSpPr>
        <p:spPr>
          <a:xfrm>
            <a:off x="9417771" y="4497026"/>
            <a:ext cx="854222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⑮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353364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3369595" y="939281"/>
            <a:ext cx="1517040" cy="1067804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変</a:t>
            </a:r>
          </a:p>
        </p:txBody>
      </p:sp>
      <p:sp>
        <p:nvSpPr>
          <p:cNvPr id="8" name="Rounded Rectangle 7">
            <a:hlinkClick r:id="rId4" action="ppaction://hlinksldjump"/>
          </p:cNvPr>
          <p:cNvSpPr/>
          <p:nvPr/>
        </p:nvSpPr>
        <p:spPr>
          <a:xfrm>
            <a:off x="7241340" y="2910659"/>
            <a:ext cx="1344864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首</a:t>
            </a:r>
          </a:p>
        </p:txBody>
      </p:sp>
      <p:sp>
        <p:nvSpPr>
          <p:cNvPr id="9" name="Rounded Rectangle 8">
            <a:hlinkClick r:id="rId5" action="ppaction://hlinksldjump"/>
          </p:cNvPr>
          <p:cNvSpPr/>
          <p:nvPr/>
        </p:nvSpPr>
        <p:spPr>
          <a:xfrm>
            <a:off x="5197397" y="920317"/>
            <a:ext cx="1564089" cy="1067803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化</a:t>
            </a:r>
            <a:endParaRPr lang="en-US" altLang="ja-JP" sz="6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0" name="Rounded Rectangle 9">
            <a:hlinkClick r:id="rId4" action="ppaction://hlinksldjump"/>
          </p:cNvPr>
          <p:cNvSpPr/>
          <p:nvPr/>
        </p:nvSpPr>
        <p:spPr>
          <a:xfrm>
            <a:off x="7089512" y="1002334"/>
            <a:ext cx="1610090" cy="1009655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段</a:t>
            </a:r>
          </a:p>
        </p:txBody>
      </p:sp>
      <p:sp>
        <p:nvSpPr>
          <p:cNvPr id="11" name="Rounded Rectangle 10">
            <a:hlinkClick r:id="rId6" action="ppaction://hlinksldjump"/>
          </p:cNvPr>
          <p:cNvSpPr/>
          <p:nvPr/>
        </p:nvSpPr>
        <p:spPr>
          <a:xfrm>
            <a:off x="8928653" y="994683"/>
            <a:ext cx="1564089" cy="989099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階</a:t>
            </a:r>
            <a:endParaRPr lang="en-US" altLang="ja-JP" sz="6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6" name="Rounded Rectangle 15">
            <a:hlinkClick r:id="rId7" action="ppaction://hlinksldjump"/>
          </p:cNvPr>
          <p:cNvSpPr/>
          <p:nvPr/>
        </p:nvSpPr>
        <p:spPr>
          <a:xfrm>
            <a:off x="1450853" y="2935245"/>
            <a:ext cx="1467997" cy="1068313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太</a:t>
            </a:r>
            <a:endParaRPr lang="en-US" altLang="ja-JP" sz="6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>
            <a:hlinkClick r:id="rId8" action="ppaction://hlinksldjump"/>
          </p:cNvPr>
          <p:cNvSpPr/>
          <p:nvPr/>
        </p:nvSpPr>
        <p:spPr>
          <a:xfrm>
            <a:off x="1458225" y="930396"/>
            <a:ext cx="1425754" cy="107720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電</a:t>
            </a:r>
          </a:p>
        </p:txBody>
      </p:sp>
      <p:sp>
        <p:nvSpPr>
          <p:cNvPr id="18" name="Rounded Rectangle 17">
            <a:hlinkClick r:id="rId6" action="ppaction://hlinksldjump"/>
          </p:cNvPr>
          <p:cNvSpPr/>
          <p:nvPr/>
        </p:nvSpPr>
        <p:spPr>
          <a:xfrm>
            <a:off x="3524143" y="2918034"/>
            <a:ext cx="1403256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光</a:t>
            </a:r>
          </a:p>
        </p:txBody>
      </p:sp>
      <p:sp>
        <p:nvSpPr>
          <p:cNvPr id="19" name="Rounded Rectangle 18">
            <a:hlinkClick r:id="rId9" action="ppaction://hlinksldjump"/>
          </p:cNvPr>
          <p:cNvSpPr/>
          <p:nvPr/>
        </p:nvSpPr>
        <p:spPr>
          <a:xfrm>
            <a:off x="5417979" y="2941892"/>
            <a:ext cx="1403257" cy="1025330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足</a:t>
            </a:r>
          </a:p>
        </p:txBody>
      </p:sp>
      <p:sp>
        <p:nvSpPr>
          <p:cNvPr id="20" name="Rounded Rectangle 19">
            <a:hlinkClick r:id="rId10" action="ppaction://hlinksldjump"/>
          </p:cNvPr>
          <p:cNvSpPr/>
          <p:nvPr/>
        </p:nvSpPr>
        <p:spPr>
          <a:xfrm>
            <a:off x="3472293" y="5042807"/>
            <a:ext cx="1456167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飛</a:t>
            </a:r>
          </a:p>
        </p:txBody>
      </p:sp>
      <p:sp>
        <p:nvSpPr>
          <p:cNvPr id="21" name="Rounded Rectangle 20">
            <a:hlinkClick r:id="rId11" action="ppaction://hlinksldjump"/>
          </p:cNvPr>
          <p:cNvSpPr/>
          <p:nvPr/>
        </p:nvSpPr>
        <p:spPr>
          <a:xfrm>
            <a:off x="9151646" y="2880705"/>
            <a:ext cx="1387590" cy="1123846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道</a:t>
            </a:r>
          </a:p>
        </p:txBody>
      </p:sp>
      <p:sp>
        <p:nvSpPr>
          <p:cNvPr id="22" name="Rounded Rectangle 21">
            <a:hlinkClick r:id="rId11" action="ppaction://hlinksldjump"/>
          </p:cNvPr>
          <p:cNvSpPr/>
          <p:nvPr/>
        </p:nvSpPr>
        <p:spPr>
          <a:xfrm>
            <a:off x="1446857" y="5042807"/>
            <a:ext cx="1456167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送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D38C03-C10C-4113-BB9F-46FC6EC253A8}"/>
              </a:ext>
            </a:extLst>
          </p:cNvPr>
          <p:cNvSpPr txBox="1"/>
          <p:nvPr/>
        </p:nvSpPr>
        <p:spPr>
          <a:xfrm>
            <a:off x="1617692" y="332567"/>
            <a:ext cx="1001222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①</a:t>
            </a:r>
            <a:endParaRPr lang="en-US" sz="36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E391CB-E4DF-40BE-B0EB-485B4CB3A7F3}"/>
              </a:ext>
            </a:extLst>
          </p:cNvPr>
          <p:cNvSpPr txBox="1"/>
          <p:nvPr/>
        </p:nvSpPr>
        <p:spPr>
          <a:xfrm>
            <a:off x="3557907" y="340360"/>
            <a:ext cx="962438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②</a:t>
            </a:r>
            <a:endParaRPr lang="en-US" sz="36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35FCB7-4E4E-4142-8395-0B9DD0F8FDE6}"/>
              </a:ext>
            </a:extLst>
          </p:cNvPr>
          <p:cNvSpPr txBox="1"/>
          <p:nvPr/>
        </p:nvSpPr>
        <p:spPr>
          <a:xfrm>
            <a:off x="5425333" y="321162"/>
            <a:ext cx="962438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③</a:t>
            </a:r>
            <a:endParaRPr lang="en-US" sz="36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4E5BA0-1C66-48BA-A8EA-A0ECB33DE74A}"/>
              </a:ext>
            </a:extLst>
          </p:cNvPr>
          <p:cNvSpPr txBox="1"/>
          <p:nvPr/>
        </p:nvSpPr>
        <p:spPr>
          <a:xfrm>
            <a:off x="7344728" y="404447"/>
            <a:ext cx="962438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④</a:t>
            </a:r>
            <a:endParaRPr lang="en-US" sz="36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CD47E3-F25E-42A2-AADC-5C1592165D0C}"/>
              </a:ext>
            </a:extLst>
          </p:cNvPr>
          <p:cNvSpPr txBox="1"/>
          <p:nvPr/>
        </p:nvSpPr>
        <p:spPr>
          <a:xfrm>
            <a:off x="9056207" y="404447"/>
            <a:ext cx="1029271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⑤</a:t>
            </a:r>
            <a:endParaRPr lang="en-US" sz="36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4440FD-4ED4-4EB4-AC33-CE156A9B4969}"/>
              </a:ext>
            </a:extLst>
          </p:cNvPr>
          <p:cNvSpPr txBox="1"/>
          <p:nvPr/>
        </p:nvSpPr>
        <p:spPr>
          <a:xfrm>
            <a:off x="1704181" y="2388740"/>
            <a:ext cx="96603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⑥</a:t>
            </a:r>
            <a:endParaRPr lang="en-US" sz="36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BE4D55-F6CE-4E64-B3D9-29E7BAB9371C}"/>
              </a:ext>
            </a:extLst>
          </p:cNvPr>
          <p:cNvSpPr txBox="1"/>
          <p:nvPr/>
        </p:nvSpPr>
        <p:spPr>
          <a:xfrm>
            <a:off x="3699020" y="2326747"/>
            <a:ext cx="90427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⑦</a:t>
            </a:r>
            <a:endParaRPr lang="en-US" sz="36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3753E6-D909-40AD-8424-3F770EC72BCF}"/>
              </a:ext>
            </a:extLst>
          </p:cNvPr>
          <p:cNvSpPr txBox="1"/>
          <p:nvPr/>
        </p:nvSpPr>
        <p:spPr>
          <a:xfrm>
            <a:off x="5604844" y="2354141"/>
            <a:ext cx="90427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⑧</a:t>
            </a:r>
            <a:endParaRPr lang="en-US" sz="36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97A06A-36F3-40D5-9B0D-C0D31B90BED0}"/>
              </a:ext>
            </a:extLst>
          </p:cNvPr>
          <p:cNvSpPr txBox="1"/>
          <p:nvPr/>
        </p:nvSpPr>
        <p:spPr>
          <a:xfrm>
            <a:off x="7481721" y="2314710"/>
            <a:ext cx="89630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⑨</a:t>
            </a:r>
            <a:endParaRPr lang="en-US" sz="36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F08081-0266-43EE-8035-61CD90375D12}"/>
              </a:ext>
            </a:extLst>
          </p:cNvPr>
          <p:cNvSpPr txBox="1"/>
          <p:nvPr/>
        </p:nvSpPr>
        <p:spPr>
          <a:xfrm>
            <a:off x="9405994" y="2274500"/>
            <a:ext cx="89630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⑩</a:t>
            </a:r>
            <a:endParaRPr lang="en-US" sz="36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174701-6E3B-452C-9CE0-15A11E34006E}"/>
              </a:ext>
            </a:extLst>
          </p:cNvPr>
          <p:cNvSpPr txBox="1"/>
          <p:nvPr/>
        </p:nvSpPr>
        <p:spPr>
          <a:xfrm>
            <a:off x="1735177" y="4474053"/>
            <a:ext cx="89630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⑪</a:t>
            </a:r>
            <a:endParaRPr lang="en-US" sz="36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B8C552-3EE7-4B19-857F-8094B497E429}"/>
              </a:ext>
            </a:extLst>
          </p:cNvPr>
          <p:cNvSpPr txBox="1"/>
          <p:nvPr/>
        </p:nvSpPr>
        <p:spPr>
          <a:xfrm>
            <a:off x="3594746" y="4455056"/>
            <a:ext cx="1064324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⑫</a:t>
            </a:r>
            <a:endParaRPr lang="en-US" sz="360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7985DA0-D41C-4FA1-82E9-11B4557D5709}"/>
              </a:ext>
            </a:extLst>
          </p:cNvPr>
          <p:cNvSpPr txBox="1"/>
          <p:nvPr/>
        </p:nvSpPr>
        <p:spPr>
          <a:xfrm>
            <a:off x="5405908" y="4466046"/>
            <a:ext cx="102223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⑬</a:t>
            </a:r>
            <a:endParaRPr lang="en-US" sz="3600"/>
          </a:p>
        </p:txBody>
      </p:sp>
      <p:sp>
        <p:nvSpPr>
          <p:cNvPr id="65" name="Rounded Rectangle 9">
            <a:hlinkClick r:id="" action="ppaction://noaction"/>
            <a:extLst>
              <a:ext uri="{FF2B5EF4-FFF2-40B4-BE49-F238E27FC236}">
                <a16:creationId xmlns:a16="http://schemas.microsoft.com/office/drawing/2014/main" id="{20BD002F-FCB5-454D-B90B-44496AA32D9F}"/>
              </a:ext>
            </a:extLst>
          </p:cNvPr>
          <p:cNvSpPr/>
          <p:nvPr/>
        </p:nvSpPr>
        <p:spPr>
          <a:xfrm>
            <a:off x="5342968" y="5086517"/>
            <a:ext cx="1403256" cy="105855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役</a:t>
            </a:r>
          </a:p>
        </p:txBody>
      </p:sp>
      <p:sp>
        <p:nvSpPr>
          <p:cNvPr id="66" name="Rounded Rectangle 9">
            <a:hlinkClick r:id="" action="ppaction://noaction"/>
            <a:extLst>
              <a:ext uri="{FF2B5EF4-FFF2-40B4-BE49-F238E27FC236}">
                <a16:creationId xmlns:a16="http://schemas.microsoft.com/office/drawing/2014/main" id="{45412D98-C701-410D-B7A7-2B34D82D2359}"/>
              </a:ext>
            </a:extLst>
          </p:cNvPr>
          <p:cNvSpPr/>
          <p:nvPr/>
        </p:nvSpPr>
        <p:spPr>
          <a:xfrm>
            <a:off x="7195385" y="5093801"/>
            <a:ext cx="1546565" cy="1025331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痛</a:t>
            </a:r>
          </a:p>
        </p:txBody>
      </p:sp>
      <p:sp>
        <p:nvSpPr>
          <p:cNvPr id="67" name="Rounded Rectangle 9">
            <a:hlinkClick r:id="rId12" action="ppaction://hlinksldjump"/>
            <a:extLst>
              <a:ext uri="{FF2B5EF4-FFF2-40B4-BE49-F238E27FC236}">
                <a16:creationId xmlns:a16="http://schemas.microsoft.com/office/drawing/2014/main" id="{05CCFAA1-B9A2-4393-928C-68DDFA5D4DF0}"/>
              </a:ext>
            </a:extLst>
          </p:cNvPr>
          <p:cNvSpPr/>
          <p:nvPr/>
        </p:nvSpPr>
        <p:spPr>
          <a:xfrm>
            <a:off x="9091785" y="5093800"/>
            <a:ext cx="1546565" cy="1078400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速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4F7612-9EE1-4808-A6E7-154410AFE464}"/>
              </a:ext>
            </a:extLst>
          </p:cNvPr>
          <p:cNvSpPr txBox="1"/>
          <p:nvPr/>
        </p:nvSpPr>
        <p:spPr>
          <a:xfrm>
            <a:off x="7330343" y="4466047"/>
            <a:ext cx="972188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⑭</a:t>
            </a:r>
            <a:endParaRPr lang="en-US" sz="36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18A8EC-BEB2-4F7D-A382-F69E6ACF8812}"/>
              </a:ext>
            </a:extLst>
          </p:cNvPr>
          <p:cNvSpPr txBox="1"/>
          <p:nvPr/>
        </p:nvSpPr>
        <p:spPr>
          <a:xfrm>
            <a:off x="9417771" y="4497026"/>
            <a:ext cx="854222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/>
              <a:t>⑮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3957784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4367</TotalTime>
  <Words>116</Words>
  <Application>Microsoft Office PowerPoint</Application>
  <PresentationFormat>Widescreen</PresentationFormat>
  <Paragraphs>70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ＭＳ ゴシック</vt:lpstr>
      <vt:lpstr>NtMotoyaKyotai</vt:lpstr>
      <vt:lpstr>Arial</vt:lpstr>
      <vt:lpstr>Calibri</vt:lpstr>
      <vt:lpstr>Century Gothic</vt:lpstr>
      <vt:lpstr>Garamond</vt:lpstr>
      <vt:lpstr>Times New Roman</vt:lpstr>
      <vt:lpstr>Savon</vt:lpstr>
      <vt:lpstr>第4-5課 復習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日本の伝統文化</dc:title>
  <dc:creator>池田花恵</dc:creator>
  <cp:lastModifiedBy>Le Thi Kim Oanh (FE FPTU CT)</cp:lastModifiedBy>
  <cp:revision>169</cp:revision>
  <dcterms:created xsi:type="dcterms:W3CDTF">2016-04-27T15:17:16Z</dcterms:created>
  <dcterms:modified xsi:type="dcterms:W3CDTF">2021-09-14T12:27:22Z</dcterms:modified>
</cp:coreProperties>
</file>